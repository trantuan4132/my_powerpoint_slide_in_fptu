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3.xml" ContentType="application/vnd.openxmlformats-officedocument.theme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theme/theme4.xml" ContentType="application/vnd.openxmlformats-officedocument.theme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theme/theme5.xml" ContentType="application/vnd.openxmlformats-officedocument.theme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theme/theme6.xml" ContentType="application/vnd.openxmlformats-officedocument.theme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9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  <p:sldMasterId id="2147483660" r:id="rId2"/>
    <p:sldMasterId id="2147483673" r:id="rId3"/>
    <p:sldMasterId id="2147483686" r:id="rId4"/>
    <p:sldMasterId id="2147483699" r:id="rId5"/>
    <p:sldMasterId id="2147483712" r:id="rId6"/>
    <p:sldMasterId id="2147483725" r:id="rId7"/>
  </p:sldMasterIdLst>
  <p:notesMasterIdLst>
    <p:notesMasterId r:id="rId19"/>
  </p:notesMasterIdLst>
  <p:handoutMasterIdLst>
    <p:handoutMasterId r:id="rId20"/>
  </p:handoutMasterIdLst>
  <p:sldIdLst>
    <p:sldId id="256" r:id="rId8"/>
    <p:sldId id="258" r:id="rId9"/>
    <p:sldId id="259" r:id="rId10"/>
    <p:sldId id="260" r:id="rId11"/>
    <p:sldId id="264" r:id="rId12"/>
    <p:sldId id="262" r:id="rId13"/>
    <p:sldId id="265" r:id="rId14"/>
    <p:sldId id="266" r:id="rId15"/>
    <p:sldId id="269" r:id="rId16"/>
    <p:sldId id="270" r:id="rId17"/>
    <p:sldId id="271" r:id="rId18"/>
  </p:sldIdLst>
  <p:sldSz cx="12192000" cy="6858000"/>
  <p:notesSz cx="6858000" cy="9144000"/>
  <p:embeddedFontLst>
    <p:embeddedFont>
      <p:font typeface="Calibri" panose="020F0502020204030204" pitchFamily="34" charset="0"/>
      <p:regular r:id="rId21"/>
      <p:bold r:id="rId22"/>
      <p:italic r:id="rId23"/>
      <p:boldItalic r:id="rId24"/>
    </p:embeddedFont>
    <p:embeddedFont>
      <p:font typeface="Kulim Park" pitchFamily="2" charset="0"/>
      <p:regular r:id="rId25"/>
      <p:bold r:id="rId26"/>
      <p:italic r:id="rId27"/>
      <p:boldItalic r:id="rId28"/>
    </p:embeddedFont>
    <p:embeddedFont>
      <p:font typeface="Segoe UI Semilight" panose="020B0402040204020203" pitchFamily="34" charset="0"/>
      <p:regular r:id="rId29"/>
      <p:italic r:id="rId30"/>
    </p:embeddedFont>
    <p:embeddedFont>
      <p:font typeface="Kulim Park bold" pitchFamily="2" charset="0"/>
      <p:bold r:id="rId31"/>
    </p:embeddedFont>
    <p:embeddedFont>
      <p:font typeface="Calibri Light" panose="020F0302020204030204" pitchFamily="34" charset="0"/>
      <p:regular r:id="rId32"/>
      <p:italic r:id="rId33"/>
    </p:embeddedFont>
    <p:embeddedFont>
      <p:font typeface="Kulim Park Light" pitchFamily="2" charset="0"/>
      <p:regular r:id="rId34"/>
      <p:italic r:id="rId3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40D7F"/>
    <a:srgbClr val="FFBF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595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7" d="100"/>
          <a:sy n="67" d="100"/>
        </p:scale>
        <p:origin x="3120" y="77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openxmlformats.org/officeDocument/2006/relationships/font" Target="fonts/font6.fntdata"/><Relationship Id="rId39" Type="http://schemas.openxmlformats.org/officeDocument/2006/relationships/tableStyles" Target="tableStyles.xml"/><Relationship Id="rId21" Type="http://schemas.openxmlformats.org/officeDocument/2006/relationships/font" Target="fonts/font1.fntdata"/><Relationship Id="rId34" Type="http://schemas.openxmlformats.org/officeDocument/2006/relationships/font" Target="fonts/font14.fntdata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font" Target="fonts/font5.fntdata"/><Relationship Id="rId33" Type="http://schemas.openxmlformats.org/officeDocument/2006/relationships/font" Target="fonts/font13.fntdata"/><Relationship Id="rId38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9.xml"/><Relationship Id="rId20" Type="http://schemas.openxmlformats.org/officeDocument/2006/relationships/handoutMaster" Target="handoutMasters/handoutMaster1.xml"/><Relationship Id="rId29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4.xml"/><Relationship Id="rId24" Type="http://schemas.openxmlformats.org/officeDocument/2006/relationships/font" Target="fonts/font4.fntdata"/><Relationship Id="rId32" Type="http://schemas.openxmlformats.org/officeDocument/2006/relationships/font" Target="fonts/font12.fntdata"/><Relationship Id="rId37" Type="http://schemas.openxmlformats.org/officeDocument/2006/relationships/viewProps" Target="viewProp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8.xml"/><Relationship Id="rId23" Type="http://schemas.openxmlformats.org/officeDocument/2006/relationships/font" Target="fonts/font3.fntdata"/><Relationship Id="rId28" Type="http://schemas.openxmlformats.org/officeDocument/2006/relationships/font" Target="fonts/font8.fntdata"/><Relationship Id="rId36" Type="http://schemas.openxmlformats.org/officeDocument/2006/relationships/presProps" Target="presProps.xml"/><Relationship Id="rId10" Type="http://schemas.openxmlformats.org/officeDocument/2006/relationships/slide" Target="slides/slide3.xml"/><Relationship Id="rId19" Type="http://schemas.openxmlformats.org/officeDocument/2006/relationships/notesMaster" Target="notesMasters/notesMaster1.xml"/><Relationship Id="rId31" Type="http://schemas.openxmlformats.org/officeDocument/2006/relationships/font" Target="fonts/font11.fntdata"/><Relationship Id="rId4" Type="http://schemas.openxmlformats.org/officeDocument/2006/relationships/slideMaster" Target="slideMasters/slideMaster4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30" Type="http://schemas.openxmlformats.org/officeDocument/2006/relationships/font" Target="fonts/font10.fntdata"/><Relationship Id="rId35" Type="http://schemas.openxmlformats.org/officeDocument/2006/relationships/font" Target="fonts/font15.fntdata"/><Relationship Id="rId8" Type="http://schemas.openxmlformats.org/officeDocument/2006/relationships/slide" Target="slides/slide1.xml"/><Relationship Id="rId3" Type="http://schemas.openxmlformats.org/officeDocument/2006/relationships/slideMaster" Target="slideMasters/slideMaster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EA18037-FC97-4764-A2DA-D0C3CA15D9E3}" type="doc">
      <dgm:prSet loTypeId="urn:microsoft.com/office/officeart/2005/8/layout/hierarchy4" loCatId="hierarchy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en-US"/>
        </a:p>
      </dgm:t>
    </dgm:pt>
    <dgm:pt modelId="{CA625D4D-0F11-4BBF-9708-8944AE0B69B1}">
      <dgm:prSet phldrT="[Text]"/>
      <dgm:spPr/>
      <dgm:t>
        <a:bodyPr/>
        <a:lstStyle/>
        <a:p>
          <a:r>
            <a:rPr lang="en-US" smtClean="0">
              <a:latin typeface="Kulim Park bold" pitchFamily="2" charset="0"/>
            </a:rPr>
            <a:t>Ho Chi Minh</a:t>
          </a:r>
          <a:endParaRPr lang="en-US">
            <a:latin typeface="Kulim Park bold" pitchFamily="2" charset="0"/>
          </a:endParaRPr>
        </a:p>
      </dgm:t>
    </dgm:pt>
    <dgm:pt modelId="{BF9D2C83-23DD-48FC-AF82-F3D7EDBAC535}" type="parTrans" cxnId="{FAC08B15-4179-40EA-933F-797D22D8819E}">
      <dgm:prSet/>
      <dgm:spPr/>
      <dgm:t>
        <a:bodyPr/>
        <a:lstStyle/>
        <a:p>
          <a:endParaRPr lang="en-US"/>
        </a:p>
      </dgm:t>
    </dgm:pt>
    <dgm:pt modelId="{94D05BA8-96DF-4089-BF13-28BCB61AD390}" type="sibTrans" cxnId="{FAC08B15-4179-40EA-933F-797D22D8819E}">
      <dgm:prSet/>
      <dgm:spPr/>
      <dgm:t>
        <a:bodyPr/>
        <a:lstStyle/>
        <a:p>
          <a:endParaRPr lang="en-US"/>
        </a:p>
      </dgm:t>
    </dgm:pt>
    <dgm:pt modelId="{2DC5E00D-0EDF-4548-AB17-3F546DB36ABD}">
      <dgm:prSet phldrT="[Text]"/>
      <dgm:spPr/>
      <dgm:t>
        <a:bodyPr/>
        <a:lstStyle/>
        <a:p>
          <a:r>
            <a:rPr lang="en-US" smtClean="0">
              <a:latin typeface="Kulim Park bold" pitchFamily="2" charset="0"/>
              <a:ea typeface="Kozuka Gothic Pr6N B" panose="020B0800000000000000" pitchFamily="34" charset="-128"/>
            </a:rPr>
            <a:t>Ministry of Political Affairs</a:t>
          </a:r>
          <a:endParaRPr lang="en-US">
            <a:latin typeface="Kulim Park bold" pitchFamily="2" charset="0"/>
            <a:ea typeface="Kozuka Gothic Pr6N B" panose="020B0800000000000000" pitchFamily="34" charset="-128"/>
          </a:endParaRPr>
        </a:p>
      </dgm:t>
    </dgm:pt>
    <dgm:pt modelId="{E03B0E1B-80F8-4AEB-A698-241E1109FB33}" type="parTrans" cxnId="{3B119E74-A6D4-4A6D-8DA9-6C7FFC243379}">
      <dgm:prSet/>
      <dgm:spPr/>
      <dgm:t>
        <a:bodyPr/>
        <a:lstStyle/>
        <a:p>
          <a:endParaRPr lang="en-US"/>
        </a:p>
      </dgm:t>
    </dgm:pt>
    <dgm:pt modelId="{2C9E3A44-6808-4B64-B9EE-394A93AB7E57}" type="sibTrans" cxnId="{3B119E74-A6D4-4A6D-8DA9-6C7FFC243379}">
      <dgm:prSet/>
      <dgm:spPr/>
      <dgm:t>
        <a:bodyPr/>
        <a:lstStyle/>
        <a:p>
          <a:endParaRPr lang="en-US"/>
        </a:p>
      </dgm:t>
    </dgm:pt>
    <dgm:pt modelId="{10D642B9-3725-4564-BF9E-2507910EEB9F}">
      <dgm:prSet phldrT="[Text]"/>
      <dgm:spPr/>
      <dgm:t>
        <a:bodyPr/>
        <a:lstStyle/>
        <a:p>
          <a:r>
            <a:rPr lang="en-US" smtClean="0">
              <a:latin typeface="Kulim Park bold" pitchFamily="2" charset="0"/>
            </a:rPr>
            <a:t>Close assistants</a:t>
          </a:r>
          <a:endParaRPr lang="en-US">
            <a:latin typeface="Kulim Park bold" pitchFamily="2" charset="0"/>
          </a:endParaRPr>
        </a:p>
      </dgm:t>
    </dgm:pt>
    <dgm:pt modelId="{4A4C0FB4-50B2-46F0-B89F-E3DEDF0728B3}" type="parTrans" cxnId="{C80D8BB5-B7AA-4C85-96C9-79BC20E0FAC2}">
      <dgm:prSet/>
      <dgm:spPr/>
      <dgm:t>
        <a:bodyPr/>
        <a:lstStyle/>
        <a:p>
          <a:endParaRPr lang="en-US"/>
        </a:p>
      </dgm:t>
    </dgm:pt>
    <dgm:pt modelId="{E983F1EA-21B0-4F77-AB31-ECB50655F7F0}" type="sibTrans" cxnId="{C80D8BB5-B7AA-4C85-96C9-79BC20E0FAC2}">
      <dgm:prSet/>
      <dgm:spPr/>
      <dgm:t>
        <a:bodyPr/>
        <a:lstStyle/>
        <a:p>
          <a:endParaRPr lang="en-US"/>
        </a:p>
      </dgm:t>
    </dgm:pt>
    <dgm:pt modelId="{15BEF268-29D7-4F7C-A6D4-B91DBDB69F3C}" type="pres">
      <dgm:prSet presAssocID="{9EA18037-FC97-4764-A2DA-D0C3CA15D9E3}" presName="Name0" presStyleCnt="0">
        <dgm:presLayoutVars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en-US"/>
        </a:p>
      </dgm:t>
    </dgm:pt>
    <dgm:pt modelId="{00F50C90-7901-4DD7-8C94-7CAB2388DE2F}" type="pres">
      <dgm:prSet presAssocID="{CA625D4D-0F11-4BBF-9708-8944AE0B69B1}" presName="vertOne" presStyleCnt="0"/>
      <dgm:spPr/>
    </dgm:pt>
    <dgm:pt modelId="{83F478AF-5A1F-4AD3-A492-B959C5F2B1B9}" type="pres">
      <dgm:prSet presAssocID="{CA625D4D-0F11-4BBF-9708-8944AE0B69B1}" presName="txOne" presStyleLbl="node0" presStyleIdx="0" presStyleCnt="1" custLinFactY="-31255" custLinFactNeighborX="-66145" custLinFactNeighborY="-100000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EB064775-4E91-4CBF-9957-D87495DB6D83}" type="pres">
      <dgm:prSet presAssocID="{CA625D4D-0F11-4BBF-9708-8944AE0B69B1}" presName="parTransOne" presStyleCnt="0"/>
      <dgm:spPr/>
    </dgm:pt>
    <dgm:pt modelId="{CF8AC449-4D8F-46E0-A957-EBB63048E004}" type="pres">
      <dgm:prSet presAssocID="{CA625D4D-0F11-4BBF-9708-8944AE0B69B1}" presName="horzOne" presStyleCnt="0"/>
      <dgm:spPr/>
    </dgm:pt>
    <dgm:pt modelId="{984199C8-A57D-455C-9BE1-A8DB3F972FD9}" type="pres">
      <dgm:prSet presAssocID="{2DC5E00D-0EDF-4548-AB17-3F546DB36ABD}" presName="vertTwo" presStyleCnt="0"/>
      <dgm:spPr/>
    </dgm:pt>
    <dgm:pt modelId="{64D82C36-3BB6-41E9-AF8E-7C6E88179908}" type="pres">
      <dgm:prSet presAssocID="{2DC5E00D-0EDF-4548-AB17-3F546DB36ABD}" presName="txTwo" presStyleLbl="node2" presStyleIdx="0" presStyleCnt="2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4A164A91-0334-4B61-AE19-41A4830EE3F3}" type="pres">
      <dgm:prSet presAssocID="{2DC5E00D-0EDF-4548-AB17-3F546DB36ABD}" presName="horzTwo" presStyleCnt="0"/>
      <dgm:spPr/>
    </dgm:pt>
    <dgm:pt modelId="{6222542C-C269-4B2E-A2BD-F8CC984752CF}" type="pres">
      <dgm:prSet presAssocID="{2C9E3A44-6808-4B64-B9EE-394A93AB7E57}" presName="sibSpaceTwo" presStyleCnt="0"/>
      <dgm:spPr/>
    </dgm:pt>
    <dgm:pt modelId="{A0D80C7C-973C-4562-9AC1-8554770DCB1D}" type="pres">
      <dgm:prSet presAssocID="{10D642B9-3725-4564-BF9E-2507910EEB9F}" presName="vertTwo" presStyleCnt="0"/>
      <dgm:spPr/>
    </dgm:pt>
    <dgm:pt modelId="{1810FED1-20B2-4B0D-8735-9C60594827EA}" type="pres">
      <dgm:prSet presAssocID="{10D642B9-3725-4564-BF9E-2507910EEB9F}" presName="txTwo" presStyleLbl="node2" presStyleIdx="1" presStyleCnt="2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A6B32C6A-A588-4023-B73C-F9626A2C0679}" type="pres">
      <dgm:prSet presAssocID="{10D642B9-3725-4564-BF9E-2507910EEB9F}" presName="horzTwo" presStyleCnt="0"/>
      <dgm:spPr/>
    </dgm:pt>
  </dgm:ptLst>
  <dgm:cxnLst>
    <dgm:cxn modelId="{54C074C0-50D9-48E7-A46A-FE6533FBC2BE}" type="presOf" srcId="{10D642B9-3725-4564-BF9E-2507910EEB9F}" destId="{1810FED1-20B2-4B0D-8735-9C60594827EA}" srcOrd="0" destOrd="0" presId="urn:microsoft.com/office/officeart/2005/8/layout/hierarchy4"/>
    <dgm:cxn modelId="{3B119E74-A6D4-4A6D-8DA9-6C7FFC243379}" srcId="{CA625D4D-0F11-4BBF-9708-8944AE0B69B1}" destId="{2DC5E00D-0EDF-4548-AB17-3F546DB36ABD}" srcOrd="0" destOrd="0" parTransId="{E03B0E1B-80F8-4AEB-A698-241E1109FB33}" sibTransId="{2C9E3A44-6808-4B64-B9EE-394A93AB7E57}"/>
    <dgm:cxn modelId="{C80D8BB5-B7AA-4C85-96C9-79BC20E0FAC2}" srcId="{CA625D4D-0F11-4BBF-9708-8944AE0B69B1}" destId="{10D642B9-3725-4564-BF9E-2507910EEB9F}" srcOrd="1" destOrd="0" parTransId="{4A4C0FB4-50B2-46F0-B89F-E3DEDF0728B3}" sibTransId="{E983F1EA-21B0-4F77-AB31-ECB50655F7F0}"/>
    <dgm:cxn modelId="{2E342838-7DA6-4123-8C5D-CD50463C0010}" type="presOf" srcId="{CA625D4D-0F11-4BBF-9708-8944AE0B69B1}" destId="{83F478AF-5A1F-4AD3-A492-B959C5F2B1B9}" srcOrd="0" destOrd="0" presId="urn:microsoft.com/office/officeart/2005/8/layout/hierarchy4"/>
    <dgm:cxn modelId="{FAC08B15-4179-40EA-933F-797D22D8819E}" srcId="{9EA18037-FC97-4764-A2DA-D0C3CA15D9E3}" destId="{CA625D4D-0F11-4BBF-9708-8944AE0B69B1}" srcOrd="0" destOrd="0" parTransId="{BF9D2C83-23DD-48FC-AF82-F3D7EDBAC535}" sibTransId="{94D05BA8-96DF-4089-BF13-28BCB61AD390}"/>
    <dgm:cxn modelId="{F08F3E30-5D5C-49BE-8082-7F158397DBE7}" type="presOf" srcId="{9EA18037-FC97-4764-A2DA-D0C3CA15D9E3}" destId="{15BEF268-29D7-4F7C-A6D4-B91DBDB69F3C}" srcOrd="0" destOrd="0" presId="urn:microsoft.com/office/officeart/2005/8/layout/hierarchy4"/>
    <dgm:cxn modelId="{55867EBD-DD32-4853-92B5-931FBB510ABC}" type="presOf" srcId="{2DC5E00D-0EDF-4548-AB17-3F546DB36ABD}" destId="{64D82C36-3BB6-41E9-AF8E-7C6E88179908}" srcOrd="0" destOrd="0" presId="urn:microsoft.com/office/officeart/2005/8/layout/hierarchy4"/>
    <dgm:cxn modelId="{52D20C8D-DE00-48E8-BA3A-18FE1F95B720}" type="presParOf" srcId="{15BEF268-29D7-4F7C-A6D4-B91DBDB69F3C}" destId="{00F50C90-7901-4DD7-8C94-7CAB2388DE2F}" srcOrd="0" destOrd="0" presId="urn:microsoft.com/office/officeart/2005/8/layout/hierarchy4"/>
    <dgm:cxn modelId="{DCED3031-359A-4009-8EC2-6FFCADA72BE7}" type="presParOf" srcId="{00F50C90-7901-4DD7-8C94-7CAB2388DE2F}" destId="{83F478AF-5A1F-4AD3-A492-B959C5F2B1B9}" srcOrd="0" destOrd="0" presId="urn:microsoft.com/office/officeart/2005/8/layout/hierarchy4"/>
    <dgm:cxn modelId="{93A95C7C-F728-494A-8206-7140F3B3C5CA}" type="presParOf" srcId="{00F50C90-7901-4DD7-8C94-7CAB2388DE2F}" destId="{EB064775-4E91-4CBF-9957-D87495DB6D83}" srcOrd="1" destOrd="0" presId="urn:microsoft.com/office/officeart/2005/8/layout/hierarchy4"/>
    <dgm:cxn modelId="{096ECD26-8113-4AA1-830C-CE3D848C5512}" type="presParOf" srcId="{00F50C90-7901-4DD7-8C94-7CAB2388DE2F}" destId="{CF8AC449-4D8F-46E0-A957-EBB63048E004}" srcOrd="2" destOrd="0" presId="urn:microsoft.com/office/officeart/2005/8/layout/hierarchy4"/>
    <dgm:cxn modelId="{3C8A4138-FFA9-40BC-B380-EE6AF9452428}" type="presParOf" srcId="{CF8AC449-4D8F-46E0-A957-EBB63048E004}" destId="{984199C8-A57D-455C-9BE1-A8DB3F972FD9}" srcOrd="0" destOrd="0" presId="urn:microsoft.com/office/officeart/2005/8/layout/hierarchy4"/>
    <dgm:cxn modelId="{7DD7FE34-6EB8-4099-B0C7-AF5D81191F98}" type="presParOf" srcId="{984199C8-A57D-455C-9BE1-A8DB3F972FD9}" destId="{64D82C36-3BB6-41E9-AF8E-7C6E88179908}" srcOrd="0" destOrd="0" presId="urn:microsoft.com/office/officeart/2005/8/layout/hierarchy4"/>
    <dgm:cxn modelId="{AA527C89-4002-4189-BD79-F9313D90ECCF}" type="presParOf" srcId="{984199C8-A57D-455C-9BE1-A8DB3F972FD9}" destId="{4A164A91-0334-4B61-AE19-41A4830EE3F3}" srcOrd="1" destOrd="0" presId="urn:microsoft.com/office/officeart/2005/8/layout/hierarchy4"/>
    <dgm:cxn modelId="{4261B5E1-0A8D-455B-A164-032E9F05B7F0}" type="presParOf" srcId="{CF8AC449-4D8F-46E0-A957-EBB63048E004}" destId="{6222542C-C269-4B2E-A2BD-F8CC984752CF}" srcOrd="1" destOrd="0" presId="urn:microsoft.com/office/officeart/2005/8/layout/hierarchy4"/>
    <dgm:cxn modelId="{0A001A62-F69A-4BEB-8492-767DA9824B79}" type="presParOf" srcId="{CF8AC449-4D8F-46E0-A957-EBB63048E004}" destId="{A0D80C7C-973C-4562-9AC1-8554770DCB1D}" srcOrd="2" destOrd="0" presId="urn:microsoft.com/office/officeart/2005/8/layout/hierarchy4"/>
    <dgm:cxn modelId="{2C9CB21F-EC15-4E1B-BC12-B00BF21BCC05}" type="presParOf" srcId="{A0D80C7C-973C-4562-9AC1-8554770DCB1D}" destId="{1810FED1-20B2-4B0D-8735-9C60594827EA}" srcOrd="0" destOrd="0" presId="urn:microsoft.com/office/officeart/2005/8/layout/hierarchy4"/>
    <dgm:cxn modelId="{B7997A2C-0839-4EB8-AAE8-876D28D91CE6}" type="presParOf" srcId="{A0D80C7C-973C-4562-9AC1-8554770DCB1D}" destId="{A6B32C6A-A588-4023-B73C-F9626A2C0679}" srcOrd="1" destOrd="0" presId="urn:microsoft.com/office/officeart/2005/8/layout/hierarchy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EA18037-FC97-4764-A2DA-D0C3CA15D9E3}" type="doc">
      <dgm:prSet loTypeId="urn:microsoft.com/office/officeart/2005/8/layout/hierarchy4" loCatId="hierarchy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en-US"/>
        </a:p>
      </dgm:t>
    </dgm:pt>
    <dgm:pt modelId="{CA625D4D-0F11-4BBF-9708-8944AE0B69B1}">
      <dgm:prSet phldrT="[Text]"/>
      <dgm:spPr/>
      <dgm:t>
        <a:bodyPr/>
        <a:lstStyle/>
        <a:p>
          <a:r>
            <a:rPr lang="en-US" smtClean="0">
              <a:latin typeface="Kulim Park bold" pitchFamily="2" charset="0"/>
            </a:rPr>
            <a:t>Ho Chi Minh</a:t>
          </a:r>
          <a:endParaRPr lang="en-US">
            <a:latin typeface="Kulim Park bold" pitchFamily="2" charset="0"/>
          </a:endParaRPr>
        </a:p>
      </dgm:t>
    </dgm:pt>
    <dgm:pt modelId="{BF9D2C83-23DD-48FC-AF82-F3D7EDBAC535}" type="parTrans" cxnId="{FAC08B15-4179-40EA-933F-797D22D8819E}">
      <dgm:prSet/>
      <dgm:spPr/>
      <dgm:t>
        <a:bodyPr/>
        <a:lstStyle/>
        <a:p>
          <a:endParaRPr lang="en-US"/>
        </a:p>
      </dgm:t>
    </dgm:pt>
    <dgm:pt modelId="{94D05BA8-96DF-4089-BF13-28BCB61AD390}" type="sibTrans" cxnId="{FAC08B15-4179-40EA-933F-797D22D8819E}">
      <dgm:prSet/>
      <dgm:spPr/>
      <dgm:t>
        <a:bodyPr/>
        <a:lstStyle/>
        <a:p>
          <a:endParaRPr lang="en-US"/>
        </a:p>
      </dgm:t>
    </dgm:pt>
    <dgm:pt modelId="{2DC5E00D-0EDF-4548-AB17-3F546DB36ABD}">
      <dgm:prSet phldrT="[Text]"/>
      <dgm:spPr/>
      <dgm:t>
        <a:bodyPr/>
        <a:lstStyle/>
        <a:p>
          <a:r>
            <a:rPr lang="en-US" smtClean="0">
              <a:latin typeface="Kulim Park bold" pitchFamily="2" charset="0"/>
              <a:ea typeface="Kozuka Gothic Pr6N B" panose="020B0800000000000000" pitchFamily="34" charset="-128"/>
            </a:rPr>
            <a:t>Ministry of Political Affairs</a:t>
          </a:r>
          <a:endParaRPr lang="en-US">
            <a:latin typeface="Kulim Park bold" pitchFamily="2" charset="0"/>
            <a:ea typeface="Kozuka Gothic Pr6N B" panose="020B0800000000000000" pitchFamily="34" charset="-128"/>
          </a:endParaRPr>
        </a:p>
      </dgm:t>
    </dgm:pt>
    <dgm:pt modelId="{E03B0E1B-80F8-4AEB-A698-241E1109FB33}" type="parTrans" cxnId="{3B119E74-A6D4-4A6D-8DA9-6C7FFC243379}">
      <dgm:prSet/>
      <dgm:spPr/>
      <dgm:t>
        <a:bodyPr/>
        <a:lstStyle/>
        <a:p>
          <a:endParaRPr lang="en-US"/>
        </a:p>
      </dgm:t>
    </dgm:pt>
    <dgm:pt modelId="{2C9E3A44-6808-4B64-B9EE-394A93AB7E57}" type="sibTrans" cxnId="{3B119E74-A6D4-4A6D-8DA9-6C7FFC243379}">
      <dgm:prSet/>
      <dgm:spPr/>
      <dgm:t>
        <a:bodyPr/>
        <a:lstStyle/>
        <a:p>
          <a:endParaRPr lang="en-US"/>
        </a:p>
      </dgm:t>
    </dgm:pt>
    <dgm:pt modelId="{10D642B9-3725-4564-BF9E-2507910EEB9F}">
      <dgm:prSet phldrT="[Text]"/>
      <dgm:spPr/>
      <dgm:t>
        <a:bodyPr/>
        <a:lstStyle/>
        <a:p>
          <a:r>
            <a:rPr lang="en-US" smtClean="0">
              <a:latin typeface="Kulim Park bold" pitchFamily="2" charset="0"/>
            </a:rPr>
            <a:t>Close assistants</a:t>
          </a:r>
          <a:endParaRPr lang="en-US">
            <a:latin typeface="Kulim Park bold" pitchFamily="2" charset="0"/>
          </a:endParaRPr>
        </a:p>
      </dgm:t>
    </dgm:pt>
    <dgm:pt modelId="{4A4C0FB4-50B2-46F0-B89F-E3DEDF0728B3}" type="parTrans" cxnId="{C80D8BB5-B7AA-4C85-96C9-79BC20E0FAC2}">
      <dgm:prSet/>
      <dgm:spPr/>
      <dgm:t>
        <a:bodyPr/>
        <a:lstStyle/>
        <a:p>
          <a:endParaRPr lang="en-US"/>
        </a:p>
      </dgm:t>
    </dgm:pt>
    <dgm:pt modelId="{E983F1EA-21B0-4F77-AB31-ECB50655F7F0}" type="sibTrans" cxnId="{C80D8BB5-B7AA-4C85-96C9-79BC20E0FAC2}">
      <dgm:prSet/>
      <dgm:spPr/>
      <dgm:t>
        <a:bodyPr/>
        <a:lstStyle/>
        <a:p>
          <a:endParaRPr lang="en-US"/>
        </a:p>
      </dgm:t>
    </dgm:pt>
    <dgm:pt modelId="{15BEF268-29D7-4F7C-A6D4-B91DBDB69F3C}" type="pres">
      <dgm:prSet presAssocID="{9EA18037-FC97-4764-A2DA-D0C3CA15D9E3}" presName="Name0" presStyleCnt="0">
        <dgm:presLayoutVars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en-US"/>
        </a:p>
      </dgm:t>
    </dgm:pt>
    <dgm:pt modelId="{00F50C90-7901-4DD7-8C94-7CAB2388DE2F}" type="pres">
      <dgm:prSet presAssocID="{CA625D4D-0F11-4BBF-9708-8944AE0B69B1}" presName="vertOne" presStyleCnt="0"/>
      <dgm:spPr/>
    </dgm:pt>
    <dgm:pt modelId="{83F478AF-5A1F-4AD3-A492-B959C5F2B1B9}" type="pres">
      <dgm:prSet presAssocID="{CA625D4D-0F11-4BBF-9708-8944AE0B69B1}" presName="txOne" presStyleLbl="node0" presStyleIdx="0" presStyleCnt="1" custLinFactY="-31255" custLinFactNeighborX="-66145" custLinFactNeighborY="-100000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EB064775-4E91-4CBF-9957-D87495DB6D83}" type="pres">
      <dgm:prSet presAssocID="{CA625D4D-0F11-4BBF-9708-8944AE0B69B1}" presName="parTransOne" presStyleCnt="0"/>
      <dgm:spPr/>
    </dgm:pt>
    <dgm:pt modelId="{CF8AC449-4D8F-46E0-A957-EBB63048E004}" type="pres">
      <dgm:prSet presAssocID="{CA625D4D-0F11-4BBF-9708-8944AE0B69B1}" presName="horzOne" presStyleCnt="0"/>
      <dgm:spPr/>
    </dgm:pt>
    <dgm:pt modelId="{984199C8-A57D-455C-9BE1-A8DB3F972FD9}" type="pres">
      <dgm:prSet presAssocID="{2DC5E00D-0EDF-4548-AB17-3F546DB36ABD}" presName="vertTwo" presStyleCnt="0"/>
      <dgm:spPr/>
    </dgm:pt>
    <dgm:pt modelId="{64D82C36-3BB6-41E9-AF8E-7C6E88179908}" type="pres">
      <dgm:prSet presAssocID="{2DC5E00D-0EDF-4548-AB17-3F546DB36ABD}" presName="txTwo" presStyleLbl="node2" presStyleIdx="0" presStyleCnt="2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4A164A91-0334-4B61-AE19-41A4830EE3F3}" type="pres">
      <dgm:prSet presAssocID="{2DC5E00D-0EDF-4548-AB17-3F546DB36ABD}" presName="horzTwo" presStyleCnt="0"/>
      <dgm:spPr/>
    </dgm:pt>
    <dgm:pt modelId="{6222542C-C269-4B2E-A2BD-F8CC984752CF}" type="pres">
      <dgm:prSet presAssocID="{2C9E3A44-6808-4B64-B9EE-394A93AB7E57}" presName="sibSpaceTwo" presStyleCnt="0"/>
      <dgm:spPr/>
    </dgm:pt>
    <dgm:pt modelId="{A0D80C7C-973C-4562-9AC1-8554770DCB1D}" type="pres">
      <dgm:prSet presAssocID="{10D642B9-3725-4564-BF9E-2507910EEB9F}" presName="vertTwo" presStyleCnt="0"/>
      <dgm:spPr/>
    </dgm:pt>
    <dgm:pt modelId="{1810FED1-20B2-4B0D-8735-9C60594827EA}" type="pres">
      <dgm:prSet presAssocID="{10D642B9-3725-4564-BF9E-2507910EEB9F}" presName="txTwo" presStyleLbl="node2" presStyleIdx="1" presStyleCnt="2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A6B32C6A-A588-4023-B73C-F9626A2C0679}" type="pres">
      <dgm:prSet presAssocID="{10D642B9-3725-4564-BF9E-2507910EEB9F}" presName="horzTwo" presStyleCnt="0"/>
      <dgm:spPr/>
    </dgm:pt>
  </dgm:ptLst>
  <dgm:cxnLst>
    <dgm:cxn modelId="{31C742FB-2E74-4380-B811-FD2695A091DB}" type="presOf" srcId="{10D642B9-3725-4564-BF9E-2507910EEB9F}" destId="{1810FED1-20B2-4B0D-8735-9C60594827EA}" srcOrd="0" destOrd="0" presId="urn:microsoft.com/office/officeart/2005/8/layout/hierarchy4"/>
    <dgm:cxn modelId="{E79BD6D1-420B-4FFD-A0FB-044D1786A6ED}" type="presOf" srcId="{2DC5E00D-0EDF-4548-AB17-3F546DB36ABD}" destId="{64D82C36-3BB6-41E9-AF8E-7C6E88179908}" srcOrd="0" destOrd="0" presId="urn:microsoft.com/office/officeart/2005/8/layout/hierarchy4"/>
    <dgm:cxn modelId="{FAC08B15-4179-40EA-933F-797D22D8819E}" srcId="{9EA18037-FC97-4764-A2DA-D0C3CA15D9E3}" destId="{CA625D4D-0F11-4BBF-9708-8944AE0B69B1}" srcOrd="0" destOrd="0" parTransId="{BF9D2C83-23DD-48FC-AF82-F3D7EDBAC535}" sibTransId="{94D05BA8-96DF-4089-BF13-28BCB61AD390}"/>
    <dgm:cxn modelId="{3ADA6778-7F4C-40E0-B84C-954D29CAEF29}" type="presOf" srcId="{CA625D4D-0F11-4BBF-9708-8944AE0B69B1}" destId="{83F478AF-5A1F-4AD3-A492-B959C5F2B1B9}" srcOrd="0" destOrd="0" presId="urn:microsoft.com/office/officeart/2005/8/layout/hierarchy4"/>
    <dgm:cxn modelId="{42AB330A-843F-4C7A-A5B0-9F0A2405D60F}" type="presOf" srcId="{9EA18037-FC97-4764-A2DA-D0C3CA15D9E3}" destId="{15BEF268-29D7-4F7C-A6D4-B91DBDB69F3C}" srcOrd="0" destOrd="0" presId="urn:microsoft.com/office/officeart/2005/8/layout/hierarchy4"/>
    <dgm:cxn modelId="{C80D8BB5-B7AA-4C85-96C9-79BC20E0FAC2}" srcId="{CA625D4D-0F11-4BBF-9708-8944AE0B69B1}" destId="{10D642B9-3725-4564-BF9E-2507910EEB9F}" srcOrd="1" destOrd="0" parTransId="{4A4C0FB4-50B2-46F0-B89F-E3DEDF0728B3}" sibTransId="{E983F1EA-21B0-4F77-AB31-ECB50655F7F0}"/>
    <dgm:cxn modelId="{3B119E74-A6D4-4A6D-8DA9-6C7FFC243379}" srcId="{CA625D4D-0F11-4BBF-9708-8944AE0B69B1}" destId="{2DC5E00D-0EDF-4548-AB17-3F546DB36ABD}" srcOrd="0" destOrd="0" parTransId="{E03B0E1B-80F8-4AEB-A698-241E1109FB33}" sibTransId="{2C9E3A44-6808-4B64-B9EE-394A93AB7E57}"/>
    <dgm:cxn modelId="{F7999B97-9CF3-4EDD-81CC-CB2C52F2DBAA}" type="presParOf" srcId="{15BEF268-29D7-4F7C-A6D4-B91DBDB69F3C}" destId="{00F50C90-7901-4DD7-8C94-7CAB2388DE2F}" srcOrd="0" destOrd="0" presId="urn:microsoft.com/office/officeart/2005/8/layout/hierarchy4"/>
    <dgm:cxn modelId="{F156F282-C72B-4B96-8B5E-5EF72B03D253}" type="presParOf" srcId="{00F50C90-7901-4DD7-8C94-7CAB2388DE2F}" destId="{83F478AF-5A1F-4AD3-A492-B959C5F2B1B9}" srcOrd="0" destOrd="0" presId="urn:microsoft.com/office/officeart/2005/8/layout/hierarchy4"/>
    <dgm:cxn modelId="{296F2BF3-4E42-4496-976B-18A7FBFF1F51}" type="presParOf" srcId="{00F50C90-7901-4DD7-8C94-7CAB2388DE2F}" destId="{EB064775-4E91-4CBF-9957-D87495DB6D83}" srcOrd="1" destOrd="0" presId="urn:microsoft.com/office/officeart/2005/8/layout/hierarchy4"/>
    <dgm:cxn modelId="{6EF8BF0E-980D-4E34-9432-2DACFD584638}" type="presParOf" srcId="{00F50C90-7901-4DD7-8C94-7CAB2388DE2F}" destId="{CF8AC449-4D8F-46E0-A957-EBB63048E004}" srcOrd="2" destOrd="0" presId="urn:microsoft.com/office/officeart/2005/8/layout/hierarchy4"/>
    <dgm:cxn modelId="{B5572EE8-334C-4591-8C11-28036C4A7600}" type="presParOf" srcId="{CF8AC449-4D8F-46E0-A957-EBB63048E004}" destId="{984199C8-A57D-455C-9BE1-A8DB3F972FD9}" srcOrd="0" destOrd="0" presId="urn:microsoft.com/office/officeart/2005/8/layout/hierarchy4"/>
    <dgm:cxn modelId="{9BF536D5-8DC1-4BF6-A3E5-2B8AE2E442A8}" type="presParOf" srcId="{984199C8-A57D-455C-9BE1-A8DB3F972FD9}" destId="{64D82C36-3BB6-41E9-AF8E-7C6E88179908}" srcOrd="0" destOrd="0" presId="urn:microsoft.com/office/officeart/2005/8/layout/hierarchy4"/>
    <dgm:cxn modelId="{63767FE4-C16B-4818-8AA5-1B9A7B4E978D}" type="presParOf" srcId="{984199C8-A57D-455C-9BE1-A8DB3F972FD9}" destId="{4A164A91-0334-4B61-AE19-41A4830EE3F3}" srcOrd="1" destOrd="0" presId="urn:microsoft.com/office/officeart/2005/8/layout/hierarchy4"/>
    <dgm:cxn modelId="{7052A696-FF6A-4C7B-B6B9-EACEC7389292}" type="presParOf" srcId="{CF8AC449-4D8F-46E0-A957-EBB63048E004}" destId="{6222542C-C269-4B2E-A2BD-F8CC984752CF}" srcOrd="1" destOrd="0" presId="urn:microsoft.com/office/officeart/2005/8/layout/hierarchy4"/>
    <dgm:cxn modelId="{C3BE1DC6-003B-48BD-9574-385312777FCE}" type="presParOf" srcId="{CF8AC449-4D8F-46E0-A957-EBB63048E004}" destId="{A0D80C7C-973C-4562-9AC1-8554770DCB1D}" srcOrd="2" destOrd="0" presId="urn:microsoft.com/office/officeart/2005/8/layout/hierarchy4"/>
    <dgm:cxn modelId="{1E7DF274-433B-412B-B31E-F06FEFA238C4}" type="presParOf" srcId="{A0D80C7C-973C-4562-9AC1-8554770DCB1D}" destId="{1810FED1-20B2-4B0D-8735-9C60594827EA}" srcOrd="0" destOrd="0" presId="urn:microsoft.com/office/officeart/2005/8/layout/hierarchy4"/>
    <dgm:cxn modelId="{E1093862-1BB4-4A69-9627-CA463BD1D40D}" type="presParOf" srcId="{A0D80C7C-973C-4562-9AC1-8554770DCB1D}" destId="{A6B32C6A-A588-4023-B73C-F9626A2C0679}" srcOrd="1" destOrd="0" presId="urn:microsoft.com/office/officeart/2005/8/layout/hierarchy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4">
  <dgm:title val=""/>
  <dgm:desc val=""/>
  <dgm:catLst>
    <dgm:cat type="hierarchy" pri="4000"/>
    <dgm:cat type="list" pri="24000"/>
    <dgm:cat type="relationship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/>
    </dgm:varLst>
    <dgm:choose name="Name1">
      <dgm:if name="Name2" func="var" arg="dir" op="equ" val="norm">
        <dgm:alg type="lin">
          <dgm:param type="linDir" val="fromL"/>
          <dgm:param type="nodeVertAlign" val="t"/>
        </dgm:alg>
      </dgm:if>
      <dgm:else name="Name3">
        <dgm:alg type="lin">
          <dgm:param type="linDir" val="fromR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vertOne" refType="w"/>
      <dgm:constr type="w" for="des" forName="horzOne" refType="w"/>
      <dgm:constr type="w" for="des" forName="txOne" refType="w"/>
      <dgm:constr type="w" for="des" forName="vertTwo" refType="w"/>
      <dgm:constr type="w" for="des" forName="horzTwo" refType="w"/>
      <dgm:constr type="w" for="des" forName="txTwo" refType="w"/>
      <dgm:constr type="w" for="des" forName="vertThree" refType="w"/>
      <dgm:constr type="w" for="des" forName="horzThree" refType="w"/>
      <dgm:constr type="w" for="des" forName="txThree" refType="w"/>
      <dgm:constr type="w" for="des" forName="vertFour" refType="w"/>
      <dgm:constr type="w" for="des" forName="horzFour" refType="w"/>
      <dgm:constr type="w" for="des" forName="txFour" refType="w"/>
      <dgm:constr type="h" for="des" ptType="node" op="equ"/>
      <dgm:constr type="h" for="des" forName="txOne" refType="h"/>
      <dgm:constr type="userH" for="des" ptType="node" refType="h" refFor="des" refForName="txOne"/>
      <dgm:constr type="primFontSz" for="des" forName="txOne" val="65"/>
      <dgm:constr type="primFontSz" for="des" forName="txTwo" val="65"/>
      <dgm:constr type="primFontSz" for="des" forName="txTwo" refType="primFontSz" refFor="des" refForName="txOne" op="lte"/>
      <dgm:constr type="primFontSz" for="des" forName="txThree" val="65"/>
      <dgm:constr type="primFontSz" for="des" forName="txThree" refType="primFontSz" refFor="des" refForName="txOne" op="lte"/>
      <dgm:constr type="primFontSz" for="des" forName="txThree" refType="primFontSz" refFor="des" refForName="txTwo" op="lte"/>
      <dgm:constr type="primFontSz" for="des" forName="txFour" val="65"/>
      <dgm:constr type="primFontSz" for="des" forName="txFour" refType="primFontSz" refFor="des" refForName="txOne" op="lte"/>
      <dgm:constr type="primFontSz" for="des" forName="txFour" refType="primFontSz" refFor="des" refForName="txTwo" op="lte"/>
      <dgm:constr type="primFontSz" for="des" forName="txFour" refType="primFontSz" refFor="des" refForName="txThree" op="lte"/>
      <dgm:constr type="w" for="des" forName="sibSpaceOne" refType="w" fact="0.168"/>
      <dgm:constr type="w" for="des" forName="sibSpaceTwo" refType="w" refFor="des" refForName="sibSpaceOne" op="equ" fact="0.5"/>
      <dgm:constr type="w" for="des" forName="sibSpaceThree" refType="w" refFor="des" refForName="sibSpaceTwo" op="equ" fact="0.5"/>
      <dgm:constr type="w" for="des" forName="sibSpaceFour" refType="w" refFor="des" refForName="sibSpaceThree" op="equ" fact="0.5"/>
      <dgm:constr type="h" for="des" forName="parTransOne" refType="w" fact="0.056"/>
      <dgm:constr type="h" for="des" forName="parTransTwo" refType="h" refFor="des" refForName="parTransOne" op="equ"/>
      <dgm:constr type="h" for="des" forName="parTransThree" refType="h" refFor="des" refForName="parTransTwo" op="equ"/>
      <dgm:constr type="h" for="des" forName="parTransFour" refType="h" refFor="des" refForName="parTransThree" op="equ"/>
    </dgm:constrLst>
    <dgm:ruleLst/>
    <dgm:forEach name="Name4" axis="ch" ptType="node">
      <dgm:layoutNode name="vertOne">
        <dgm:alg type="lin">
          <dgm:param type="linDir" val="fromT"/>
        </dgm:alg>
        <dgm:shape xmlns:r="http://schemas.openxmlformats.org/officeDocument/2006/relationships" r:blip="">
          <dgm:adjLst/>
        </dgm:shape>
        <dgm:presOf/>
        <dgm:constrLst>
          <dgm:constr type="w" for="ch" forName="txOne" refType="w" refFor="ch" refForName="horzOne" op="gte"/>
        </dgm:constrLst>
        <dgm:ruleLst/>
        <dgm:layoutNode name="txOne" styleLbl="node0">
          <dgm:varLst>
            <dgm:chPref val="3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5">
          <dgm:if name="Name6" axis="des" ptType="node" func="cnt" op="gt" val="0">
            <dgm:layoutNode name="parTrans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if>
          <dgm:else name="Name7"/>
        </dgm:choose>
        <dgm:layoutNode name="horzOne">
          <dgm:choose name="Name8">
            <dgm:if name="Name9" func="var" arg="dir" op="equ" val="norm">
              <dgm:alg type="lin">
                <dgm:param type="linDir" val="fromL"/>
                <dgm:param type="nodeVertAlign" val="t"/>
              </dgm:alg>
            </dgm:if>
            <dgm:else name="Name10">
              <dgm:alg type="lin">
                <dgm:param type="linDir" val="fromR"/>
                <dgm:param type="nodeVertAlign" val="t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>
            <dgm:rule type="w" val="INF" fact="NaN" max="NaN"/>
          </dgm:ruleLst>
          <dgm:forEach name="Name11" axis="ch" ptType="node">
            <dgm:layoutNode name="vertTwo">
              <dgm:alg type="lin">
                <dgm:param type="linDir" val="fromT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xTwo" refType="w" refFor="ch" refForName="horzTwo" op="gte"/>
              </dgm:constrLst>
              <dgm:ruleLst/>
              <dgm:layoutNode name="txTwo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userH"/>
                  <dgm:constr type="h" refType="userH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choose name="Name12">
                <dgm:if name="Name13" axis="des" ptType="node" func="cnt" op="gt" val="0">
                  <dgm:layoutNode name="parTrans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if>
                <dgm:else name="Name14"/>
              </dgm:choose>
              <dgm:layoutNode name="horzTwo">
                <dgm:choose name="Name15">
                  <dgm:if name="Name16" func="var" arg="dir" op="equ" val="norm">
                    <dgm:alg type="lin">
                      <dgm:param type="linDir" val="fromL"/>
                      <dgm:param type="nodeVertAlign" val="t"/>
                    </dgm:alg>
                  </dgm:if>
                  <dgm:else name="Name17">
                    <dgm:alg type="lin">
                      <dgm:param type="linDir" val="fromR"/>
                      <dgm:param type="nodeVertAlign" val="t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>
                  <dgm:rule type="w" val="INF" fact="NaN" max="NaN"/>
                </dgm:ruleLst>
                <dgm:forEach name="Name18" axis="ch" ptType="node">
                  <dgm:layoutNode name="vertThree">
                    <dgm:alg type="lin">
                      <dgm:param type="linDir" val="fromT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txThree" refType="w" refFor="ch" refForName="horzThree" op="gte"/>
                    </dgm:constrLst>
                    <dgm:ruleLst/>
                    <dgm:layoutNode name="txThree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userH"/>
                        <dgm:constr type="h" refType="userH"/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choose name="Name19">
                      <dgm:if name="Name20" axis="des" ptType="node" func="cnt" op="gt" val="0">
                        <dgm:layoutNode name="parTrans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if>
                      <dgm:else name="Name21"/>
                    </dgm:choose>
                    <dgm:layoutNode name="horzThree">
                      <dgm:choose name="Name22">
                        <dgm:if name="Name23" func="var" arg="dir" op="equ" val="norm">
                          <dgm:alg type="lin">
                            <dgm:param type="linDir" val="fromL"/>
                            <dgm:param type="nodeVertAlign" val="t"/>
                          </dgm:alg>
                        </dgm:if>
                        <dgm:else name="Name24">
                          <dgm:alg type="lin">
                            <dgm:param type="linDir" val="fromR"/>
                            <dgm:param type="nodeVertAlign" val="t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>
                        <dgm:rule type="w" val="INF" fact="NaN" max="NaN"/>
                      </dgm:ruleLst>
                      <dgm:forEach name="repeat" axis="ch" ptType="node">
                        <dgm:layoutNode name="vertFour">
                          <dgm:varLst>
                            <dgm:chPref val="3"/>
                          </dgm:varLst>
                          <dgm:alg type="lin">
                            <dgm:param type="linDir" val="fromT"/>
                          </dgm:alg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w" for="ch" forName="txFour" refType="w" refFor="ch" refForName="horzFour" op="gte"/>
                          </dgm:constrLst>
                          <dgm:ruleLst/>
                          <dgm:layoutNode name="txFour">
                            <dgm:varLst>
                              <dgm:chPref val="3"/>
                            </dgm:varLst>
                            <dgm:alg type="tx"/>
                            <dgm:shape xmlns:r="http://schemas.openxmlformats.org/officeDocument/2006/relationships" type="roundRect" r:blip="">
                              <dgm:adjLst>
                                <dgm:adj idx="1" val="0.1"/>
                              </dgm:adjLst>
                            </dgm:shape>
                            <dgm:presOf axis="self"/>
                            <dgm:constrLst>
                              <dgm:constr type="userH"/>
                              <dgm:constr type="h" refType="userH"/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choose name="Name25">
                            <dgm:if name="Name26" axis="des" ptType="node" func="cnt" op="gt" val="0">
                              <dgm:layoutNode name="parTrans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if>
                            <dgm:else name="Name27"/>
                          </dgm:choose>
                          <dgm:layoutNode name="horzFour">
                            <dgm:choose name="Name28">
                              <dgm:if name="Name29" func="var" arg="dir" op="equ" val="norm">
                                <dgm:alg type="lin">
                                  <dgm:param type="linDir" val="fromL"/>
                                  <dgm:param type="nodeVertAlign" val="t"/>
                                </dgm:alg>
                              </dgm:if>
                              <dgm:else name="Name30">
                                <dgm:alg type="lin">
                                  <dgm:param type="linDir" val="fromR"/>
                                  <dgm:param type="nodeVertAlign" val="t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>
                              <dgm:rule type="w" val="INF" fact="NaN" max="NaN"/>
                            </dgm:ruleLst>
                            <dgm:forEach name="Name31" ref="repeat"/>
                          </dgm:layoutNode>
                        </dgm:layoutNode>
                        <dgm:choose name="Name32">
                          <dgm:if name="Name33" axis="self" ptType="node" func="revPos" op="gte" val="2">
                            <dgm:forEach name="Name34" axis="followSib" ptType="sibTrans" cnt="1">
                              <dgm:layoutNode name="sibSpace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forEach>
                          </dgm:if>
                          <dgm:else name="Name35"/>
                        </dgm:choose>
                      </dgm:forEach>
                    </dgm:layoutNode>
                  </dgm:layoutNode>
                  <dgm:choose name="Name36">
                    <dgm:if name="Name37" axis="self" ptType="node" func="revPos" op="gte" val="2">
                      <dgm:forEach name="Name38" axis="followSib" ptType="sibTrans" cnt="1">
                        <dgm:layoutNode name="sibSpace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forEach>
                    </dgm:if>
                    <dgm:else name="Name39"/>
                  </dgm:choose>
                </dgm:forEach>
              </dgm:layoutNode>
            </dgm:layoutNode>
            <dgm:choose name="Name40">
              <dgm:if name="Name41" axis="self" ptType="node" func="revPos" op="gte" val="2">
                <dgm:forEach name="Name42" axis="followSib" ptType="sibTrans" cnt="1">
                  <dgm:layoutNode name="sibSpace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forEach>
              </dgm:if>
              <dgm:else name="Name43"/>
            </dgm:choose>
          </dgm:forEach>
        </dgm:layoutNode>
      </dgm:layoutNode>
      <dgm:choose name="Name44">
        <dgm:if name="Name45" axis="self" ptType="node" func="revPos" op="gte" val="2">
          <dgm:forEach name="Name46" axis="followSib" ptType="sibTrans" cnt="1">
            <dgm:layoutNode name="sibSpace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if>
        <dgm:else name="Name47"/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4">
  <dgm:title val=""/>
  <dgm:desc val=""/>
  <dgm:catLst>
    <dgm:cat type="hierarchy" pri="4000"/>
    <dgm:cat type="list" pri="24000"/>
    <dgm:cat type="relationship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/>
    </dgm:varLst>
    <dgm:choose name="Name1">
      <dgm:if name="Name2" func="var" arg="dir" op="equ" val="norm">
        <dgm:alg type="lin">
          <dgm:param type="linDir" val="fromL"/>
          <dgm:param type="nodeVertAlign" val="t"/>
        </dgm:alg>
      </dgm:if>
      <dgm:else name="Name3">
        <dgm:alg type="lin">
          <dgm:param type="linDir" val="fromR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vertOne" refType="w"/>
      <dgm:constr type="w" for="des" forName="horzOne" refType="w"/>
      <dgm:constr type="w" for="des" forName="txOne" refType="w"/>
      <dgm:constr type="w" for="des" forName="vertTwo" refType="w"/>
      <dgm:constr type="w" for="des" forName="horzTwo" refType="w"/>
      <dgm:constr type="w" for="des" forName="txTwo" refType="w"/>
      <dgm:constr type="w" for="des" forName="vertThree" refType="w"/>
      <dgm:constr type="w" for="des" forName="horzThree" refType="w"/>
      <dgm:constr type="w" for="des" forName="txThree" refType="w"/>
      <dgm:constr type="w" for="des" forName="vertFour" refType="w"/>
      <dgm:constr type="w" for="des" forName="horzFour" refType="w"/>
      <dgm:constr type="w" for="des" forName="txFour" refType="w"/>
      <dgm:constr type="h" for="des" ptType="node" op="equ"/>
      <dgm:constr type="h" for="des" forName="txOne" refType="h"/>
      <dgm:constr type="userH" for="des" ptType="node" refType="h" refFor="des" refForName="txOne"/>
      <dgm:constr type="primFontSz" for="des" forName="txOne" val="65"/>
      <dgm:constr type="primFontSz" for="des" forName="txTwo" val="65"/>
      <dgm:constr type="primFontSz" for="des" forName="txTwo" refType="primFontSz" refFor="des" refForName="txOne" op="lte"/>
      <dgm:constr type="primFontSz" for="des" forName="txThree" val="65"/>
      <dgm:constr type="primFontSz" for="des" forName="txThree" refType="primFontSz" refFor="des" refForName="txOne" op="lte"/>
      <dgm:constr type="primFontSz" for="des" forName="txThree" refType="primFontSz" refFor="des" refForName="txTwo" op="lte"/>
      <dgm:constr type="primFontSz" for="des" forName="txFour" val="65"/>
      <dgm:constr type="primFontSz" for="des" forName="txFour" refType="primFontSz" refFor="des" refForName="txOne" op="lte"/>
      <dgm:constr type="primFontSz" for="des" forName="txFour" refType="primFontSz" refFor="des" refForName="txTwo" op="lte"/>
      <dgm:constr type="primFontSz" for="des" forName="txFour" refType="primFontSz" refFor="des" refForName="txThree" op="lte"/>
      <dgm:constr type="w" for="des" forName="sibSpaceOne" refType="w" fact="0.168"/>
      <dgm:constr type="w" for="des" forName="sibSpaceTwo" refType="w" refFor="des" refForName="sibSpaceOne" op="equ" fact="0.5"/>
      <dgm:constr type="w" for="des" forName="sibSpaceThree" refType="w" refFor="des" refForName="sibSpaceTwo" op="equ" fact="0.5"/>
      <dgm:constr type="w" for="des" forName="sibSpaceFour" refType="w" refFor="des" refForName="sibSpaceThree" op="equ" fact="0.5"/>
      <dgm:constr type="h" for="des" forName="parTransOne" refType="w" fact="0.056"/>
      <dgm:constr type="h" for="des" forName="parTransTwo" refType="h" refFor="des" refForName="parTransOne" op="equ"/>
      <dgm:constr type="h" for="des" forName="parTransThree" refType="h" refFor="des" refForName="parTransTwo" op="equ"/>
      <dgm:constr type="h" for="des" forName="parTransFour" refType="h" refFor="des" refForName="parTransThree" op="equ"/>
    </dgm:constrLst>
    <dgm:ruleLst/>
    <dgm:forEach name="Name4" axis="ch" ptType="node">
      <dgm:layoutNode name="vertOne">
        <dgm:alg type="lin">
          <dgm:param type="linDir" val="fromT"/>
        </dgm:alg>
        <dgm:shape xmlns:r="http://schemas.openxmlformats.org/officeDocument/2006/relationships" r:blip="">
          <dgm:adjLst/>
        </dgm:shape>
        <dgm:presOf/>
        <dgm:constrLst>
          <dgm:constr type="w" for="ch" forName="txOne" refType="w" refFor="ch" refForName="horzOne" op="gte"/>
        </dgm:constrLst>
        <dgm:ruleLst/>
        <dgm:layoutNode name="txOne" styleLbl="node0">
          <dgm:varLst>
            <dgm:chPref val="3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5">
          <dgm:if name="Name6" axis="des" ptType="node" func="cnt" op="gt" val="0">
            <dgm:layoutNode name="parTrans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if>
          <dgm:else name="Name7"/>
        </dgm:choose>
        <dgm:layoutNode name="horzOne">
          <dgm:choose name="Name8">
            <dgm:if name="Name9" func="var" arg="dir" op="equ" val="norm">
              <dgm:alg type="lin">
                <dgm:param type="linDir" val="fromL"/>
                <dgm:param type="nodeVertAlign" val="t"/>
              </dgm:alg>
            </dgm:if>
            <dgm:else name="Name10">
              <dgm:alg type="lin">
                <dgm:param type="linDir" val="fromR"/>
                <dgm:param type="nodeVertAlign" val="t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>
            <dgm:rule type="w" val="INF" fact="NaN" max="NaN"/>
          </dgm:ruleLst>
          <dgm:forEach name="Name11" axis="ch" ptType="node">
            <dgm:layoutNode name="vertTwo">
              <dgm:alg type="lin">
                <dgm:param type="linDir" val="fromT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xTwo" refType="w" refFor="ch" refForName="horzTwo" op="gte"/>
              </dgm:constrLst>
              <dgm:ruleLst/>
              <dgm:layoutNode name="txTwo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userH"/>
                  <dgm:constr type="h" refType="userH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choose name="Name12">
                <dgm:if name="Name13" axis="des" ptType="node" func="cnt" op="gt" val="0">
                  <dgm:layoutNode name="parTrans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if>
                <dgm:else name="Name14"/>
              </dgm:choose>
              <dgm:layoutNode name="horzTwo">
                <dgm:choose name="Name15">
                  <dgm:if name="Name16" func="var" arg="dir" op="equ" val="norm">
                    <dgm:alg type="lin">
                      <dgm:param type="linDir" val="fromL"/>
                      <dgm:param type="nodeVertAlign" val="t"/>
                    </dgm:alg>
                  </dgm:if>
                  <dgm:else name="Name17">
                    <dgm:alg type="lin">
                      <dgm:param type="linDir" val="fromR"/>
                      <dgm:param type="nodeVertAlign" val="t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>
                  <dgm:rule type="w" val="INF" fact="NaN" max="NaN"/>
                </dgm:ruleLst>
                <dgm:forEach name="Name18" axis="ch" ptType="node">
                  <dgm:layoutNode name="vertThree">
                    <dgm:alg type="lin">
                      <dgm:param type="linDir" val="fromT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txThree" refType="w" refFor="ch" refForName="horzThree" op="gte"/>
                    </dgm:constrLst>
                    <dgm:ruleLst/>
                    <dgm:layoutNode name="txThree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userH"/>
                        <dgm:constr type="h" refType="userH"/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choose name="Name19">
                      <dgm:if name="Name20" axis="des" ptType="node" func="cnt" op="gt" val="0">
                        <dgm:layoutNode name="parTrans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if>
                      <dgm:else name="Name21"/>
                    </dgm:choose>
                    <dgm:layoutNode name="horzThree">
                      <dgm:choose name="Name22">
                        <dgm:if name="Name23" func="var" arg="dir" op="equ" val="norm">
                          <dgm:alg type="lin">
                            <dgm:param type="linDir" val="fromL"/>
                            <dgm:param type="nodeVertAlign" val="t"/>
                          </dgm:alg>
                        </dgm:if>
                        <dgm:else name="Name24">
                          <dgm:alg type="lin">
                            <dgm:param type="linDir" val="fromR"/>
                            <dgm:param type="nodeVertAlign" val="t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>
                        <dgm:rule type="w" val="INF" fact="NaN" max="NaN"/>
                      </dgm:ruleLst>
                      <dgm:forEach name="repeat" axis="ch" ptType="node">
                        <dgm:layoutNode name="vertFour">
                          <dgm:varLst>
                            <dgm:chPref val="3"/>
                          </dgm:varLst>
                          <dgm:alg type="lin">
                            <dgm:param type="linDir" val="fromT"/>
                          </dgm:alg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w" for="ch" forName="txFour" refType="w" refFor="ch" refForName="horzFour" op="gte"/>
                          </dgm:constrLst>
                          <dgm:ruleLst/>
                          <dgm:layoutNode name="txFour">
                            <dgm:varLst>
                              <dgm:chPref val="3"/>
                            </dgm:varLst>
                            <dgm:alg type="tx"/>
                            <dgm:shape xmlns:r="http://schemas.openxmlformats.org/officeDocument/2006/relationships" type="roundRect" r:blip="">
                              <dgm:adjLst>
                                <dgm:adj idx="1" val="0.1"/>
                              </dgm:adjLst>
                            </dgm:shape>
                            <dgm:presOf axis="self"/>
                            <dgm:constrLst>
                              <dgm:constr type="userH"/>
                              <dgm:constr type="h" refType="userH"/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choose name="Name25">
                            <dgm:if name="Name26" axis="des" ptType="node" func="cnt" op="gt" val="0">
                              <dgm:layoutNode name="parTrans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if>
                            <dgm:else name="Name27"/>
                          </dgm:choose>
                          <dgm:layoutNode name="horzFour">
                            <dgm:choose name="Name28">
                              <dgm:if name="Name29" func="var" arg="dir" op="equ" val="norm">
                                <dgm:alg type="lin">
                                  <dgm:param type="linDir" val="fromL"/>
                                  <dgm:param type="nodeVertAlign" val="t"/>
                                </dgm:alg>
                              </dgm:if>
                              <dgm:else name="Name30">
                                <dgm:alg type="lin">
                                  <dgm:param type="linDir" val="fromR"/>
                                  <dgm:param type="nodeVertAlign" val="t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>
                              <dgm:rule type="w" val="INF" fact="NaN" max="NaN"/>
                            </dgm:ruleLst>
                            <dgm:forEach name="Name31" ref="repeat"/>
                          </dgm:layoutNode>
                        </dgm:layoutNode>
                        <dgm:choose name="Name32">
                          <dgm:if name="Name33" axis="self" ptType="node" func="revPos" op="gte" val="2">
                            <dgm:forEach name="Name34" axis="followSib" ptType="sibTrans" cnt="1">
                              <dgm:layoutNode name="sibSpace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forEach>
                          </dgm:if>
                          <dgm:else name="Name35"/>
                        </dgm:choose>
                      </dgm:forEach>
                    </dgm:layoutNode>
                  </dgm:layoutNode>
                  <dgm:choose name="Name36">
                    <dgm:if name="Name37" axis="self" ptType="node" func="revPos" op="gte" val="2">
                      <dgm:forEach name="Name38" axis="followSib" ptType="sibTrans" cnt="1">
                        <dgm:layoutNode name="sibSpace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forEach>
                    </dgm:if>
                    <dgm:else name="Name39"/>
                  </dgm:choose>
                </dgm:forEach>
              </dgm:layoutNode>
            </dgm:layoutNode>
            <dgm:choose name="Name40">
              <dgm:if name="Name41" axis="self" ptType="node" func="revPos" op="gte" val="2">
                <dgm:forEach name="Name42" axis="followSib" ptType="sibTrans" cnt="1">
                  <dgm:layoutNode name="sibSpace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forEach>
              </dgm:if>
              <dgm:else name="Name43"/>
            </dgm:choose>
          </dgm:forEach>
        </dgm:layoutNode>
      </dgm:layoutNode>
      <dgm:choose name="Name44">
        <dgm:if name="Name45" axis="self" ptType="node" func="revPos" op="gte" val="2">
          <dgm:forEach name="Name46" axis="followSib" ptType="sibTrans" cnt="1">
            <dgm:layoutNode name="sibSpace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if>
        <dgm:else name="Name47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BA008F-80F0-4F20-99D8-61639FF334ED}" type="datetimeFigureOut">
              <a:rPr lang="en-US" smtClean="0"/>
              <a:t>6/17/2020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9E6992-3F29-4DD2-B8FC-741F45D84E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747969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1C9C45-A13E-4274-B3AF-E4B151CB49F1}" type="datetimeFigureOut">
              <a:rPr lang="en-US" smtClean="0"/>
              <a:t>6/17/2020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820C2C-A7AD-4092-B9C5-D563384B63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89178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5f391192_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5f391192_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18707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5f391192_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35f391192_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83538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096654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5f391192_0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5f391192_0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8474524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35ed75ccf_0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g35ed75ccf_0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4756041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35ed75ccf_0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g35ed75ccf_0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0105563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5f391192_0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5f391192_0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2068844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35ed75ccf_0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g35ed75ccf_0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8812936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35ed75ccf_0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g35ed75ccf_0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3411746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g35ed75ccf_0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2" name="Google Shape;382;g35ed75ccf_0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417426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25A92-4742-4682-8747-4D8BC697126F}" type="datetimeFigureOut">
              <a:rPr lang="en-US" smtClean="0"/>
              <a:t>6/17/2020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A9932-3839-4229-9C45-CC514D38C8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23920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25A92-4742-4682-8747-4D8BC697126F}" type="datetimeFigureOut">
              <a:rPr lang="en-US" smtClean="0"/>
              <a:t>6/17/2020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A9932-3839-4229-9C45-CC514D38C8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9557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25A92-4742-4682-8747-4D8BC697126F}" type="datetimeFigureOut">
              <a:rPr lang="en-US" smtClean="0"/>
              <a:t>6/17/2020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A9932-3839-4229-9C45-CC514D38C8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47614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25A92-4742-4682-8747-4D8BC697126F}" type="datetimeFigureOut">
              <a:rPr lang="en-US" smtClean="0"/>
              <a:t>6/17/2020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A9932-3839-4229-9C45-CC514D38C8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38990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25A92-4742-4682-8747-4D8BC697126F}" type="datetimeFigureOut">
              <a:rPr lang="en-US" smtClean="0"/>
              <a:t>6/17/2020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A9932-3839-4229-9C45-CC514D38C8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1902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25A92-4742-4682-8747-4D8BC697126F}" type="datetimeFigureOut">
              <a:rPr lang="en-US" smtClean="0"/>
              <a:t>6/17/2020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A9932-3839-4229-9C45-CC514D38C8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33741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25A92-4742-4682-8747-4D8BC697126F}" type="datetimeFigureOut">
              <a:rPr lang="en-US" smtClean="0"/>
              <a:t>6/17/2020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A9932-3839-4229-9C45-CC514D38C8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42907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25A92-4742-4682-8747-4D8BC697126F}" type="datetimeFigureOut">
              <a:rPr lang="en-US" smtClean="0"/>
              <a:t>6/17/2020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A9932-3839-4229-9C45-CC514D38C8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36301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25A92-4742-4682-8747-4D8BC697126F}" type="datetimeFigureOut">
              <a:rPr lang="en-US" smtClean="0"/>
              <a:t>6/17/2020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A9932-3839-4229-9C45-CC514D38C8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0072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25A92-4742-4682-8747-4D8BC697126F}" type="datetimeFigureOut">
              <a:rPr lang="en-US" smtClean="0"/>
              <a:t>6/17/2020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A9932-3839-4229-9C45-CC514D38C8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020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25A92-4742-4682-8747-4D8BC697126F}" type="datetimeFigureOut">
              <a:rPr lang="en-US" smtClean="0"/>
              <a:t>6/17/2020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A9932-3839-4229-9C45-CC514D38C8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602382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bg>
      <p:bgPr>
        <a:gradFill>
          <a:gsLst>
            <a:gs pos="0">
              <a:schemeClr val="accent1"/>
            </a:gs>
            <a:gs pos="37000">
              <a:schemeClr val="dk2"/>
            </a:gs>
            <a:gs pos="100000">
              <a:schemeClr val="dk2"/>
            </a:gs>
          </a:gsLst>
          <a:lin ang="10800025" scaled="0"/>
        </a:gra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-11" y="-17"/>
            <a:ext cx="10281021" cy="6856029"/>
            <a:chOff x="-8" y="-13"/>
            <a:chExt cx="7710766" cy="5142022"/>
          </a:xfrm>
        </p:grpSpPr>
        <p:sp>
          <p:nvSpPr>
            <p:cNvPr id="11" name="Google Shape;11;p2"/>
            <p:cNvSpPr/>
            <p:nvPr/>
          </p:nvSpPr>
          <p:spPr>
            <a:xfrm>
              <a:off x="-8" y="-13"/>
              <a:ext cx="7710766" cy="5142022"/>
            </a:xfrm>
            <a:custGeom>
              <a:avLst/>
              <a:gdLst/>
              <a:ahLst/>
              <a:cxnLst/>
              <a:rect l="l" t="t" r="r" b="b"/>
              <a:pathLst>
                <a:path w="3427007" h="2285343" extrusionOk="0">
                  <a:moveTo>
                    <a:pt x="3264200" y="1931013"/>
                  </a:moveTo>
                  <a:cubicBezTo>
                    <a:pt x="3059555" y="1738083"/>
                    <a:pt x="2707189" y="1625228"/>
                    <a:pt x="2663923" y="1311888"/>
                  </a:cubicBezTo>
                  <a:cubicBezTo>
                    <a:pt x="2646918" y="776320"/>
                    <a:pt x="3405816" y="668129"/>
                    <a:pt x="3258554" y="0"/>
                  </a:cubicBezTo>
                  <a:lnTo>
                    <a:pt x="0" y="0"/>
                  </a:lnTo>
                  <a:lnTo>
                    <a:pt x="0" y="2285343"/>
                  </a:lnTo>
                  <a:lnTo>
                    <a:pt x="3426103" y="2285343"/>
                  </a:lnTo>
                  <a:cubicBezTo>
                    <a:pt x="3436148" y="2153964"/>
                    <a:pt x="3361302" y="2023504"/>
                    <a:pt x="3264200" y="193101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-8" y="-13"/>
              <a:ext cx="7536339" cy="5142022"/>
            </a:xfrm>
            <a:custGeom>
              <a:avLst/>
              <a:gdLst/>
              <a:ahLst/>
              <a:cxnLst/>
              <a:rect l="l" t="t" r="r" b="b"/>
              <a:pathLst>
                <a:path w="3349484" h="2285343" extrusionOk="0">
                  <a:moveTo>
                    <a:pt x="3135123" y="1986849"/>
                  </a:moveTo>
                  <a:cubicBezTo>
                    <a:pt x="3002568" y="1888315"/>
                    <a:pt x="2836659" y="1848901"/>
                    <a:pt x="2687952" y="1777628"/>
                  </a:cubicBezTo>
                  <a:cubicBezTo>
                    <a:pt x="2379377" y="1643884"/>
                    <a:pt x="2269472" y="1317800"/>
                    <a:pt x="2551129" y="1092748"/>
                  </a:cubicBezTo>
                  <a:cubicBezTo>
                    <a:pt x="2647246" y="1012409"/>
                    <a:pt x="2763520" y="961040"/>
                    <a:pt x="2873688" y="901459"/>
                  </a:cubicBezTo>
                  <a:cubicBezTo>
                    <a:pt x="3268796" y="717528"/>
                    <a:pt x="3285865" y="371278"/>
                    <a:pt x="3154688" y="0"/>
                  </a:cubicBezTo>
                  <a:lnTo>
                    <a:pt x="0" y="0"/>
                  </a:lnTo>
                  <a:lnTo>
                    <a:pt x="0" y="2285343"/>
                  </a:lnTo>
                  <a:lnTo>
                    <a:pt x="3349485" y="2285343"/>
                  </a:lnTo>
                  <a:cubicBezTo>
                    <a:pt x="3310420" y="2166169"/>
                    <a:pt x="3235575" y="2061939"/>
                    <a:pt x="3135123" y="1986849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-8" y="-13"/>
              <a:ext cx="6852517" cy="5142022"/>
            </a:xfrm>
            <a:custGeom>
              <a:avLst/>
              <a:gdLst/>
              <a:ahLst/>
              <a:cxnLst/>
              <a:rect l="l" t="t" r="r" b="b"/>
              <a:pathLst>
                <a:path w="3045563" h="2285343" extrusionOk="0">
                  <a:moveTo>
                    <a:pt x="2807574" y="2063115"/>
                  </a:moveTo>
                  <a:cubicBezTo>
                    <a:pt x="2956478" y="1994404"/>
                    <a:pt x="2840008" y="1887198"/>
                    <a:pt x="2727411" y="1875177"/>
                  </a:cubicBezTo>
                  <a:cubicBezTo>
                    <a:pt x="2250301" y="1750695"/>
                    <a:pt x="2181824" y="1070150"/>
                    <a:pt x="2624661" y="853112"/>
                  </a:cubicBezTo>
                  <a:cubicBezTo>
                    <a:pt x="2701215" y="814552"/>
                    <a:pt x="2785909" y="794451"/>
                    <a:pt x="2863446" y="757796"/>
                  </a:cubicBezTo>
                  <a:cubicBezTo>
                    <a:pt x="3297881" y="540560"/>
                    <a:pt x="2793262" y="253036"/>
                    <a:pt x="2983397" y="0"/>
                  </a:cubicBezTo>
                  <a:lnTo>
                    <a:pt x="0" y="0"/>
                  </a:lnTo>
                  <a:lnTo>
                    <a:pt x="0" y="2285343"/>
                  </a:lnTo>
                  <a:lnTo>
                    <a:pt x="2681190" y="2285343"/>
                  </a:lnTo>
                  <a:cubicBezTo>
                    <a:pt x="2683685" y="2196596"/>
                    <a:pt x="2730299" y="2108047"/>
                    <a:pt x="2807574" y="2063115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-8" y="-13"/>
              <a:ext cx="6478551" cy="5142022"/>
            </a:xfrm>
            <a:custGeom>
              <a:avLst/>
              <a:gdLst/>
              <a:ahLst/>
              <a:cxnLst/>
              <a:rect l="l" t="t" r="r" b="b"/>
              <a:pathLst>
                <a:path w="2879356" h="2285343" extrusionOk="0">
                  <a:moveTo>
                    <a:pt x="2483636" y="1975748"/>
                  </a:moveTo>
                  <a:cubicBezTo>
                    <a:pt x="2425729" y="1949472"/>
                    <a:pt x="2357974" y="1946319"/>
                    <a:pt x="2304203" y="1912292"/>
                  </a:cubicBezTo>
                  <a:cubicBezTo>
                    <a:pt x="2200338" y="1846602"/>
                    <a:pt x="2149981" y="1693020"/>
                    <a:pt x="2194297" y="1578391"/>
                  </a:cubicBezTo>
                  <a:cubicBezTo>
                    <a:pt x="2362898" y="1262161"/>
                    <a:pt x="2082226" y="851863"/>
                    <a:pt x="2213994" y="698938"/>
                  </a:cubicBezTo>
                  <a:cubicBezTo>
                    <a:pt x="2289890" y="640671"/>
                    <a:pt x="2476086" y="701106"/>
                    <a:pt x="2569840" y="720484"/>
                  </a:cubicBezTo>
                  <a:cubicBezTo>
                    <a:pt x="3121795" y="827427"/>
                    <a:pt x="2785252" y="260657"/>
                    <a:pt x="2696422" y="0"/>
                  </a:cubicBezTo>
                  <a:lnTo>
                    <a:pt x="0" y="0"/>
                  </a:lnTo>
                  <a:lnTo>
                    <a:pt x="0" y="2285343"/>
                  </a:lnTo>
                  <a:lnTo>
                    <a:pt x="2605819" y="2285343"/>
                  </a:lnTo>
                  <a:cubicBezTo>
                    <a:pt x="2646787" y="2172291"/>
                    <a:pt x="2595314" y="2026460"/>
                    <a:pt x="2483636" y="197574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-8" y="-13"/>
              <a:ext cx="6272190" cy="5142022"/>
            </a:xfrm>
            <a:custGeom>
              <a:avLst/>
              <a:gdLst/>
              <a:ahLst/>
              <a:cxnLst/>
              <a:rect l="l" t="t" r="r" b="b"/>
              <a:pathLst>
                <a:path w="2787640" h="2285343" extrusionOk="0">
                  <a:moveTo>
                    <a:pt x="2551129" y="2165460"/>
                  </a:moveTo>
                  <a:cubicBezTo>
                    <a:pt x="2474839" y="1961822"/>
                    <a:pt x="2182086" y="2092478"/>
                    <a:pt x="2041192" y="1984090"/>
                  </a:cubicBezTo>
                  <a:cubicBezTo>
                    <a:pt x="1755530" y="1606309"/>
                    <a:pt x="2254765" y="1476178"/>
                    <a:pt x="2067125" y="765219"/>
                  </a:cubicBezTo>
                  <a:cubicBezTo>
                    <a:pt x="2053010" y="702617"/>
                    <a:pt x="2051631" y="620702"/>
                    <a:pt x="2107765" y="589762"/>
                  </a:cubicBezTo>
                  <a:cubicBezTo>
                    <a:pt x="2139214" y="572223"/>
                    <a:pt x="2178081" y="579120"/>
                    <a:pt x="2213403" y="586543"/>
                  </a:cubicBezTo>
                  <a:cubicBezTo>
                    <a:pt x="2363423" y="609994"/>
                    <a:pt x="2512983" y="669378"/>
                    <a:pt x="2665433" y="663991"/>
                  </a:cubicBezTo>
                  <a:cubicBezTo>
                    <a:pt x="2829568" y="636467"/>
                    <a:pt x="2809872" y="484724"/>
                    <a:pt x="2714805" y="382445"/>
                  </a:cubicBezTo>
                  <a:cubicBezTo>
                    <a:pt x="2614157" y="255007"/>
                    <a:pt x="2513443" y="127523"/>
                    <a:pt x="2412795" y="0"/>
                  </a:cubicBezTo>
                  <a:lnTo>
                    <a:pt x="0" y="0"/>
                  </a:lnTo>
                  <a:lnTo>
                    <a:pt x="0" y="2285343"/>
                  </a:lnTo>
                  <a:lnTo>
                    <a:pt x="2536094" y="2285343"/>
                  </a:lnTo>
                  <a:cubicBezTo>
                    <a:pt x="2555134" y="2247966"/>
                    <a:pt x="2563012" y="2205202"/>
                    <a:pt x="2551129" y="216546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-8" y="-13"/>
              <a:ext cx="5978795" cy="5142022"/>
            </a:xfrm>
            <a:custGeom>
              <a:avLst/>
              <a:gdLst/>
              <a:ahLst/>
              <a:cxnLst/>
              <a:rect l="l" t="t" r="r" b="b"/>
              <a:pathLst>
                <a:path w="2657242" h="2285343" extrusionOk="0">
                  <a:moveTo>
                    <a:pt x="2007248" y="2113499"/>
                  </a:moveTo>
                  <a:cubicBezTo>
                    <a:pt x="1570122" y="1477098"/>
                    <a:pt x="2433082" y="1775854"/>
                    <a:pt x="2003441" y="835244"/>
                  </a:cubicBezTo>
                  <a:cubicBezTo>
                    <a:pt x="1977901" y="745052"/>
                    <a:pt x="1922620" y="648094"/>
                    <a:pt x="1965558" y="564800"/>
                  </a:cubicBezTo>
                  <a:cubicBezTo>
                    <a:pt x="2004426" y="489322"/>
                    <a:pt x="2106518" y="470798"/>
                    <a:pt x="2189570" y="488337"/>
                  </a:cubicBezTo>
                  <a:cubicBezTo>
                    <a:pt x="2272623" y="505876"/>
                    <a:pt x="2348716" y="549428"/>
                    <a:pt x="2432491" y="564274"/>
                  </a:cubicBezTo>
                  <a:cubicBezTo>
                    <a:pt x="2646524" y="602374"/>
                    <a:pt x="2740016" y="398211"/>
                    <a:pt x="2567739" y="263810"/>
                  </a:cubicBezTo>
                  <a:cubicBezTo>
                    <a:pt x="2468142" y="185967"/>
                    <a:pt x="2311687" y="141430"/>
                    <a:pt x="2287855" y="0"/>
                  </a:cubicBezTo>
                  <a:lnTo>
                    <a:pt x="0" y="0"/>
                  </a:lnTo>
                  <a:lnTo>
                    <a:pt x="0" y="2285343"/>
                  </a:lnTo>
                  <a:lnTo>
                    <a:pt x="2023268" y="2285343"/>
                  </a:lnTo>
                  <a:cubicBezTo>
                    <a:pt x="2055570" y="2233645"/>
                    <a:pt x="2039156" y="2165000"/>
                    <a:pt x="2007248" y="211349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" name="Google Shape;17;p2"/>
          <p:cNvSpPr txBox="1">
            <a:spLocks noGrp="1"/>
          </p:cNvSpPr>
          <p:nvPr>
            <p:ph type="ctrTitle"/>
          </p:nvPr>
        </p:nvSpPr>
        <p:spPr>
          <a:xfrm>
            <a:off x="914400" y="878100"/>
            <a:ext cx="4826800" cy="5101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64966451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Quote">
    <p:bg>
      <p:bgPr>
        <a:gradFill>
          <a:gsLst>
            <a:gs pos="0">
              <a:schemeClr val="accent1"/>
            </a:gs>
            <a:gs pos="78000">
              <a:schemeClr val="dk2"/>
            </a:gs>
            <a:gs pos="100000">
              <a:schemeClr val="dk2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oogle Shape;29;p4"/>
          <p:cNvGrpSpPr/>
          <p:nvPr/>
        </p:nvGrpSpPr>
        <p:grpSpPr>
          <a:xfrm>
            <a:off x="-20" y="-16"/>
            <a:ext cx="12192000" cy="6857013"/>
            <a:chOff x="-15" y="-12"/>
            <a:chExt cx="9144000" cy="5142760"/>
          </a:xfrm>
        </p:grpSpPr>
        <p:sp>
          <p:nvSpPr>
            <p:cNvPr id="30" name="Google Shape;30;p4"/>
            <p:cNvSpPr/>
            <p:nvPr/>
          </p:nvSpPr>
          <p:spPr>
            <a:xfrm>
              <a:off x="-15" y="-12"/>
              <a:ext cx="9144000" cy="5142022"/>
            </a:xfrm>
            <a:custGeom>
              <a:avLst/>
              <a:gdLst/>
              <a:ahLst/>
              <a:cxnLst/>
              <a:rect l="l" t="t" r="r" b="b"/>
              <a:pathLst>
                <a:path w="4064000" h="2285343" extrusionOk="0">
                  <a:moveTo>
                    <a:pt x="0" y="0"/>
                  </a:moveTo>
                  <a:lnTo>
                    <a:pt x="0" y="2285343"/>
                  </a:lnTo>
                  <a:lnTo>
                    <a:pt x="4064000" y="2285343"/>
                  </a:lnTo>
                  <a:lnTo>
                    <a:pt x="4064000" y="0"/>
                  </a:lnTo>
                  <a:close/>
                  <a:moveTo>
                    <a:pt x="3082140" y="1095966"/>
                  </a:moveTo>
                  <a:cubicBezTo>
                    <a:pt x="3009920" y="1483535"/>
                    <a:pt x="2684604" y="1652423"/>
                    <a:pt x="2340247" y="1756870"/>
                  </a:cubicBezTo>
                  <a:cubicBezTo>
                    <a:pt x="2062726" y="1889038"/>
                    <a:pt x="1710754" y="2209274"/>
                    <a:pt x="1410451" y="1968719"/>
                  </a:cubicBezTo>
                  <a:cubicBezTo>
                    <a:pt x="1225437" y="1799240"/>
                    <a:pt x="1294637" y="1499038"/>
                    <a:pt x="1163131" y="1300130"/>
                  </a:cubicBezTo>
                  <a:cubicBezTo>
                    <a:pt x="1007925" y="1131044"/>
                    <a:pt x="934129" y="954405"/>
                    <a:pt x="1065241" y="739731"/>
                  </a:cubicBezTo>
                  <a:cubicBezTo>
                    <a:pt x="1141071" y="619191"/>
                    <a:pt x="1267193" y="537210"/>
                    <a:pt x="1400931" y="488403"/>
                  </a:cubicBezTo>
                  <a:cubicBezTo>
                    <a:pt x="1570582" y="433092"/>
                    <a:pt x="1749227" y="457725"/>
                    <a:pt x="1892025" y="340141"/>
                  </a:cubicBezTo>
                  <a:cubicBezTo>
                    <a:pt x="2028520" y="295144"/>
                    <a:pt x="2144860" y="404583"/>
                    <a:pt x="2263825" y="452602"/>
                  </a:cubicBezTo>
                  <a:cubicBezTo>
                    <a:pt x="2464399" y="532086"/>
                    <a:pt x="2709749" y="457791"/>
                    <a:pt x="2894895" y="568544"/>
                  </a:cubicBezTo>
                  <a:cubicBezTo>
                    <a:pt x="3071701" y="674370"/>
                    <a:pt x="3124422" y="904546"/>
                    <a:pt x="3082140" y="109596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" name="Google Shape;31;p4"/>
            <p:cNvSpPr/>
            <p:nvPr/>
          </p:nvSpPr>
          <p:spPr>
            <a:xfrm>
              <a:off x="-15" y="-12"/>
              <a:ext cx="9144000" cy="5142022"/>
            </a:xfrm>
            <a:custGeom>
              <a:avLst/>
              <a:gdLst/>
              <a:ahLst/>
              <a:cxnLst/>
              <a:rect l="l" t="t" r="r" b="b"/>
              <a:pathLst>
                <a:path w="4064000" h="2285343" extrusionOk="0">
                  <a:moveTo>
                    <a:pt x="0" y="0"/>
                  </a:moveTo>
                  <a:lnTo>
                    <a:pt x="0" y="2285343"/>
                  </a:lnTo>
                  <a:lnTo>
                    <a:pt x="4064000" y="2285343"/>
                  </a:lnTo>
                  <a:lnTo>
                    <a:pt x="4064000" y="0"/>
                  </a:lnTo>
                  <a:close/>
                  <a:moveTo>
                    <a:pt x="2928181" y="1644672"/>
                  </a:moveTo>
                  <a:cubicBezTo>
                    <a:pt x="2752031" y="1744652"/>
                    <a:pt x="2539574" y="1757330"/>
                    <a:pt x="2353575" y="1837405"/>
                  </a:cubicBezTo>
                  <a:cubicBezTo>
                    <a:pt x="2238351" y="1887067"/>
                    <a:pt x="2135800" y="1961427"/>
                    <a:pt x="2027667" y="2025015"/>
                  </a:cubicBezTo>
                  <a:cubicBezTo>
                    <a:pt x="1831098" y="2157840"/>
                    <a:pt x="1492781" y="2223332"/>
                    <a:pt x="1363048" y="1974828"/>
                  </a:cubicBezTo>
                  <a:cubicBezTo>
                    <a:pt x="1295031" y="1831362"/>
                    <a:pt x="1366725" y="1645657"/>
                    <a:pt x="1283213" y="1510665"/>
                  </a:cubicBezTo>
                  <a:cubicBezTo>
                    <a:pt x="1230296" y="1425269"/>
                    <a:pt x="1129385" y="1384410"/>
                    <a:pt x="1051782" y="1320165"/>
                  </a:cubicBezTo>
                  <a:cubicBezTo>
                    <a:pt x="821992" y="1139256"/>
                    <a:pt x="837289" y="755825"/>
                    <a:pt x="1081129" y="594097"/>
                  </a:cubicBezTo>
                  <a:cubicBezTo>
                    <a:pt x="1196287" y="513825"/>
                    <a:pt x="1340398" y="491227"/>
                    <a:pt x="1474530" y="449580"/>
                  </a:cubicBezTo>
                  <a:cubicBezTo>
                    <a:pt x="1963063" y="306639"/>
                    <a:pt x="1790195" y="86842"/>
                    <a:pt x="2168495" y="320828"/>
                  </a:cubicBezTo>
                  <a:cubicBezTo>
                    <a:pt x="2375700" y="414830"/>
                    <a:pt x="2611268" y="397422"/>
                    <a:pt x="2823988" y="466462"/>
                  </a:cubicBezTo>
                  <a:cubicBezTo>
                    <a:pt x="3336485" y="633839"/>
                    <a:pt x="3403715" y="1390190"/>
                    <a:pt x="2928181" y="1644672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" name="Google Shape;32;p4"/>
            <p:cNvSpPr/>
            <p:nvPr/>
          </p:nvSpPr>
          <p:spPr>
            <a:xfrm>
              <a:off x="-15" y="-12"/>
              <a:ext cx="9144000" cy="5142760"/>
            </a:xfrm>
            <a:custGeom>
              <a:avLst/>
              <a:gdLst/>
              <a:ahLst/>
              <a:cxnLst/>
              <a:rect l="l" t="t" r="r" b="b"/>
              <a:pathLst>
                <a:path w="4064000" h="2285671" extrusionOk="0">
                  <a:moveTo>
                    <a:pt x="0" y="0"/>
                  </a:moveTo>
                  <a:lnTo>
                    <a:pt x="0" y="2285343"/>
                  </a:lnTo>
                  <a:lnTo>
                    <a:pt x="1470656" y="2285343"/>
                  </a:lnTo>
                  <a:cubicBezTo>
                    <a:pt x="1204690" y="2184378"/>
                    <a:pt x="1192479" y="1951180"/>
                    <a:pt x="1261088" y="1710493"/>
                  </a:cubicBezTo>
                  <a:cubicBezTo>
                    <a:pt x="1271330" y="1635344"/>
                    <a:pt x="1261088" y="1550013"/>
                    <a:pt x="1204165" y="1499761"/>
                  </a:cubicBezTo>
                  <a:cubicBezTo>
                    <a:pt x="1167793" y="1467507"/>
                    <a:pt x="1118814" y="1455157"/>
                    <a:pt x="1073448" y="1437290"/>
                  </a:cubicBezTo>
                  <a:cubicBezTo>
                    <a:pt x="859283" y="1352550"/>
                    <a:pt x="718586" y="1111732"/>
                    <a:pt x="749903" y="883395"/>
                  </a:cubicBezTo>
                  <a:cubicBezTo>
                    <a:pt x="781220" y="655057"/>
                    <a:pt x="981532" y="461076"/>
                    <a:pt x="1210665" y="437165"/>
                  </a:cubicBezTo>
                  <a:cubicBezTo>
                    <a:pt x="1329893" y="424749"/>
                    <a:pt x="1459298" y="444982"/>
                    <a:pt x="1559946" y="379949"/>
                  </a:cubicBezTo>
                  <a:cubicBezTo>
                    <a:pt x="1685083" y="299019"/>
                    <a:pt x="1663286" y="117190"/>
                    <a:pt x="1869834" y="106680"/>
                  </a:cubicBezTo>
                  <a:cubicBezTo>
                    <a:pt x="2081175" y="95644"/>
                    <a:pt x="2338737" y="351308"/>
                    <a:pt x="2756167" y="384350"/>
                  </a:cubicBezTo>
                  <a:cubicBezTo>
                    <a:pt x="2901919" y="395911"/>
                    <a:pt x="3039793" y="478024"/>
                    <a:pt x="3144840" y="580302"/>
                  </a:cubicBezTo>
                  <a:cubicBezTo>
                    <a:pt x="3559644" y="1035335"/>
                    <a:pt x="3159810" y="1809684"/>
                    <a:pt x="2608839" y="1934166"/>
                  </a:cubicBezTo>
                  <a:cubicBezTo>
                    <a:pt x="2494863" y="1963070"/>
                    <a:pt x="2375175" y="1970887"/>
                    <a:pt x="2263629" y="2009052"/>
                  </a:cubicBezTo>
                  <a:cubicBezTo>
                    <a:pt x="2066009" y="2076122"/>
                    <a:pt x="1907323" y="2233448"/>
                    <a:pt x="1702678" y="2285672"/>
                  </a:cubicBezTo>
                  <a:lnTo>
                    <a:pt x="4064000" y="2285672"/>
                  </a:lnTo>
                  <a:lnTo>
                    <a:pt x="406400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" name="Google Shape;33;p4"/>
            <p:cNvSpPr/>
            <p:nvPr/>
          </p:nvSpPr>
          <p:spPr>
            <a:xfrm>
              <a:off x="-15" y="-12"/>
              <a:ext cx="9144000" cy="5142022"/>
            </a:xfrm>
            <a:custGeom>
              <a:avLst/>
              <a:gdLst/>
              <a:ahLst/>
              <a:cxnLst/>
              <a:rect l="l" t="t" r="r" b="b"/>
              <a:pathLst>
                <a:path w="4064000" h="2285343" extrusionOk="0">
                  <a:moveTo>
                    <a:pt x="0" y="0"/>
                  </a:moveTo>
                  <a:lnTo>
                    <a:pt x="0" y="2285343"/>
                  </a:lnTo>
                  <a:lnTo>
                    <a:pt x="1416163" y="2285343"/>
                  </a:lnTo>
                  <a:cubicBezTo>
                    <a:pt x="1016131" y="2089260"/>
                    <a:pt x="1245462" y="1851791"/>
                    <a:pt x="1134375" y="1571953"/>
                  </a:cubicBezTo>
                  <a:cubicBezTo>
                    <a:pt x="1082245" y="1479988"/>
                    <a:pt x="974900" y="1438932"/>
                    <a:pt x="887646" y="1379746"/>
                  </a:cubicBezTo>
                  <a:cubicBezTo>
                    <a:pt x="644725" y="1237790"/>
                    <a:pt x="576970" y="844243"/>
                    <a:pt x="798356" y="660378"/>
                  </a:cubicBezTo>
                  <a:cubicBezTo>
                    <a:pt x="1191231" y="477761"/>
                    <a:pt x="1102598" y="589959"/>
                    <a:pt x="1414653" y="229454"/>
                  </a:cubicBezTo>
                  <a:cubicBezTo>
                    <a:pt x="1579183" y="67398"/>
                    <a:pt x="1821709" y="34618"/>
                    <a:pt x="2050515" y="52814"/>
                  </a:cubicBezTo>
                  <a:cubicBezTo>
                    <a:pt x="2243013" y="68120"/>
                    <a:pt x="2368281" y="221046"/>
                    <a:pt x="2554608" y="260788"/>
                  </a:cubicBezTo>
                  <a:cubicBezTo>
                    <a:pt x="2689462" y="289560"/>
                    <a:pt x="2831538" y="284962"/>
                    <a:pt x="2960483" y="339287"/>
                  </a:cubicBezTo>
                  <a:cubicBezTo>
                    <a:pt x="3426629" y="523218"/>
                    <a:pt x="3494318" y="1497133"/>
                    <a:pt x="3143658" y="1800356"/>
                  </a:cubicBezTo>
                  <a:cubicBezTo>
                    <a:pt x="3081681" y="1850543"/>
                    <a:pt x="3007557" y="1882797"/>
                    <a:pt x="2934418" y="1914459"/>
                  </a:cubicBezTo>
                  <a:cubicBezTo>
                    <a:pt x="2621642" y="2045838"/>
                    <a:pt x="2314051" y="2199487"/>
                    <a:pt x="1985254" y="2285343"/>
                  </a:cubicBezTo>
                  <a:lnTo>
                    <a:pt x="4064000" y="2285343"/>
                  </a:lnTo>
                  <a:lnTo>
                    <a:pt x="406400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" name="Google Shape;34;p4"/>
            <p:cNvSpPr/>
            <p:nvPr/>
          </p:nvSpPr>
          <p:spPr>
            <a:xfrm>
              <a:off x="5408537" y="-12"/>
              <a:ext cx="3735448" cy="5142022"/>
            </a:xfrm>
            <a:custGeom>
              <a:avLst/>
              <a:gdLst/>
              <a:ahLst/>
              <a:cxnLst/>
              <a:rect l="l" t="t" r="r" b="b"/>
              <a:pathLst>
                <a:path w="1660199" h="2285343" extrusionOk="0">
                  <a:moveTo>
                    <a:pt x="12277" y="0"/>
                  </a:moveTo>
                  <a:cubicBezTo>
                    <a:pt x="549133" y="201339"/>
                    <a:pt x="949098" y="345528"/>
                    <a:pt x="1082901" y="960974"/>
                  </a:cubicBezTo>
                  <a:cubicBezTo>
                    <a:pt x="1153480" y="1137745"/>
                    <a:pt x="1237780" y="1246921"/>
                    <a:pt x="1196090" y="1454435"/>
                  </a:cubicBezTo>
                  <a:cubicBezTo>
                    <a:pt x="1161162" y="1696304"/>
                    <a:pt x="946604" y="1836289"/>
                    <a:pt x="738676" y="1927860"/>
                  </a:cubicBezTo>
                  <a:lnTo>
                    <a:pt x="0" y="2285343"/>
                  </a:lnTo>
                  <a:lnTo>
                    <a:pt x="1660200" y="2285343"/>
                  </a:lnTo>
                  <a:lnTo>
                    <a:pt x="166020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" name="Google Shape;35;p4"/>
            <p:cNvSpPr/>
            <p:nvPr/>
          </p:nvSpPr>
          <p:spPr>
            <a:xfrm>
              <a:off x="6171372" y="-12"/>
              <a:ext cx="2972610" cy="5142317"/>
            </a:xfrm>
            <a:custGeom>
              <a:avLst/>
              <a:gdLst/>
              <a:ahLst/>
              <a:cxnLst/>
              <a:rect l="l" t="t" r="r" b="b"/>
              <a:pathLst>
                <a:path w="1321160" h="2285474" extrusionOk="0">
                  <a:moveTo>
                    <a:pt x="1321161" y="0"/>
                  </a:moveTo>
                  <a:lnTo>
                    <a:pt x="0" y="0"/>
                  </a:lnTo>
                  <a:cubicBezTo>
                    <a:pt x="438374" y="300136"/>
                    <a:pt x="961113" y="748862"/>
                    <a:pt x="991970" y="1313268"/>
                  </a:cubicBezTo>
                  <a:cubicBezTo>
                    <a:pt x="960391" y="1723828"/>
                    <a:pt x="665340" y="2083873"/>
                    <a:pt x="318226" y="2285475"/>
                  </a:cubicBezTo>
                  <a:lnTo>
                    <a:pt x="1321161" y="2285475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" name="Google Shape;36;p4"/>
            <p:cNvSpPr/>
            <p:nvPr/>
          </p:nvSpPr>
          <p:spPr>
            <a:xfrm>
              <a:off x="-15" y="-12"/>
              <a:ext cx="3691132" cy="5142022"/>
            </a:xfrm>
            <a:custGeom>
              <a:avLst/>
              <a:gdLst/>
              <a:ahLst/>
              <a:cxnLst/>
              <a:rect l="l" t="t" r="r" b="b"/>
              <a:pathLst>
                <a:path w="1640503" h="2285343" extrusionOk="0">
                  <a:moveTo>
                    <a:pt x="962295" y="2241265"/>
                  </a:moveTo>
                  <a:cubicBezTo>
                    <a:pt x="959603" y="1786562"/>
                    <a:pt x="1193923" y="1717653"/>
                    <a:pt x="698693" y="1419356"/>
                  </a:cubicBezTo>
                  <a:cubicBezTo>
                    <a:pt x="447303" y="1226032"/>
                    <a:pt x="409814" y="829857"/>
                    <a:pt x="619908" y="592652"/>
                  </a:cubicBezTo>
                  <a:cubicBezTo>
                    <a:pt x="713925" y="482688"/>
                    <a:pt x="844971" y="412334"/>
                    <a:pt x="972734" y="344608"/>
                  </a:cubicBezTo>
                  <a:cubicBezTo>
                    <a:pt x="1195499" y="230505"/>
                    <a:pt x="1411830" y="101556"/>
                    <a:pt x="1640504" y="0"/>
                  </a:cubicBezTo>
                  <a:lnTo>
                    <a:pt x="0" y="0"/>
                  </a:lnTo>
                  <a:lnTo>
                    <a:pt x="0" y="2285343"/>
                  </a:lnTo>
                  <a:lnTo>
                    <a:pt x="973587" y="2285343"/>
                  </a:lnTo>
                  <a:cubicBezTo>
                    <a:pt x="968722" y="2270957"/>
                    <a:pt x="964947" y="2256223"/>
                    <a:pt x="962295" y="2241265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" name="Google Shape;37;p4"/>
            <p:cNvSpPr/>
            <p:nvPr/>
          </p:nvSpPr>
          <p:spPr>
            <a:xfrm>
              <a:off x="-15" y="-12"/>
              <a:ext cx="2881318" cy="5142022"/>
            </a:xfrm>
            <a:custGeom>
              <a:avLst/>
              <a:gdLst/>
              <a:ahLst/>
              <a:cxnLst/>
              <a:rect l="l" t="t" r="r" b="b"/>
              <a:pathLst>
                <a:path w="1280586" h="2285343" extrusionOk="0">
                  <a:moveTo>
                    <a:pt x="814113" y="2168153"/>
                  </a:moveTo>
                  <a:cubicBezTo>
                    <a:pt x="750954" y="1388022"/>
                    <a:pt x="-112400" y="736578"/>
                    <a:pt x="1008121" y="209813"/>
                  </a:cubicBezTo>
                  <a:cubicBezTo>
                    <a:pt x="1135294" y="165669"/>
                    <a:pt x="1259183" y="161202"/>
                    <a:pt x="1280587" y="0"/>
                  </a:cubicBezTo>
                  <a:lnTo>
                    <a:pt x="0" y="0"/>
                  </a:lnTo>
                  <a:lnTo>
                    <a:pt x="0" y="2285343"/>
                  </a:lnTo>
                  <a:lnTo>
                    <a:pt x="838274" y="2285343"/>
                  </a:lnTo>
                  <a:cubicBezTo>
                    <a:pt x="821880" y="2248478"/>
                    <a:pt x="813640" y="2208499"/>
                    <a:pt x="814113" y="216815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8" name="Google Shape;38;p4"/>
          <p:cNvSpPr txBox="1">
            <a:spLocks noGrp="1"/>
          </p:cNvSpPr>
          <p:nvPr>
            <p:ph type="body" idx="1"/>
          </p:nvPr>
        </p:nvSpPr>
        <p:spPr>
          <a:xfrm>
            <a:off x="3590800" y="2882400"/>
            <a:ext cx="5010800" cy="1093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marL="609585" lvl="0" indent="-474121" algn="ctr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000"/>
              <a:buChar char="●"/>
              <a:defRPr sz="2667">
                <a:solidFill>
                  <a:schemeClr val="lt1"/>
                </a:solidFill>
              </a:defRPr>
            </a:lvl1pPr>
            <a:lvl2pPr marL="1219170" lvl="1" indent="-47412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○"/>
              <a:defRPr sz="2667">
                <a:solidFill>
                  <a:schemeClr val="lt1"/>
                </a:solidFill>
              </a:defRPr>
            </a:lvl2pPr>
            <a:lvl3pPr marL="1828754" lvl="2" indent="-47412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■"/>
              <a:defRPr sz="2667">
                <a:solidFill>
                  <a:schemeClr val="lt1"/>
                </a:solidFill>
              </a:defRPr>
            </a:lvl3pPr>
            <a:lvl4pPr marL="2438339" lvl="3" indent="-47412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●"/>
              <a:defRPr sz="2667">
                <a:solidFill>
                  <a:schemeClr val="lt1"/>
                </a:solidFill>
              </a:defRPr>
            </a:lvl4pPr>
            <a:lvl5pPr marL="3047924" lvl="4" indent="-47412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○"/>
              <a:defRPr sz="2667">
                <a:solidFill>
                  <a:schemeClr val="lt1"/>
                </a:solidFill>
              </a:defRPr>
            </a:lvl5pPr>
            <a:lvl6pPr marL="3657509" lvl="5" indent="-47412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■"/>
              <a:defRPr sz="2667">
                <a:solidFill>
                  <a:schemeClr val="lt1"/>
                </a:solidFill>
              </a:defRPr>
            </a:lvl6pPr>
            <a:lvl7pPr marL="4267093" lvl="6" indent="-47412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●"/>
              <a:defRPr sz="2667">
                <a:solidFill>
                  <a:schemeClr val="lt1"/>
                </a:solidFill>
              </a:defRPr>
            </a:lvl7pPr>
            <a:lvl8pPr marL="4876678" lvl="7" indent="-47412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○"/>
              <a:defRPr sz="2667">
                <a:solidFill>
                  <a:schemeClr val="lt1"/>
                </a:solidFill>
              </a:defRPr>
            </a:lvl8pPr>
            <a:lvl9pPr marL="5486263" lvl="8" indent="-47412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■"/>
              <a:defRPr sz="2667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9" name="Google Shape;39;p4"/>
          <p:cNvSpPr txBox="1"/>
          <p:nvPr/>
        </p:nvSpPr>
        <p:spPr>
          <a:xfrm>
            <a:off x="4791200" y="940225"/>
            <a:ext cx="2609600" cy="871600"/>
          </a:xfrm>
          <a:prstGeom prst="rect">
            <a:avLst/>
          </a:prstGeom>
          <a:noFill/>
          <a:ln>
            <a:noFill/>
          </a:ln>
          <a:effectLst>
            <a:outerShdw blurRad="142875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0" tIns="0" rIns="0" bIns="0" anchor="t" anchorCtr="0">
            <a:noAutofit/>
          </a:bodyPr>
          <a:lstStyle/>
          <a:p>
            <a:pPr algn="ctr">
              <a:buClr>
                <a:srgbClr val="000000"/>
              </a:buClr>
              <a:buFont typeface="Arial"/>
              <a:buNone/>
            </a:pPr>
            <a:r>
              <a:rPr lang="en" sz="12800" kern="0">
                <a:solidFill>
                  <a:srgbClr val="F97830"/>
                </a:solidFill>
                <a:latin typeface="Kulim Park"/>
                <a:ea typeface="Kulim Park"/>
                <a:cs typeface="Kulim Park"/>
                <a:sym typeface="Kulim Park"/>
              </a:rPr>
              <a:t>“</a:t>
            </a:r>
            <a:endParaRPr sz="12800" kern="0">
              <a:solidFill>
                <a:srgbClr val="F97830"/>
              </a:solidFill>
              <a:latin typeface="Kulim Park"/>
              <a:ea typeface="Kulim Park"/>
              <a:cs typeface="Kulim Park"/>
              <a:sym typeface="Kulim Park"/>
            </a:endParaRPr>
          </a:p>
        </p:txBody>
      </p:sp>
      <p:sp>
        <p:nvSpPr>
          <p:cNvPr id="40" name="Google Shape;40;p4"/>
          <p:cNvSpPr txBox="1">
            <a:spLocks noGrp="1"/>
          </p:cNvSpPr>
          <p:nvPr>
            <p:ph type="sldNum" idx="12"/>
          </p:nvPr>
        </p:nvSpPr>
        <p:spPr>
          <a:xfrm>
            <a:off x="11307445" y="6333135"/>
            <a:ext cx="731600" cy="524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n">
                <a:solidFill>
                  <a:srgbClr val="CE0063"/>
                </a:solidFill>
              </a:rPr>
              <a:pPr/>
              <a:t>‹#›</a:t>
            </a:fld>
            <a:endParaRPr>
              <a:solidFill>
                <a:srgbClr val="CE006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8206361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" type="tx">
  <p:cSld name="Title + 1 column">
    <p:bg>
      <p:bgPr>
        <a:gradFill>
          <a:gsLst>
            <a:gs pos="0">
              <a:schemeClr val="accent1"/>
            </a:gs>
            <a:gs pos="50000">
              <a:schemeClr val="dk2"/>
            </a:gs>
            <a:gs pos="100000">
              <a:schemeClr val="dk2"/>
            </a:gs>
          </a:gsLst>
          <a:path path="circle">
            <a:fillToRect l="100000" b="100000"/>
          </a:path>
          <a:tileRect t="-100000" r="-100000"/>
        </a:gradFill>
        <a:effectLst/>
      </p:bgPr>
    </p:bg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5"/>
          <p:cNvGrpSpPr/>
          <p:nvPr/>
        </p:nvGrpSpPr>
        <p:grpSpPr>
          <a:xfrm>
            <a:off x="-2" y="-1772"/>
            <a:ext cx="12193179" cy="6862927"/>
            <a:chOff x="-1" y="-1329"/>
            <a:chExt cx="9144884" cy="5147195"/>
          </a:xfrm>
        </p:grpSpPr>
        <p:sp>
          <p:nvSpPr>
            <p:cNvPr id="43" name="Google Shape;43;p5"/>
            <p:cNvSpPr/>
            <p:nvPr/>
          </p:nvSpPr>
          <p:spPr>
            <a:xfrm>
              <a:off x="-1" y="-886"/>
              <a:ext cx="9144884" cy="5146749"/>
            </a:xfrm>
            <a:custGeom>
              <a:avLst/>
              <a:gdLst/>
              <a:ahLst/>
              <a:cxnLst/>
              <a:rect l="l" t="t" r="r" b="b"/>
              <a:pathLst>
                <a:path w="4064393" h="2287444" extrusionOk="0">
                  <a:moveTo>
                    <a:pt x="3788843" y="883066"/>
                  </a:moveTo>
                  <a:cubicBezTo>
                    <a:pt x="3664100" y="932662"/>
                    <a:pt x="3567457" y="1052874"/>
                    <a:pt x="3428795" y="1065618"/>
                  </a:cubicBezTo>
                  <a:cubicBezTo>
                    <a:pt x="3361105" y="1071530"/>
                    <a:pt x="3286456" y="1042298"/>
                    <a:pt x="3256912" y="981141"/>
                  </a:cubicBezTo>
                  <a:cubicBezTo>
                    <a:pt x="3196576" y="857381"/>
                    <a:pt x="3353424" y="685537"/>
                    <a:pt x="3244831" y="575639"/>
                  </a:cubicBezTo>
                  <a:cubicBezTo>
                    <a:pt x="3212792" y="545750"/>
                    <a:pt x="3166506" y="538589"/>
                    <a:pt x="3124553" y="525846"/>
                  </a:cubicBezTo>
                  <a:cubicBezTo>
                    <a:pt x="2907894" y="464426"/>
                    <a:pt x="2780787" y="210535"/>
                    <a:pt x="2861936" y="0"/>
                  </a:cubicBezTo>
                  <a:lnTo>
                    <a:pt x="0" y="0"/>
                  </a:lnTo>
                  <a:lnTo>
                    <a:pt x="0" y="2287445"/>
                  </a:lnTo>
                  <a:lnTo>
                    <a:pt x="4064394" y="2287445"/>
                  </a:lnTo>
                  <a:lnTo>
                    <a:pt x="4064394" y="886022"/>
                  </a:lnTo>
                  <a:cubicBezTo>
                    <a:pt x="3976365" y="849505"/>
                    <a:pt x="3877634" y="848441"/>
                    <a:pt x="3788843" y="88306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" name="Google Shape;44;p5"/>
            <p:cNvSpPr/>
            <p:nvPr/>
          </p:nvSpPr>
          <p:spPr>
            <a:xfrm>
              <a:off x="-1" y="-1181"/>
              <a:ext cx="9144884" cy="5147046"/>
            </a:xfrm>
            <a:custGeom>
              <a:avLst/>
              <a:gdLst/>
              <a:ahLst/>
              <a:cxnLst/>
              <a:rect l="l" t="t" r="r" b="b"/>
              <a:pathLst>
                <a:path w="4064393" h="2287576" extrusionOk="0">
                  <a:moveTo>
                    <a:pt x="3901965" y="939494"/>
                  </a:moveTo>
                  <a:cubicBezTo>
                    <a:pt x="3499701" y="855017"/>
                    <a:pt x="3568310" y="1206588"/>
                    <a:pt x="3260260" y="1099645"/>
                  </a:cubicBezTo>
                  <a:cubicBezTo>
                    <a:pt x="3067828" y="996184"/>
                    <a:pt x="3151603" y="860929"/>
                    <a:pt x="3127442" y="700317"/>
                  </a:cubicBezTo>
                  <a:cubicBezTo>
                    <a:pt x="3105645" y="624183"/>
                    <a:pt x="3033622" y="575901"/>
                    <a:pt x="2981098" y="516715"/>
                  </a:cubicBezTo>
                  <a:cubicBezTo>
                    <a:pt x="2857471" y="377387"/>
                    <a:pt x="2848871" y="151612"/>
                    <a:pt x="2954837" y="0"/>
                  </a:cubicBezTo>
                  <a:lnTo>
                    <a:pt x="0" y="0"/>
                  </a:lnTo>
                  <a:lnTo>
                    <a:pt x="0" y="2287576"/>
                  </a:lnTo>
                  <a:lnTo>
                    <a:pt x="4064394" y="2287576"/>
                  </a:lnTo>
                  <a:lnTo>
                    <a:pt x="4064394" y="955128"/>
                  </a:lnTo>
                  <a:cubicBezTo>
                    <a:pt x="4010557" y="955588"/>
                    <a:pt x="3955277" y="947245"/>
                    <a:pt x="3901965" y="93949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" name="Google Shape;45;p5"/>
            <p:cNvSpPr/>
            <p:nvPr/>
          </p:nvSpPr>
          <p:spPr>
            <a:xfrm>
              <a:off x="-1" y="-1329"/>
              <a:ext cx="9144884" cy="5147195"/>
            </a:xfrm>
            <a:custGeom>
              <a:avLst/>
              <a:gdLst/>
              <a:ahLst/>
              <a:cxnLst/>
              <a:rect l="l" t="t" r="r" b="b"/>
              <a:pathLst>
                <a:path w="4064393" h="2287642" extrusionOk="0">
                  <a:moveTo>
                    <a:pt x="3897961" y="979695"/>
                  </a:moveTo>
                  <a:cubicBezTo>
                    <a:pt x="3674736" y="964390"/>
                    <a:pt x="3602516" y="1073895"/>
                    <a:pt x="3472718" y="1222747"/>
                  </a:cubicBezTo>
                  <a:cubicBezTo>
                    <a:pt x="3361105" y="1334420"/>
                    <a:pt x="3140244" y="1318720"/>
                    <a:pt x="3084963" y="1158306"/>
                  </a:cubicBezTo>
                  <a:cubicBezTo>
                    <a:pt x="3045899" y="1043086"/>
                    <a:pt x="3123962" y="918013"/>
                    <a:pt x="3106498" y="797538"/>
                  </a:cubicBezTo>
                  <a:cubicBezTo>
                    <a:pt x="3020688" y="502395"/>
                    <a:pt x="2709290" y="454573"/>
                    <a:pt x="2826877" y="0"/>
                  </a:cubicBezTo>
                  <a:lnTo>
                    <a:pt x="0" y="0"/>
                  </a:lnTo>
                  <a:lnTo>
                    <a:pt x="0" y="2287642"/>
                  </a:lnTo>
                  <a:lnTo>
                    <a:pt x="4064394" y="2287642"/>
                  </a:lnTo>
                  <a:lnTo>
                    <a:pt x="4064394" y="1009650"/>
                  </a:lnTo>
                  <a:cubicBezTo>
                    <a:pt x="4010098" y="993931"/>
                    <a:pt x="3954324" y="983893"/>
                    <a:pt x="3897961" y="979695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" name="Google Shape;46;p5"/>
            <p:cNvSpPr/>
            <p:nvPr/>
          </p:nvSpPr>
          <p:spPr>
            <a:xfrm>
              <a:off x="-1" y="-1329"/>
              <a:ext cx="9144884" cy="5147195"/>
            </a:xfrm>
            <a:custGeom>
              <a:avLst/>
              <a:gdLst/>
              <a:ahLst/>
              <a:cxnLst/>
              <a:rect l="l" t="t" r="r" b="b"/>
              <a:pathLst>
                <a:path w="4064393" h="2287642" extrusionOk="0">
                  <a:moveTo>
                    <a:pt x="3886668" y="1168356"/>
                  </a:moveTo>
                  <a:cubicBezTo>
                    <a:pt x="3523534" y="864476"/>
                    <a:pt x="3578093" y="1536875"/>
                    <a:pt x="3166834" y="1369892"/>
                  </a:cubicBezTo>
                  <a:cubicBezTo>
                    <a:pt x="2968952" y="1280029"/>
                    <a:pt x="2931661" y="1012343"/>
                    <a:pt x="3042091" y="838988"/>
                  </a:cubicBezTo>
                  <a:cubicBezTo>
                    <a:pt x="3075772" y="781641"/>
                    <a:pt x="3123043" y="717265"/>
                    <a:pt x="3097963" y="655648"/>
                  </a:cubicBezTo>
                  <a:cubicBezTo>
                    <a:pt x="3074787" y="598695"/>
                    <a:pt x="3004406" y="582076"/>
                    <a:pt x="2945711" y="563683"/>
                  </a:cubicBezTo>
                  <a:cubicBezTo>
                    <a:pt x="2704694" y="489125"/>
                    <a:pt x="2524210" y="251788"/>
                    <a:pt x="2514231" y="0"/>
                  </a:cubicBezTo>
                  <a:lnTo>
                    <a:pt x="0" y="0"/>
                  </a:lnTo>
                  <a:lnTo>
                    <a:pt x="0" y="2287642"/>
                  </a:lnTo>
                  <a:lnTo>
                    <a:pt x="4064394" y="2287642"/>
                  </a:lnTo>
                  <a:lnTo>
                    <a:pt x="4064394" y="1364506"/>
                  </a:lnTo>
                  <a:cubicBezTo>
                    <a:pt x="3994275" y="1309983"/>
                    <a:pt x="3950221" y="1229776"/>
                    <a:pt x="3886668" y="1168356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" name="Google Shape;47;p5"/>
            <p:cNvSpPr/>
            <p:nvPr/>
          </p:nvSpPr>
          <p:spPr>
            <a:xfrm>
              <a:off x="-1" y="-886"/>
              <a:ext cx="9144884" cy="5146749"/>
            </a:xfrm>
            <a:custGeom>
              <a:avLst/>
              <a:gdLst/>
              <a:ahLst/>
              <a:cxnLst/>
              <a:rect l="l" t="t" r="r" b="b"/>
              <a:pathLst>
                <a:path w="4064393" h="2287444" extrusionOk="0">
                  <a:moveTo>
                    <a:pt x="3860275" y="1412328"/>
                  </a:moveTo>
                  <a:cubicBezTo>
                    <a:pt x="3499570" y="1212171"/>
                    <a:pt x="3370166" y="1548765"/>
                    <a:pt x="3020622" y="1515723"/>
                  </a:cubicBezTo>
                  <a:cubicBezTo>
                    <a:pt x="2790832" y="1511322"/>
                    <a:pt x="2587895" y="1238973"/>
                    <a:pt x="2748288" y="1041181"/>
                  </a:cubicBezTo>
                  <a:cubicBezTo>
                    <a:pt x="2792933" y="989023"/>
                    <a:pt x="2861476" y="955785"/>
                    <a:pt x="2888657" y="892657"/>
                  </a:cubicBezTo>
                  <a:cubicBezTo>
                    <a:pt x="2920500" y="819019"/>
                    <a:pt x="2882092" y="731848"/>
                    <a:pt x="2824776" y="675552"/>
                  </a:cubicBezTo>
                  <a:cubicBezTo>
                    <a:pt x="2569577" y="494315"/>
                    <a:pt x="2383447" y="351243"/>
                    <a:pt x="2435314" y="0"/>
                  </a:cubicBezTo>
                  <a:lnTo>
                    <a:pt x="0" y="0"/>
                  </a:lnTo>
                  <a:lnTo>
                    <a:pt x="0" y="2287445"/>
                  </a:lnTo>
                  <a:lnTo>
                    <a:pt x="4064394" y="2287445"/>
                  </a:lnTo>
                  <a:lnTo>
                    <a:pt x="4064394" y="1502125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" name="Google Shape;48;p5"/>
            <p:cNvSpPr/>
            <p:nvPr/>
          </p:nvSpPr>
          <p:spPr>
            <a:xfrm>
              <a:off x="-1" y="-1032"/>
              <a:ext cx="9144884" cy="5146898"/>
            </a:xfrm>
            <a:custGeom>
              <a:avLst/>
              <a:gdLst/>
              <a:ahLst/>
              <a:cxnLst/>
              <a:rect l="l" t="t" r="r" b="b"/>
              <a:pathLst>
                <a:path w="4064393" h="2287510" extrusionOk="0">
                  <a:moveTo>
                    <a:pt x="3767571" y="1773029"/>
                  </a:moveTo>
                  <a:cubicBezTo>
                    <a:pt x="3678150" y="1745177"/>
                    <a:pt x="3601400" y="1686056"/>
                    <a:pt x="3513358" y="1654131"/>
                  </a:cubicBezTo>
                  <a:cubicBezTo>
                    <a:pt x="3253038" y="1560523"/>
                    <a:pt x="2846245" y="1725207"/>
                    <a:pt x="2683422" y="1432757"/>
                  </a:cubicBezTo>
                  <a:cubicBezTo>
                    <a:pt x="2593082" y="1250074"/>
                    <a:pt x="2741526" y="1029094"/>
                    <a:pt x="2694714" y="830711"/>
                  </a:cubicBezTo>
                  <a:cubicBezTo>
                    <a:pt x="2667271" y="714506"/>
                    <a:pt x="2577653" y="625234"/>
                    <a:pt x="2512064" y="525517"/>
                  </a:cubicBezTo>
                  <a:cubicBezTo>
                    <a:pt x="2410779" y="370063"/>
                    <a:pt x="2365609" y="184654"/>
                    <a:pt x="2384038" y="0"/>
                  </a:cubicBezTo>
                  <a:lnTo>
                    <a:pt x="0" y="0"/>
                  </a:lnTo>
                  <a:lnTo>
                    <a:pt x="0" y="2287511"/>
                  </a:lnTo>
                  <a:lnTo>
                    <a:pt x="4064394" y="2287511"/>
                  </a:lnTo>
                  <a:lnTo>
                    <a:pt x="4064394" y="1767774"/>
                  </a:lnTo>
                  <a:cubicBezTo>
                    <a:pt x="3965256" y="1794116"/>
                    <a:pt x="3864674" y="1803247"/>
                    <a:pt x="3767571" y="177302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9" name="Google Shape;49;p5"/>
          <p:cNvSpPr txBox="1">
            <a:spLocks noGrp="1"/>
          </p:cNvSpPr>
          <p:nvPr>
            <p:ph type="title"/>
          </p:nvPr>
        </p:nvSpPr>
        <p:spPr>
          <a:xfrm>
            <a:off x="609600" y="792567"/>
            <a:ext cx="6953600" cy="9552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5"/>
          <p:cNvSpPr txBox="1">
            <a:spLocks noGrp="1"/>
          </p:cNvSpPr>
          <p:nvPr>
            <p:ph type="body" idx="1"/>
          </p:nvPr>
        </p:nvSpPr>
        <p:spPr>
          <a:xfrm>
            <a:off x="609600" y="2123467"/>
            <a:ext cx="6953600" cy="3926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491054" rtl="0">
              <a:spcBef>
                <a:spcPts val="800"/>
              </a:spcBef>
              <a:spcAft>
                <a:spcPts val="0"/>
              </a:spcAft>
              <a:buSzPts val="2200"/>
              <a:buChar char="●"/>
              <a:defRPr/>
            </a:lvl1pPr>
            <a:lvl2pPr marL="1219170" lvl="1" indent="-491054" rtl="0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marL="1828754" lvl="2" indent="-491054" rtl="0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3pPr>
            <a:lvl4pPr marL="2438339" lvl="3" indent="-491054" rtl="0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4pPr>
            <a:lvl5pPr marL="3047924" lvl="4" indent="-491054" rtl="0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5pPr>
            <a:lvl6pPr marL="3657509" lvl="5" indent="-491054" rtl="0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6pPr>
            <a:lvl7pPr marL="4267093" lvl="6" indent="-491054" rtl="0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7pPr>
            <a:lvl8pPr marL="4876678" lvl="7" indent="-491054" rtl="0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8pPr>
            <a:lvl9pPr marL="5486263" lvl="8" indent="-491054" rtl="0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9pPr>
          </a:lstStyle>
          <a:p>
            <a:endParaRPr/>
          </a:p>
        </p:txBody>
      </p:sp>
      <p:sp>
        <p:nvSpPr>
          <p:cNvPr id="51" name="Google Shape;51;p5"/>
          <p:cNvSpPr txBox="1">
            <a:spLocks noGrp="1"/>
          </p:cNvSpPr>
          <p:nvPr>
            <p:ph type="sldNum" idx="12"/>
          </p:nvPr>
        </p:nvSpPr>
        <p:spPr>
          <a:xfrm>
            <a:off x="11307445" y="6333135"/>
            <a:ext cx="731600" cy="524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n">
                <a:solidFill>
                  <a:srgbClr val="CE0063"/>
                </a:solidFill>
              </a:rPr>
              <a:pPr/>
              <a:t>‹#›</a:t>
            </a:fld>
            <a:endParaRPr>
              <a:solidFill>
                <a:srgbClr val="CE006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1566299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 + Image">
  <p:cSld name="Title + 1 column + Image">
    <p:bg>
      <p:bgPr>
        <a:gradFill>
          <a:gsLst>
            <a:gs pos="0">
              <a:schemeClr val="accent1"/>
            </a:gs>
            <a:gs pos="37000">
              <a:schemeClr val="dk2"/>
            </a:gs>
            <a:gs pos="100000">
              <a:schemeClr val="dk2"/>
            </a:gs>
          </a:gsLst>
          <a:lin ang="10800025" scaled="0"/>
        </a:gradFill>
        <a:effectLst/>
      </p:bgPr>
    </p:bg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" name="Google Shape;53;p6"/>
          <p:cNvGrpSpPr/>
          <p:nvPr/>
        </p:nvGrpSpPr>
        <p:grpSpPr>
          <a:xfrm>
            <a:off x="9" y="-49"/>
            <a:ext cx="8342020" cy="6856029"/>
            <a:chOff x="-8" y="-13"/>
            <a:chExt cx="7710766" cy="5142022"/>
          </a:xfrm>
        </p:grpSpPr>
        <p:sp>
          <p:nvSpPr>
            <p:cNvPr id="54" name="Google Shape;54;p6"/>
            <p:cNvSpPr/>
            <p:nvPr/>
          </p:nvSpPr>
          <p:spPr>
            <a:xfrm>
              <a:off x="-8" y="-13"/>
              <a:ext cx="7710766" cy="5142022"/>
            </a:xfrm>
            <a:custGeom>
              <a:avLst/>
              <a:gdLst/>
              <a:ahLst/>
              <a:cxnLst/>
              <a:rect l="l" t="t" r="r" b="b"/>
              <a:pathLst>
                <a:path w="3427007" h="2285343" extrusionOk="0">
                  <a:moveTo>
                    <a:pt x="3264200" y="1931013"/>
                  </a:moveTo>
                  <a:cubicBezTo>
                    <a:pt x="3059555" y="1738083"/>
                    <a:pt x="2707189" y="1625228"/>
                    <a:pt x="2663923" y="1311888"/>
                  </a:cubicBezTo>
                  <a:cubicBezTo>
                    <a:pt x="2646918" y="776320"/>
                    <a:pt x="3405816" y="668129"/>
                    <a:pt x="3258554" y="0"/>
                  </a:cubicBezTo>
                  <a:lnTo>
                    <a:pt x="0" y="0"/>
                  </a:lnTo>
                  <a:lnTo>
                    <a:pt x="0" y="2285343"/>
                  </a:lnTo>
                  <a:lnTo>
                    <a:pt x="3426103" y="2285343"/>
                  </a:lnTo>
                  <a:cubicBezTo>
                    <a:pt x="3436148" y="2153964"/>
                    <a:pt x="3361302" y="2023504"/>
                    <a:pt x="3264200" y="193101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285750" dist="9525" algn="bl" rotWithShape="0">
                <a:schemeClr val="dk1">
                  <a:alpha val="75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" name="Google Shape;55;p6"/>
            <p:cNvSpPr/>
            <p:nvPr/>
          </p:nvSpPr>
          <p:spPr>
            <a:xfrm>
              <a:off x="-8" y="-13"/>
              <a:ext cx="7536339" cy="5142022"/>
            </a:xfrm>
            <a:custGeom>
              <a:avLst/>
              <a:gdLst/>
              <a:ahLst/>
              <a:cxnLst/>
              <a:rect l="l" t="t" r="r" b="b"/>
              <a:pathLst>
                <a:path w="3349484" h="2285343" extrusionOk="0">
                  <a:moveTo>
                    <a:pt x="3135123" y="1986849"/>
                  </a:moveTo>
                  <a:cubicBezTo>
                    <a:pt x="3002568" y="1888315"/>
                    <a:pt x="2836659" y="1848901"/>
                    <a:pt x="2687952" y="1777628"/>
                  </a:cubicBezTo>
                  <a:cubicBezTo>
                    <a:pt x="2379377" y="1643884"/>
                    <a:pt x="2269472" y="1317800"/>
                    <a:pt x="2551129" y="1092748"/>
                  </a:cubicBezTo>
                  <a:cubicBezTo>
                    <a:pt x="2647246" y="1012409"/>
                    <a:pt x="2763520" y="961040"/>
                    <a:pt x="2873688" y="901459"/>
                  </a:cubicBezTo>
                  <a:cubicBezTo>
                    <a:pt x="3268796" y="717528"/>
                    <a:pt x="3285865" y="371278"/>
                    <a:pt x="3154688" y="0"/>
                  </a:cubicBezTo>
                  <a:lnTo>
                    <a:pt x="0" y="0"/>
                  </a:lnTo>
                  <a:lnTo>
                    <a:pt x="0" y="2285343"/>
                  </a:lnTo>
                  <a:lnTo>
                    <a:pt x="3349485" y="2285343"/>
                  </a:lnTo>
                  <a:cubicBezTo>
                    <a:pt x="3310420" y="2166169"/>
                    <a:pt x="3235575" y="2061939"/>
                    <a:pt x="3135123" y="1986849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" name="Google Shape;56;p6"/>
            <p:cNvSpPr/>
            <p:nvPr/>
          </p:nvSpPr>
          <p:spPr>
            <a:xfrm>
              <a:off x="-8" y="-13"/>
              <a:ext cx="6852517" cy="5142022"/>
            </a:xfrm>
            <a:custGeom>
              <a:avLst/>
              <a:gdLst/>
              <a:ahLst/>
              <a:cxnLst/>
              <a:rect l="l" t="t" r="r" b="b"/>
              <a:pathLst>
                <a:path w="3045563" h="2285343" extrusionOk="0">
                  <a:moveTo>
                    <a:pt x="2807574" y="2063115"/>
                  </a:moveTo>
                  <a:cubicBezTo>
                    <a:pt x="2956478" y="1994404"/>
                    <a:pt x="2840008" y="1887198"/>
                    <a:pt x="2727411" y="1875177"/>
                  </a:cubicBezTo>
                  <a:cubicBezTo>
                    <a:pt x="2250301" y="1750695"/>
                    <a:pt x="2181824" y="1070150"/>
                    <a:pt x="2624661" y="853112"/>
                  </a:cubicBezTo>
                  <a:cubicBezTo>
                    <a:pt x="2701215" y="814552"/>
                    <a:pt x="2785909" y="794451"/>
                    <a:pt x="2863446" y="757796"/>
                  </a:cubicBezTo>
                  <a:cubicBezTo>
                    <a:pt x="3297881" y="540560"/>
                    <a:pt x="2793262" y="253036"/>
                    <a:pt x="2983397" y="0"/>
                  </a:cubicBezTo>
                  <a:lnTo>
                    <a:pt x="0" y="0"/>
                  </a:lnTo>
                  <a:lnTo>
                    <a:pt x="0" y="2285343"/>
                  </a:lnTo>
                  <a:lnTo>
                    <a:pt x="2681190" y="2285343"/>
                  </a:lnTo>
                  <a:cubicBezTo>
                    <a:pt x="2683685" y="2196596"/>
                    <a:pt x="2730299" y="2108047"/>
                    <a:pt x="2807574" y="2063115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" name="Google Shape;57;p6"/>
            <p:cNvSpPr/>
            <p:nvPr/>
          </p:nvSpPr>
          <p:spPr>
            <a:xfrm>
              <a:off x="-8" y="-13"/>
              <a:ext cx="6478551" cy="5142022"/>
            </a:xfrm>
            <a:custGeom>
              <a:avLst/>
              <a:gdLst/>
              <a:ahLst/>
              <a:cxnLst/>
              <a:rect l="l" t="t" r="r" b="b"/>
              <a:pathLst>
                <a:path w="2879356" h="2285343" extrusionOk="0">
                  <a:moveTo>
                    <a:pt x="2483636" y="1975748"/>
                  </a:moveTo>
                  <a:cubicBezTo>
                    <a:pt x="2425729" y="1949472"/>
                    <a:pt x="2357974" y="1946319"/>
                    <a:pt x="2304203" y="1912292"/>
                  </a:cubicBezTo>
                  <a:cubicBezTo>
                    <a:pt x="2200338" y="1846602"/>
                    <a:pt x="2149981" y="1693020"/>
                    <a:pt x="2194297" y="1578391"/>
                  </a:cubicBezTo>
                  <a:cubicBezTo>
                    <a:pt x="2362898" y="1262161"/>
                    <a:pt x="2082226" y="851863"/>
                    <a:pt x="2213994" y="698938"/>
                  </a:cubicBezTo>
                  <a:cubicBezTo>
                    <a:pt x="2289890" y="640671"/>
                    <a:pt x="2476086" y="701106"/>
                    <a:pt x="2569840" y="720484"/>
                  </a:cubicBezTo>
                  <a:cubicBezTo>
                    <a:pt x="3121795" y="827427"/>
                    <a:pt x="2785252" y="260657"/>
                    <a:pt x="2696422" y="0"/>
                  </a:cubicBezTo>
                  <a:lnTo>
                    <a:pt x="0" y="0"/>
                  </a:lnTo>
                  <a:lnTo>
                    <a:pt x="0" y="2285343"/>
                  </a:lnTo>
                  <a:lnTo>
                    <a:pt x="2605819" y="2285343"/>
                  </a:lnTo>
                  <a:cubicBezTo>
                    <a:pt x="2646787" y="2172291"/>
                    <a:pt x="2595314" y="2026460"/>
                    <a:pt x="2483636" y="197574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" name="Google Shape;58;p6"/>
            <p:cNvSpPr/>
            <p:nvPr/>
          </p:nvSpPr>
          <p:spPr>
            <a:xfrm>
              <a:off x="-8" y="-13"/>
              <a:ext cx="6272190" cy="5142022"/>
            </a:xfrm>
            <a:custGeom>
              <a:avLst/>
              <a:gdLst/>
              <a:ahLst/>
              <a:cxnLst/>
              <a:rect l="l" t="t" r="r" b="b"/>
              <a:pathLst>
                <a:path w="2787640" h="2285343" extrusionOk="0">
                  <a:moveTo>
                    <a:pt x="2551129" y="2165460"/>
                  </a:moveTo>
                  <a:cubicBezTo>
                    <a:pt x="2474839" y="1961822"/>
                    <a:pt x="2182086" y="2092478"/>
                    <a:pt x="2041192" y="1984090"/>
                  </a:cubicBezTo>
                  <a:cubicBezTo>
                    <a:pt x="1755530" y="1606309"/>
                    <a:pt x="2254765" y="1476178"/>
                    <a:pt x="2067125" y="765219"/>
                  </a:cubicBezTo>
                  <a:cubicBezTo>
                    <a:pt x="2053010" y="702617"/>
                    <a:pt x="2051631" y="620702"/>
                    <a:pt x="2107765" y="589762"/>
                  </a:cubicBezTo>
                  <a:cubicBezTo>
                    <a:pt x="2139214" y="572223"/>
                    <a:pt x="2178081" y="579120"/>
                    <a:pt x="2213403" y="586543"/>
                  </a:cubicBezTo>
                  <a:cubicBezTo>
                    <a:pt x="2363423" y="609994"/>
                    <a:pt x="2512983" y="669378"/>
                    <a:pt x="2665433" y="663991"/>
                  </a:cubicBezTo>
                  <a:cubicBezTo>
                    <a:pt x="2829568" y="636467"/>
                    <a:pt x="2809872" y="484724"/>
                    <a:pt x="2714805" y="382445"/>
                  </a:cubicBezTo>
                  <a:cubicBezTo>
                    <a:pt x="2614157" y="255007"/>
                    <a:pt x="2513443" y="127523"/>
                    <a:pt x="2412795" y="0"/>
                  </a:cubicBezTo>
                  <a:lnTo>
                    <a:pt x="0" y="0"/>
                  </a:lnTo>
                  <a:lnTo>
                    <a:pt x="0" y="2285343"/>
                  </a:lnTo>
                  <a:lnTo>
                    <a:pt x="2536094" y="2285343"/>
                  </a:lnTo>
                  <a:cubicBezTo>
                    <a:pt x="2555134" y="2247966"/>
                    <a:pt x="2563012" y="2205202"/>
                    <a:pt x="2551129" y="216546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" name="Google Shape;59;p6"/>
            <p:cNvSpPr/>
            <p:nvPr/>
          </p:nvSpPr>
          <p:spPr>
            <a:xfrm>
              <a:off x="-8" y="-13"/>
              <a:ext cx="5978795" cy="5142022"/>
            </a:xfrm>
            <a:custGeom>
              <a:avLst/>
              <a:gdLst/>
              <a:ahLst/>
              <a:cxnLst/>
              <a:rect l="l" t="t" r="r" b="b"/>
              <a:pathLst>
                <a:path w="2657242" h="2285343" extrusionOk="0">
                  <a:moveTo>
                    <a:pt x="2007248" y="2113499"/>
                  </a:moveTo>
                  <a:cubicBezTo>
                    <a:pt x="1570122" y="1477098"/>
                    <a:pt x="2433082" y="1775854"/>
                    <a:pt x="2003441" y="835244"/>
                  </a:cubicBezTo>
                  <a:cubicBezTo>
                    <a:pt x="1977901" y="745052"/>
                    <a:pt x="1922620" y="648094"/>
                    <a:pt x="1965558" y="564800"/>
                  </a:cubicBezTo>
                  <a:cubicBezTo>
                    <a:pt x="2004426" y="489322"/>
                    <a:pt x="2106518" y="470798"/>
                    <a:pt x="2189570" y="488337"/>
                  </a:cubicBezTo>
                  <a:cubicBezTo>
                    <a:pt x="2272623" y="505876"/>
                    <a:pt x="2348716" y="549428"/>
                    <a:pt x="2432491" y="564274"/>
                  </a:cubicBezTo>
                  <a:cubicBezTo>
                    <a:pt x="2646524" y="602374"/>
                    <a:pt x="2740016" y="398211"/>
                    <a:pt x="2567739" y="263810"/>
                  </a:cubicBezTo>
                  <a:cubicBezTo>
                    <a:pt x="2468142" y="185967"/>
                    <a:pt x="2311687" y="141430"/>
                    <a:pt x="2287855" y="0"/>
                  </a:cubicBezTo>
                  <a:lnTo>
                    <a:pt x="0" y="0"/>
                  </a:lnTo>
                  <a:lnTo>
                    <a:pt x="0" y="2285343"/>
                  </a:lnTo>
                  <a:lnTo>
                    <a:pt x="2023268" y="2285343"/>
                  </a:lnTo>
                  <a:cubicBezTo>
                    <a:pt x="2055570" y="2233645"/>
                    <a:pt x="2039156" y="2165000"/>
                    <a:pt x="2007248" y="211349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0" name="Google Shape;60;p6"/>
          <p:cNvSpPr txBox="1">
            <a:spLocks noGrp="1"/>
          </p:cNvSpPr>
          <p:nvPr>
            <p:ph type="title"/>
          </p:nvPr>
        </p:nvSpPr>
        <p:spPr>
          <a:xfrm>
            <a:off x="609600" y="1402167"/>
            <a:ext cx="3696400" cy="9552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6"/>
          <p:cNvSpPr txBox="1">
            <a:spLocks noGrp="1"/>
          </p:cNvSpPr>
          <p:nvPr>
            <p:ph type="body" idx="1"/>
          </p:nvPr>
        </p:nvSpPr>
        <p:spPr>
          <a:xfrm>
            <a:off x="609600" y="2733067"/>
            <a:ext cx="3696400" cy="332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457189" rtl="0">
              <a:spcBef>
                <a:spcPts val="800"/>
              </a:spcBef>
              <a:spcAft>
                <a:spcPts val="0"/>
              </a:spcAft>
              <a:buSzPts val="1800"/>
              <a:buChar char="●"/>
              <a:defRPr sz="2400"/>
            </a:lvl1pPr>
            <a:lvl2pPr marL="1219170" lvl="1" indent="-457189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2400"/>
            </a:lvl2pPr>
            <a:lvl3pPr marL="1828754" lvl="2" indent="-457189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2400"/>
            </a:lvl3pPr>
            <a:lvl4pPr marL="2438339" lvl="3" indent="-457189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2400"/>
            </a:lvl4pPr>
            <a:lvl5pPr marL="3047924" lvl="4" indent="-457189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2400"/>
            </a:lvl5pPr>
            <a:lvl6pPr marL="3657509" lvl="5" indent="-457189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2400"/>
            </a:lvl6pPr>
            <a:lvl7pPr marL="4267093" lvl="6" indent="-457189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2400"/>
            </a:lvl7pPr>
            <a:lvl8pPr marL="4876678" lvl="7" indent="-457189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2400"/>
            </a:lvl8pPr>
            <a:lvl9pPr marL="5486263" lvl="8" indent="-457189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2400"/>
            </a:lvl9pPr>
          </a:lstStyle>
          <a:p>
            <a:endParaRPr/>
          </a:p>
        </p:txBody>
      </p:sp>
      <p:sp>
        <p:nvSpPr>
          <p:cNvPr id="62" name="Google Shape;62;p6"/>
          <p:cNvSpPr txBox="1">
            <a:spLocks noGrp="1"/>
          </p:cNvSpPr>
          <p:nvPr>
            <p:ph type="sldNum" idx="12"/>
          </p:nvPr>
        </p:nvSpPr>
        <p:spPr>
          <a:xfrm>
            <a:off x="11307445" y="6333135"/>
            <a:ext cx="731600" cy="524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fld id="{00000000-1234-1234-1234-123412341234}" type="slidenum">
              <a:rPr lang="en">
                <a:solidFill>
                  <a:srgbClr val="FFFFFF"/>
                </a:solidFill>
              </a:rPr>
              <a:pPr/>
              <a:t>‹#›</a:t>
            </a:fld>
            <a:endParaRPr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5761911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2 columns" type="twoColTx">
  <p:cSld name="Title + 2 columns">
    <p:bg>
      <p:bgPr>
        <a:gradFill>
          <a:gsLst>
            <a:gs pos="0">
              <a:schemeClr val="accent1"/>
            </a:gs>
            <a:gs pos="50000">
              <a:schemeClr val="dk2"/>
            </a:gs>
            <a:gs pos="100000">
              <a:schemeClr val="dk2"/>
            </a:gs>
          </a:gsLst>
          <a:path path="circle">
            <a:fillToRect l="100000" b="100000"/>
          </a:path>
          <a:tileRect t="-100000" r="-100000"/>
        </a:gradFill>
        <a:effectLst/>
      </p:bgPr>
    </p:bg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4" name="Google Shape;64;p7"/>
          <p:cNvGrpSpPr/>
          <p:nvPr/>
        </p:nvGrpSpPr>
        <p:grpSpPr>
          <a:xfrm>
            <a:off x="-7" y="-13"/>
            <a:ext cx="12193773" cy="6857017"/>
            <a:chOff x="-5" y="-10"/>
            <a:chExt cx="9145330" cy="5142763"/>
          </a:xfrm>
        </p:grpSpPr>
        <p:sp>
          <p:nvSpPr>
            <p:cNvPr id="65" name="Google Shape;65;p7"/>
            <p:cNvSpPr/>
            <p:nvPr/>
          </p:nvSpPr>
          <p:spPr>
            <a:xfrm>
              <a:off x="436" y="-10"/>
              <a:ext cx="9144886" cy="5142760"/>
            </a:xfrm>
            <a:custGeom>
              <a:avLst/>
              <a:gdLst/>
              <a:ahLst/>
              <a:cxnLst/>
              <a:rect l="l" t="t" r="r" b="b"/>
              <a:pathLst>
                <a:path w="4064394" h="2285671" extrusionOk="0">
                  <a:moveTo>
                    <a:pt x="3915359" y="1249483"/>
                  </a:moveTo>
                  <a:cubicBezTo>
                    <a:pt x="3758905" y="1375673"/>
                    <a:pt x="3604486" y="1367725"/>
                    <a:pt x="3572381" y="1142869"/>
                  </a:cubicBezTo>
                  <a:cubicBezTo>
                    <a:pt x="3564371" y="1057472"/>
                    <a:pt x="3585512" y="972535"/>
                    <a:pt x="3594835" y="887270"/>
                  </a:cubicBezTo>
                  <a:cubicBezTo>
                    <a:pt x="3604157" y="802005"/>
                    <a:pt x="3597723" y="707609"/>
                    <a:pt x="3544938" y="644219"/>
                  </a:cubicBezTo>
                  <a:cubicBezTo>
                    <a:pt x="3492151" y="580828"/>
                    <a:pt x="3402533" y="563289"/>
                    <a:pt x="3347252" y="501147"/>
                  </a:cubicBezTo>
                  <a:cubicBezTo>
                    <a:pt x="3215944" y="341980"/>
                    <a:pt x="3347252" y="113972"/>
                    <a:pt x="3484470" y="0"/>
                  </a:cubicBezTo>
                  <a:lnTo>
                    <a:pt x="0" y="0"/>
                  </a:lnTo>
                  <a:lnTo>
                    <a:pt x="0" y="2285672"/>
                  </a:lnTo>
                  <a:lnTo>
                    <a:pt x="4064394" y="2285672"/>
                  </a:lnTo>
                  <a:lnTo>
                    <a:pt x="4064394" y="1205077"/>
                  </a:lnTo>
                  <a:cubicBezTo>
                    <a:pt x="4016007" y="1198508"/>
                    <a:pt x="3959741" y="1220908"/>
                    <a:pt x="3915359" y="124948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" name="Google Shape;66;p7"/>
            <p:cNvSpPr/>
            <p:nvPr/>
          </p:nvSpPr>
          <p:spPr>
            <a:xfrm>
              <a:off x="436" y="731"/>
              <a:ext cx="9144886" cy="5142022"/>
            </a:xfrm>
            <a:custGeom>
              <a:avLst/>
              <a:gdLst/>
              <a:ahLst/>
              <a:cxnLst/>
              <a:rect l="l" t="t" r="r" b="b"/>
              <a:pathLst>
                <a:path w="4064394" h="2285343" extrusionOk="0">
                  <a:moveTo>
                    <a:pt x="3921596" y="1306896"/>
                  </a:moveTo>
                  <a:cubicBezTo>
                    <a:pt x="3827382" y="1355046"/>
                    <a:pt x="3758839" y="1489579"/>
                    <a:pt x="3641252" y="1479923"/>
                  </a:cubicBezTo>
                  <a:cubicBezTo>
                    <a:pt x="3438840" y="1433940"/>
                    <a:pt x="3511651" y="1152459"/>
                    <a:pt x="3489000" y="998483"/>
                  </a:cubicBezTo>
                  <a:cubicBezTo>
                    <a:pt x="3445274" y="740060"/>
                    <a:pt x="3136174" y="567099"/>
                    <a:pt x="3190076" y="285685"/>
                  </a:cubicBezTo>
                  <a:cubicBezTo>
                    <a:pt x="3210823" y="187938"/>
                    <a:pt x="3283305" y="103593"/>
                    <a:pt x="3278381" y="0"/>
                  </a:cubicBezTo>
                  <a:lnTo>
                    <a:pt x="0" y="0"/>
                  </a:lnTo>
                  <a:lnTo>
                    <a:pt x="0" y="2285343"/>
                  </a:lnTo>
                  <a:lnTo>
                    <a:pt x="4064394" y="2285343"/>
                  </a:lnTo>
                  <a:lnTo>
                    <a:pt x="4064394" y="1314779"/>
                  </a:lnTo>
                  <a:cubicBezTo>
                    <a:pt x="4026971" y="1280751"/>
                    <a:pt x="3967291" y="1283576"/>
                    <a:pt x="3921596" y="1306896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" name="Google Shape;67;p7"/>
            <p:cNvSpPr/>
            <p:nvPr/>
          </p:nvSpPr>
          <p:spPr>
            <a:xfrm>
              <a:off x="-5" y="731"/>
              <a:ext cx="9145330" cy="5142022"/>
            </a:xfrm>
            <a:custGeom>
              <a:avLst/>
              <a:gdLst/>
              <a:ahLst/>
              <a:cxnLst/>
              <a:rect l="l" t="t" r="r" b="b"/>
              <a:pathLst>
                <a:path w="4064591" h="2285343" extrusionOk="0">
                  <a:moveTo>
                    <a:pt x="3770329" y="1529387"/>
                  </a:moveTo>
                  <a:cubicBezTo>
                    <a:pt x="3385594" y="1586602"/>
                    <a:pt x="3413301" y="1366017"/>
                    <a:pt x="3417043" y="1072384"/>
                  </a:cubicBezTo>
                  <a:cubicBezTo>
                    <a:pt x="3360449" y="715689"/>
                    <a:pt x="2974270" y="507453"/>
                    <a:pt x="3214762" y="117322"/>
                  </a:cubicBezTo>
                  <a:cubicBezTo>
                    <a:pt x="3227893" y="80141"/>
                    <a:pt x="3233605" y="36983"/>
                    <a:pt x="3223625" y="0"/>
                  </a:cubicBezTo>
                  <a:lnTo>
                    <a:pt x="0" y="0"/>
                  </a:lnTo>
                  <a:lnTo>
                    <a:pt x="0" y="2285343"/>
                  </a:lnTo>
                  <a:lnTo>
                    <a:pt x="4064591" y="2285343"/>
                  </a:lnTo>
                  <a:lnTo>
                    <a:pt x="4064591" y="1598886"/>
                  </a:lnTo>
                  <a:cubicBezTo>
                    <a:pt x="3998346" y="1512308"/>
                    <a:pt x="3874916" y="1516052"/>
                    <a:pt x="3770329" y="1529387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" name="Google Shape;68;p7"/>
            <p:cNvSpPr/>
            <p:nvPr/>
          </p:nvSpPr>
          <p:spPr>
            <a:xfrm>
              <a:off x="436" y="583"/>
              <a:ext cx="9144886" cy="5142168"/>
            </a:xfrm>
            <a:custGeom>
              <a:avLst/>
              <a:gdLst/>
              <a:ahLst/>
              <a:cxnLst/>
              <a:rect l="l" t="t" r="r" b="b"/>
              <a:pathLst>
                <a:path w="4064394" h="2285408" extrusionOk="0">
                  <a:moveTo>
                    <a:pt x="3518216" y="1610776"/>
                  </a:moveTo>
                  <a:cubicBezTo>
                    <a:pt x="3308123" y="1694859"/>
                    <a:pt x="3276477" y="1573793"/>
                    <a:pt x="3327359" y="1394788"/>
                  </a:cubicBezTo>
                  <a:cubicBezTo>
                    <a:pt x="3353621" y="1255855"/>
                    <a:pt x="3313637" y="1105097"/>
                    <a:pt x="3223691" y="1003935"/>
                  </a:cubicBezTo>
                  <a:cubicBezTo>
                    <a:pt x="3022920" y="804107"/>
                    <a:pt x="3083059" y="820727"/>
                    <a:pt x="3141820" y="584638"/>
                  </a:cubicBezTo>
                  <a:cubicBezTo>
                    <a:pt x="3145891" y="476184"/>
                    <a:pt x="3038415" y="408787"/>
                    <a:pt x="2988780" y="315310"/>
                  </a:cubicBezTo>
                  <a:cubicBezTo>
                    <a:pt x="2935534" y="216184"/>
                    <a:pt x="2953524" y="78302"/>
                    <a:pt x="3036904" y="0"/>
                  </a:cubicBezTo>
                  <a:lnTo>
                    <a:pt x="0" y="0"/>
                  </a:lnTo>
                  <a:lnTo>
                    <a:pt x="0" y="2285409"/>
                  </a:lnTo>
                  <a:lnTo>
                    <a:pt x="4064394" y="2285409"/>
                  </a:lnTo>
                  <a:lnTo>
                    <a:pt x="4064394" y="1775263"/>
                  </a:lnTo>
                  <a:cubicBezTo>
                    <a:pt x="3874128" y="1764358"/>
                    <a:pt x="3706841" y="1566435"/>
                    <a:pt x="3518216" y="1610776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" name="Google Shape;69;p7"/>
            <p:cNvSpPr/>
            <p:nvPr/>
          </p:nvSpPr>
          <p:spPr>
            <a:xfrm>
              <a:off x="731" y="731"/>
              <a:ext cx="9144589" cy="5142022"/>
            </a:xfrm>
            <a:custGeom>
              <a:avLst/>
              <a:gdLst/>
              <a:ahLst/>
              <a:cxnLst/>
              <a:rect l="l" t="t" r="r" b="b"/>
              <a:pathLst>
                <a:path w="4064262" h="2285343" extrusionOk="0">
                  <a:moveTo>
                    <a:pt x="3911354" y="1813823"/>
                  </a:moveTo>
                  <a:cubicBezTo>
                    <a:pt x="3733431" y="1756279"/>
                    <a:pt x="3525766" y="1820392"/>
                    <a:pt x="3358808" y="1722711"/>
                  </a:cubicBezTo>
                  <a:cubicBezTo>
                    <a:pt x="3177667" y="1604864"/>
                    <a:pt x="3210363" y="1445238"/>
                    <a:pt x="3338586" y="1300852"/>
                  </a:cubicBezTo>
                  <a:cubicBezTo>
                    <a:pt x="3453941" y="1143197"/>
                    <a:pt x="3377978" y="1019175"/>
                    <a:pt x="3192965" y="1000454"/>
                  </a:cubicBezTo>
                  <a:cubicBezTo>
                    <a:pt x="2865678" y="937129"/>
                    <a:pt x="3055091" y="791166"/>
                    <a:pt x="3032571" y="594426"/>
                  </a:cubicBezTo>
                  <a:cubicBezTo>
                    <a:pt x="3008870" y="510278"/>
                    <a:pt x="2913277" y="477761"/>
                    <a:pt x="2846901" y="423304"/>
                  </a:cubicBezTo>
                  <a:cubicBezTo>
                    <a:pt x="2723602" y="324770"/>
                    <a:pt x="2700886" y="123037"/>
                    <a:pt x="2803438" y="0"/>
                  </a:cubicBezTo>
                  <a:lnTo>
                    <a:pt x="0" y="0"/>
                  </a:lnTo>
                  <a:lnTo>
                    <a:pt x="0" y="2285343"/>
                  </a:lnTo>
                  <a:lnTo>
                    <a:pt x="4064263" y="2285343"/>
                  </a:lnTo>
                  <a:lnTo>
                    <a:pt x="4064263" y="1916167"/>
                  </a:lnTo>
                  <a:cubicBezTo>
                    <a:pt x="4026118" y="1868214"/>
                    <a:pt x="3969852" y="1832741"/>
                    <a:pt x="3911354" y="1813823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" name="Google Shape;70;p7"/>
            <p:cNvSpPr/>
            <p:nvPr/>
          </p:nvSpPr>
          <p:spPr>
            <a:xfrm>
              <a:off x="436" y="731"/>
              <a:ext cx="9144886" cy="5142022"/>
            </a:xfrm>
            <a:custGeom>
              <a:avLst/>
              <a:gdLst/>
              <a:ahLst/>
              <a:cxnLst/>
              <a:rect l="l" t="t" r="r" b="b"/>
              <a:pathLst>
                <a:path w="4064394" h="2285343" extrusionOk="0">
                  <a:moveTo>
                    <a:pt x="3763435" y="1980675"/>
                  </a:moveTo>
                  <a:cubicBezTo>
                    <a:pt x="3694695" y="2003469"/>
                    <a:pt x="3636788" y="2052539"/>
                    <a:pt x="3567588" y="2074020"/>
                  </a:cubicBezTo>
                  <a:cubicBezTo>
                    <a:pt x="3429714" y="2116718"/>
                    <a:pt x="3273391" y="2032701"/>
                    <a:pt x="3205242" y="1905263"/>
                  </a:cubicBezTo>
                  <a:cubicBezTo>
                    <a:pt x="3082469" y="1678240"/>
                    <a:pt x="3215156" y="1486623"/>
                    <a:pt x="3268861" y="1269453"/>
                  </a:cubicBezTo>
                  <a:cubicBezTo>
                    <a:pt x="3268007" y="941004"/>
                    <a:pt x="3006244" y="1151737"/>
                    <a:pt x="2907172" y="1045583"/>
                  </a:cubicBezTo>
                  <a:cubicBezTo>
                    <a:pt x="2870405" y="1001833"/>
                    <a:pt x="2887935" y="934239"/>
                    <a:pt x="2918530" y="886022"/>
                  </a:cubicBezTo>
                  <a:cubicBezTo>
                    <a:pt x="3044717" y="741505"/>
                    <a:pt x="3036708" y="613476"/>
                    <a:pt x="2871981" y="500030"/>
                  </a:cubicBezTo>
                  <a:cubicBezTo>
                    <a:pt x="2666286" y="390788"/>
                    <a:pt x="2485474" y="247716"/>
                    <a:pt x="2627944" y="0"/>
                  </a:cubicBezTo>
                  <a:lnTo>
                    <a:pt x="0" y="0"/>
                  </a:lnTo>
                  <a:lnTo>
                    <a:pt x="0" y="2285343"/>
                  </a:lnTo>
                  <a:lnTo>
                    <a:pt x="4064394" y="2285343"/>
                  </a:lnTo>
                  <a:lnTo>
                    <a:pt x="4064394" y="2074020"/>
                  </a:lnTo>
                  <a:cubicBezTo>
                    <a:pt x="3992306" y="1989674"/>
                    <a:pt x="3869992" y="1945268"/>
                    <a:pt x="3763435" y="198067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1" name="Google Shape;71;p7"/>
          <p:cNvSpPr txBox="1">
            <a:spLocks noGrp="1"/>
          </p:cNvSpPr>
          <p:nvPr>
            <p:ph type="title"/>
          </p:nvPr>
        </p:nvSpPr>
        <p:spPr>
          <a:xfrm>
            <a:off x="609600" y="792567"/>
            <a:ext cx="6953600" cy="9552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7"/>
          <p:cNvSpPr txBox="1">
            <a:spLocks noGrp="1"/>
          </p:cNvSpPr>
          <p:nvPr>
            <p:ph type="body" idx="1"/>
          </p:nvPr>
        </p:nvSpPr>
        <p:spPr>
          <a:xfrm>
            <a:off x="609600" y="2123467"/>
            <a:ext cx="3554800" cy="3921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474121" rtl="0">
              <a:spcBef>
                <a:spcPts val="800"/>
              </a:spcBef>
              <a:spcAft>
                <a:spcPts val="0"/>
              </a:spcAft>
              <a:buSzPts val="2000"/>
              <a:buChar char="●"/>
              <a:defRPr sz="2667"/>
            </a:lvl1pPr>
            <a:lvl2pPr marL="1219170" lvl="1" indent="-474121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667"/>
            </a:lvl2pPr>
            <a:lvl3pPr marL="1828754" lvl="2" indent="-474121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667"/>
            </a:lvl3pPr>
            <a:lvl4pPr marL="2438339" lvl="3" indent="-474121" rtl="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667"/>
            </a:lvl4pPr>
            <a:lvl5pPr marL="3047924" lvl="4" indent="-474121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667"/>
            </a:lvl5pPr>
            <a:lvl6pPr marL="3657509" lvl="5" indent="-474121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667"/>
            </a:lvl6pPr>
            <a:lvl7pPr marL="4267093" lvl="6" indent="-474121" rtl="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667"/>
            </a:lvl7pPr>
            <a:lvl8pPr marL="4876678" lvl="7" indent="-474121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667"/>
            </a:lvl8pPr>
            <a:lvl9pPr marL="5486263" lvl="8" indent="-474121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667"/>
            </a:lvl9pPr>
          </a:lstStyle>
          <a:p>
            <a:endParaRPr/>
          </a:p>
        </p:txBody>
      </p:sp>
      <p:sp>
        <p:nvSpPr>
          <p:cNvPr id="73" name="Google Shape;73;p7"/>
          <p:cNvSpPr txBox="1">
            <a:spLocks noGrp="1"/>
          </p:cNvSpPr>
          <p:nvPr>
            <p:ph type="body" idx="2"/>
          </p:nvPr>
        </p:nvSpPr>
        <p:spPr>
          <a:xfrm>
            <a:off x="4533605" y="2123467"/>
            <a:ext cx="3554800" cy="3921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474121" rtl="0">
              <a:spcBef>
                <a:spcPts val="800"/>
              </a:spcBef>
              <a:spcAft>
                <a:spcPts val="0"/>
              </a:spcAft>
              <a:buSzPts val="2000"/>
              <a:buChar char="●"/>
              <a:defRPr sz="2667"/>
            </a:lvl1pPr>
            <a:lvl2pPr marL="1219170" lvl="1" indent="-474121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667"/>
            </a:lvl2pPr>
            <a:lvl3pPr marL="1828754" lvl="2" indent="-474121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667"/>
            </a:lvl3pPr>
            <a:lvl4pPr marL="2438339" lvl="3" indent="-474121" rtl="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667"/>
            </a:lvl4pPr>
            <a:lvl5pPr marL="3047924" lvl="4" indent="-474121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667"/>
            </a:lvl5pPr>
            <a:lvl6pPr marL="3657509" lvl="5" indent="-474121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667"/>
            </a:lvl6pPr>
            <a:lvl7pPr marL="4267093" lvl="6" indent="-474121" rtl="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667"/>
            </a:lvl7pPr>
            <a:lvl8pPr marL="4876678" lvl="7" indent="-474121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667"/>
            </a:lvl8pPr>
            <a:lvl9pPr marL="5486263" lvl="8" indent="-474121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667"/>
            </a:lvl9pPr>
          </a:lstStyle>
          <a:p>
            <a:endParaRPr/>
          </a:p>
        </p:txBody>
      </p:sp>
      <p:sp>
        <p:nvSpPr>
          <p:cNvPr id="74" name="Google Shape;74;p7"/>
          <p:cNvSpPr txBox="1">
            <a:spLocks noGrp="1"/>
          </p:cNvSpPr>
          <p:nvPr>
            <p:ph type="sldNum" idx="12"/>
          </p:nvPr>
        </p:nvSpPr>
        <p:spPr>
          <a:xfrm>
            <a:off x="11307445" y="6333135"/>
            <a:ext cx="731600" cy="524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n">
                <a:solidFill>
                  <a:srgbClr val="CE0063"/>
                </a:solidFill>
              </a:rPr>
              <a:pPr/>
              <a:t>‹#›</a:t>
            </a:fld>
            <a:endParaRPr>
              <a:solidFill>
                <a:srgbClr val="CE006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8055412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3 columns">
  <p:cSld name="Title + 3 columns">
    <p:bg>
      <p:bgPr>
        <a:gradFill>
          <a:gsLst>
            <a:gs pos="0">
              <a:schemeClr val="accent1"/>
            </a:gs>
            <a:gs pos="50000">
              <a:schemeClr val="dk2"/>
            </a:gs>
            <a:gs pos="100000">
              <a:schemeClr val="dk2"/>
            </a:gs>
          </a:gsLst>
          <a:path path="circle">
            <a:fillToRect l="100000" b="100000"/>
          </a:path>
          <a:tileRect t="-100000" r="-100000"/>
        </a:gradFill>
        <a:effectLst/>
      </p:bgPr>
    </p:bg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6" name="Google Shape;76;p8"/>
          <p:cNvGrpSpPr/>
          <p:nvPr/>
        </p:nvGrpSpPr>
        <p:grpSpPr>
          <a:xfrm>
            <a:off x="-7" y="-13"/>
            <a:ext cx="12193773" cy="6857017"/>
            <a:chOff x="-5" y="-10"/>
            <a:chExt cx="9145330" cy="5142763"/>
          </a:xfrm>
        </p:grpSpPr>
        <p:sp>
          <p:nvSpPr>
            <p:cNvPr id="77" name="Google Shape;77;p8"/>
            <p:cNvSpPr/>
            <p:nvPr/>
          </p:nvSpPr>
          <p:spPr>
            <a:xfrm>
              <a:off x="436" y="-10"/>
              <a:ext cx="9144886" cy="5142760"/>
            </a:xfrm>
            <a:custGeom>
              <a:avLst/>
              <a:gdLst/>
              <a:ahLst/>
              <a:cxnLst/>
              <a:rect l="l" t="t" r="r" b="b"/>
              <a:pathLst>
                <a:path w="4064394" h="2285671" extrusionOk="0">
                  <a:moveTo>
                    <a:pt x="3915359" y="1249483"/>
                  </a:moveTo>
                  <a:cubicBezTo>
                    <a:pt x="3758905" y="1375673"/>
                    <a:pt x="3604486" y="1367725"/>
                    <a:pt x="3572381" y="1142869"/>
                  </a:cubicBezTo>
                  <a:cubicBezTo>
                    <a:pt x="3564371" y="1057472"/>
                    <a:pt x="3585512" y="972535"/>
                    <a:pt x="3594835" y="887270"/>
                  </a:cubicBezTo>
                  <a:cubicBezTo>
                    <a:pt x="3604157" y="802005"/>
                    <a:pt x="3597723" y="707609"/>
                    <a:pt x="3544938" y="644219"/>
                  </a:cubicBezTo>
                  <a:cubicBezTo>
                    <a:pt x="3492151" y="580828"/>
                    <a:pt x="3402533" y="563289"/>
                    <a:pt x="3347252" y="501147"/>
                  </a:cubicBezTo>
                  <a:cubicBezTo>
                    <a:pt x="3215944" y="341980"/>
                    <a:pt x="3347252" y="113972"/>
                    <a:pt x="3484470" y="0"/>
                  </a:cubicBezTo>
                  <a:lnTo>
                    <a:pt x="0" y="0"/>
                  </a:lnTo>
                  <a:lnTo>
                    <a:pt x="0" y="2285672"/>
                  </a:lnTo>
                  <a:lnTo>
                    <a:pt x="4064394" y="2285672"/>
                  </a:lnTo>
                  <a:lnTo>
                    <a:pt x="4064394" y="1205077"/>
                  </a:lnTo>
                  <a:cubicBezTo>
                    <a:pt x="4016007" y="1198508"/>
                    <a:pt x="3959741" y="1220908"/>
                    <a:pt x="3915359" y="124948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" name="Google Shape;78;p8"/>
            <p:cNvSpPr/>
            <p:nvPr/>
          </p:nvSpPr>
          <p:spPr>
            <a:xfrm>
              <a:off x="436" y="731"/>
              <a:ext cx="9144886" cy="5142022"/>
            </a:xfrm>
            <a:custGeom>
              <a:avLst/>
              <a:gdLst/>
              <a:ahLst/>
              <a:cxnLst/>
              <a:rect l="l" t="t" r="r" b="b"/>
              <a:pathLst>
                <a:path w="4064394" h="2285343" extrusionOk="0">
                  <a:moveTo>
                    <a:pt x="3921596" y="1306896"/>
                  </a:moveTo>
                  <a:cubicBezTo>
                    <a:pt x="3827382" y="1355046"/>
                    <a:pt x="3758839" y="1489579"/>
                    <a:pt x="3641252" y="1479923"/>
                  </a:cubicBezTo>
                  <a:cubicBezTo>
                    <a:pt x="3438840" y="1433940"/>
                    <a:pt x="3511651" y="1152459"/>
                    <a:pt x="3489000" y="998483"/>
                  </a:cubicBezTo>
                  <a:cubicBezTo>
                    <a:pt x="3445274" y="740060"/>
                    <a:pt x="3136174" y="567099"/>
                    <a:pt x="3190076" y="285685"/>
                  </a:cubicBezTo>
                  <a:cubicBezTo>
                    <a:pt x="3210823" y="187938"/>
                    <a:pt x="3283305" y="103593"/>
                    <a:pt x="3278381" y="0"/>
                  </a:cubicBezTo>
                  <a:lnTo>
                    <a:pt x="0" y="0"/>
                  </a:lnTo>
                  <a:lnTo>
                    <a:pt x="0" y="2285343"/>
                  </a:lnTo>
                  <a:lnTo>
                    <a:pt x="4064394" y="2285343"/>
                  </a:lnTo>
                  <a:lnTo>
                    <a:pt x="4064394" y="1314779"/>
                  </a:lnTo>
                  <a:cubicBezTo>
                    <a:pt x="4026971" y="1280751"/>
                    <a:pt x="3967291" y="1283576"/>
                    <a:pt x="3921596" y="1306896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" name="Google Shape;79;p8"/>
            <p:cNvSpPr/>
            <p:nvPr/>
          </p:nvSpPr>
          <p:spPr>
            <a:xfrm>
              <a:off x="-5" y="731"/>
              <a:ext cx="9145330" cy="5142022"/>
            </a:xfrm>
            <a:custGeom>
              <a:avLst/>
              <a:gdLst/>
              <a:ahLst/>
              <a:cxnLst/>
              <a:rect l="l" t="t" r="r" b="b"/>
              <a:pathLst>
                <a:path w="4064591" h="2285343" extrusionOk="0">
                  <a:moveTo>
                    <a:pt x="3770329" y="1529387"/>
                  </a:moveTo>
                  <a:cubicBezTo>
                    <a:pt x="3385594" y="1586602"/>
                    <a:pt x="3413301" y="1366017"/>
                    <a:pt x="3417043" y="1072384"/>
                  </a:cubicBezTo>
                  <a:cubicBezTo>
                    <a:pt x="3360449" y="715689"/>
                    <a:pt x="2974270" y="507453"/>
                    <a:pt x="3214762" y="117322"/>
                  </a:cubicBezTo>
                  <a:cubicBezTo>
                    <a:pt x="3227893" y="80141"/>
                    <a:pt x="3233605" y="36983"/>
                    <a:pt x="3223625" y="0"/>
                  </a:cubicBezTo>
                  <a:lnTo>
                    <a:pt x="0" y="0"/>
                  </a:lnTo>
                  <a:lnTo>
                    <a:pt x="0" y="2285343"/>
                  </a:lnTo>
                  <a:lnTo>
                    <a:pt x="4064591" y="2285343"/>
                  </a:lnTo>
                  <a:lnTo>
                    <a:pt x="4064591" y="1598886"/>
                  </a:lnTo>
                  <a:cubicBezTo>
                    <a:pt x="3998346" y="1512308"/>
                    <a:pt x="3874916" y="1516052"/>
                    <a:pt x="3770329" y="1529387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" name="Google Shape;80;p8"/>
            <p:cNvSpPr/>
            <p:nvPr/>
          </p:nvSpPr>
          <p:spPr>
            <a:xfrm>
              <a:off x="436" y="583"/>
              <a:ext cx="9144886" cy="5142168"/>
            </a:xfrm>
            <a:custGeom>
              <a:avLst/>
              <a:gdLst/>
              <a:ahLst/>
              <a:cxnLst/>
              <a:rect l="l" t="t" r="r" b="b"/>
              <a:pathLst>
                <a:path w="4064394" h="2285408" extrusionOk="0">
                  <a:moveTo>
                    <a:pt x="3518216" y="1610776"/>
                  </a:moveTo>
                  <a:cubicBezTo>
                    <a:pt x="3308123" y="1694859"/>
                    <a:pt x="3276477" y="1573793"/>
                    <a:pt x="3327359" y="1394788"/>
                  </a:cubicBezTo>
                  <a:cubicBezTo>
                    <a:pt x="3353621" y="1255855"/>
                    <a:pt x="3313637" y="1105097"/>
                    <a:pt x="3223691" y="1003935"/>
                  </a:cubicBezTo>
                  <a:cubicBezTo>
                    <a:pt x="3022920" y="804107"/>
                    <a:pt x="3083059" y="820727"/>
                    <a:pt x="3141820" y="584638"/>
                  </a:cubicBezTo>
                  <a:cubicBezTo>
                    <a:pt x="3145891" y="476184"/>
                    <a:pt x="3038415" y="408787"/>
                    <a:pt x="2988780" y="315310"/>
                  </a:cubicBezTo>
                  <a:cubicBezTo>
                    <a:pt x="2935534" y="216184"/>
                    <a:pt x="2953524" y="78302"/>
                    <a:pt x="3036904" y="0"/>
                  </a:cubicBezTo>
                  <a:lnTo>
                    <a:pt x="0" y="0"/>
                  </a:lnTo>
                  <a:lnTo>
                    <a:pt x="0" y="2285409"/>
                  </a:lnTo>
                  <a:lnTo>
                    <a:pt x="4064394" y="2285409"/>
                  </a:lnTo>
                  <a:lnTo>
                    <a:pt x="4064394" y="1775263"/>
                  </a:lnTo>
                  <a:cubicBezTo>
                    <a:pt x="3874128" y="1764358"/>
                    <a:pt x="3706841" y="1566435"/>
                    <a:pt x="3518216" y="1610776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" name="Google Shape;81;p8"/>
            <p:cNvSpPr/>
            <p:nvPr/>
          </p:nvSpPr>
          <p:spPr>
            <a:xfrm>
              <a:off x="731" y="731"/>
              <a:ext cx="9144589" cy="5142022"/>
            </a:xfrm>
            <a:custGeom>
              <a:avLst/>
              <a:gdLst/>
              <a:ahLst/>
              <a:cxnLst/>
              <a:rect l="l" t="t" r="r" b="b"/>
              <a:pathLst>
                <a:path w="4064262" h="2285343" extrusionOk="0">
                  <a:moveTo>
                    <a:pt x="3911354" y="1813823"/>
                  </a:moveTo>
                  <a:cubicBezTo>
                    <a:pt x="3733431" y="1756279"/>
                    <a:pt x="3525766" y="1820392"/>
                    <a:pt x="3358808" y="1722711"/>
                  </a:cubicBezTo>
                  <a:cubicBezTo>
                    <a:pt x="3177667" y="1604864"/>
                    <a:pt x="3210363" y="1445238"/>
                    <a:pt x="3338586" y="1300852"/>
                  </a:cubicBezTo>
                  <a:cubicBezTo>
                    <a:pt x="3453941" y="1143197"/>
                    <a:pt x="3377978" y="1019175"/>
                    <a:pt x="3192965" y="1000454"/>
                  </a:cubicBezTo>
                  <a:cubicBezTo>
                    <a:pt x="2865678" y="937129"/>
                    <a:pt x="3055091" y="791166"/>
                    <a:pt x="3032571" y="594426"/>
                  </a:cubicBezTo>
                  <a:cubicBezTo>
                    <a:pt x="3008870" y="510278"/>
                    <a:pt x="2913277" y="477761"/>
                    <a:pt x="2846901" y="423304"/>
                  </a:cubicBezTo>
                  <a:cubicBezTo>
                    <a:pt x="2723602" y="324770"/>
                    <a:pt x="2700886" y="123037"/>
                    <a:pt x="2803438" y="0"/>
                  </a:cubicBezTo>
                  <a:lnTo>
                    <a:pt x="0" y="0"/>
                  </a:lnTo>
                  <a:lnTo>
                    <a:pt x="0" y="2285343"/>
                  </a:lnTo>
                  <a:lnTo>
                    <a:pt x="4064263" y="2285343"/>
                  </a:lnTo>
                  <a:lnTo>
                    <a:pt x="4064263" y="1916167"/>
                  </a:lnTo>
                  <a:cubicBezTo>
                    <a:pt x="4026118" y="1868214"/>
                    <a:pt x="3969852" y="1832741"/>
                    <a:pt x="3911354" y="1813823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" name="Google Shape;82;p8"/>
            <p:cNvSpPr/>
            <p:nvPr/>
          </p:nvSpPr>
          <p:spPr>
            <a:xfrm>
              <a:off x="436" y="731"/>
              <a:ext cx="9144886" cy="5142022"/>
            </a:xfrm>
            <a:custGeom>
              <a:avLst/>
              <a:gdLst/>
              <a:ahLst/>
              <a:cxnLst/>
              <a:rect l="l" t="t" r="r" b="b"/>
              <a:pathLst>
                <a:path w="4064394" h="2285343" extrusionOk="0">
                  <a:moveTo>
                    <a:pt x="3763435" y="1980675"/>
                  </a:moveTo>
                  <a:cubicBezTo>
                    <a:pt x="3694695" y="2003469"/>
                    <a:pt x="3636788" y="2052539"/>
                    <a:pt x="3567588" y="2074020"/>
                  </a:cubicBezTo>
                  <a:cubicBezTo>
                    <a:pt x="3429714" y="2116718"/>
                    <a:pt x="3273391" y="2032701"/>
                    <a:pt x="3205242" y="1905263"/>
                  </a:cubicBezTo>
                  <a:cubicBezTo>
                    <a:pt x="3082469" y="1678240"/>
                    <a:pt x="3215156" y="1486623"/>
                    <a:pt x="3268861" y="1269453"/>
                  </a:cubicBezTo>
                  <a:cubicBezTo>
                    <a:pt x="3268007" y="941004"/>
                    <a:pt x="3006244" y="1151737"/>
                    <a:pt x="2907172" y="1045583"/>
                  </a:cubicBezTo>
                  <a:cubicBezTo>
                    <a:pt x="2870405" y="1001833"/>
                    <a:pt x="2887935" y="934239"/>
                    <a:pt x="2918530" y="886022"/>
                  </a:cubicBezTo>
                  <a:cubicBezTo>
                    <a:pt x="3044717" y="741505"/>
                    <a:pt x="3036708" y="613476"/>
                    <a:pt x="2871981" y="500030"/>
                  </a:cubicBezTo>
                  <a:cubicBezTo>
                    <a:pt x="2666286" y="390788"/>
                    <a:pt x="2485474" y="247716"/>
                    <a:pt x="2627944" y="0"/>
                  </a:cubicBezTo>
                  <a:lnTo>
                    <a:pt x="0" y="0"/>
                  </a:lnTo>
                  <a:lnTo>
                    <a:pt x="0" y="2285343"/>
                  </a:lnTo>
                  <a:lnTo>
                    <a:pt x="4064394" y="2285343"/>
                  </a:lnTo>
                  <a:lnTo>
                    <a:pt x="4064394" y="2074020"/>
                  </a:lnTo>
                  <a:cubicBezTo>
                    <a:pt x="3992306" y="1989674"/>
                    <a:pt x="3869992" y="1945268"/>
                    <a:pt x="3763435" y="198067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3" name="Google Shape;83;p8"/>
          <p:cNvSpPr txBox="1">
            <a:spLocks noGrp="1"/>
          </p:cNvSpPr>
          <p:nvPr>
            <p:ph type="title"/>
          </p:nvPr>
        </p:nvSpPr>
        <p:spPr>
          <a:xfrm>
            <a:off x="609600" y="792567"/>
            <a:ext cx="6953600" cy="9552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"/>
          <p:cNvSpPr txBox="1">
            <a:spLocks noGrp="1"/>
          </p:cNvSpPr>
          <p:nvPr>
            <p:ph type="body" idx="1"/>
          </p:nvPr>
        </p:nvSpPr>
        <p:spPr>
          <a:xfrm>
            <a:off x="609600" y="2123467"/>
            <a:ext cx="2410400" cy="3921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440256" rtl="0">
              <a:spcBef>
                <a:spcPts val="800"/>
              </a:spcBef>
              <a:spcAft>
                <a:spcPts val="0"/>
              </a:spcAft>
              <a:buSzPts val="1600"/>
              <a:buChar char="●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2133"/>
            </a:lvl2pPr>
            <a:lvl3pPr marL="1828754" lvl="2" indent="-440256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2133"/>
            </a:lvl3pPr>
            <a:lvl4pPr marL="2438339" lvl="3" indent="-440256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2133"/>
            </a:lvl4pPr>
            <a:lvl5pPr marL="3047924" lvl="4" indent="-440256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2133"/>
            </a:lvl5pPr>
            <a:lvl6pPr marL="3657509" lvl="5" indent="-440256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2133"/>
            </a:lvl6pPr>
            <a:lvl7pPr marL="4267093" lvl="6" indent="-440256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2133"/>
            </a:lvl7pPr>
            <a:lvl8pPr marL="4876678" lvl="7" indent="-440256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2133"/>
            </a:lvl8pPr>
            <a:lvl9pPr marL="5486263" lvl="8" indent="-440256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2133"/>
            </a:lvl9pPr>
          </a:lstStyle>
          <a:p>
            <a:endParaRPr/>
          </a:p>
        </p:txBody>
      </p:sp>
      <p:sp>
        <p:nvSpPr>
          <p:cNvPr id="85" name="Google Shape;85;p8"/>
          <p:cNvSpPr txBox="1">
            <a:spLocks noGrp="1"/>
          </p:cNvSpPr>
          <p:nvPr>
            <p:ph type="body" idx="2"/>
          </p:nvPr>
        </p:nvSpPr>
        <p:spPr>
          <a:xfrm>
            <a:off x="3296108" y="2123467"/>
            <a:ext cx="2410400" cy="3921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440256" rtl="0">
              <a:spcBef>
                <a:spcPts val="800"/>
              </a:spcBef>
              <a:spcAft>
                <a:spcPts val="0"/>
              </a:spcAft>
              <a:buSzPts val="1600"/>
              <a:buChar char="●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2133"/>
            </a:lvl2pPr>
            <a:lvl3pPr marL="1828754" lvl="2" indent="-440256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2133"/>
            </a:lvl3pPr>
            <a:lvl4pPr marL="2438339" lvl="3" indent="-440256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2133"/>
            </a:lvl4pPr>
            <a:lvl5pPr marL="3047924" lvl="4" indent="-440256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2133"/>
            </a:lvl5pPr>
            <a:lvl6pPr marL="3657509" lvl="5" indent="-440256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2133"/>
            </a:lvl6pPr>
            <a:lvl7pPr marL="4267093" lvl="6" indent="-440256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2133"/>
            </a:lvl7pPr>
            <a:lvl8pPr marL="4876678" lvl="7" indent="-440256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2133"/>
            </a:lvl8pPr>
            <a:lvl9pPr marL="5486263" lvl="8" indent="-440256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2133"/>
            </a:lvl9pPr>
          </a:lstStyle>
          <a:p>
            <a:endParaRPr/>
          </a:p>
        </p:txBody>
      </p:sp>
      <p:sp>
        <p:nvSpPr>
          <p:cNvPr id="86" name="Google Shape;86;p8"/>
          <p:cNvSpPr txBox="1">
            <a:spLocks noGrp="1"/>
          </p:cNvSpPr>
          <p:nvPr>
            <p:ph type="body" idx="3"/>
          </p:nvPr>
        </p:nvSpPr>
        <p:spPr>
          <a:xfrm>
            <a:off x="5982616" y="2123467"/>
            <a:ext cx="2410400" cy="3921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440256" rtl="0">
              <a:spcBef>
                <a:spcPts val="800"/>
              </a:spcBef>
              <a:spcAft>
                <a:spcPts val="0"/>
              </a:spcAft>
              <a:buSzPts val="1600"/>
              <a:buChar char="●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2133"/>
            </a:lvl2pPr>
            <a:lvl3pPr marL="1828754" lvl="2" indent="-440256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2133"/>
            </a:lvl3pPr>
            <a:lvl4pPr marL="2438339" lvl="3" indent="-440256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2133"/>
            </a:lvl4pPr>
            <a:lvl5pPr marL="3047924" lvl="4" indent="-440256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2133"/>
            </a:lvl5pPr>
            <a:lvl6pPr marL="3657509" lvl="5" indent="-440256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2133"/>
            </a:lvl6pPr>
            <a:lvl7pPr marL="4267093" lvl="6" indent="-440256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2133"/>
            </a:lvl7pPr>
            <a:lvl8pPr marL="4876678" lvl="7" indent="-440256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2133"/>
            </a:lvl8pPr>
            <a:lvl9pPr marL="5486263" lvl="8" indent="-440256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2133"/>
            </a:lvl9pPr>
          </a:lstStyle>
          <a:p>
            <a:endParaRPr/>
          </a:p>
        </p:txBody>
      </p:sp>
      <p:sp>
        <p:nvSpPr>
          <p:cNvPr id="87" name="Google Shape;87;p8"/>
          <p:cNvSpPr txBox="1">
            <a:spLocks noGrp="1"/>
          </p:cNvSpPr>
          <p:nvPr>
            <p:ph type="sldNum" idx="12"/>
          </p:nvPr>
        </p:nvSpPr>
        <p:spPr>
          <a:xfrm>
            <a:off x="11307445" y="6333135"/>
            <a:ext cx="731600" cy="524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n">
                <a:solidFill>
                  <a:srgbClr val="CE0063"/>
                </a:solidFill>
              </a:rPr>
              <a:pPr/>
              <a:t>‹#›</a:t>
            </a:fld>
            <a:endParaRPr>
              <a:solidFill>
                <a:srgbClr val="CE006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602390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bg>
      <p:bgPr>
        <a:gradFill>
          <a:gsLst>
            <a:gs pos="0">
              <a:schemeClr val="accent1"/>
            </a:gs>
            <a:gs pos="50000">
              <a:schemeClr val="dk2"/>
            </a:gs>
            <a:gs pos="100000">
              <a:schemeClr val="dk2"/>
            </a:gs>
          </a:gsLst>
          <a:path path="circle">
            <a:fillToRect l="100000" b="100000"/>
          </a:path>
          <a:tileRect t="-100000" r="-100000"/>
        </a:gradFill>
        <a:effectLst/>
      </p:bgPr>
    </p:bg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9" name="Google Shape;89;p9"/>
          <p:cNvGrpSpPr/>
          <p:nvPr/>
        </p:nvGrpSpPr>
        <p:grpSpPr>
          <a:xfrm>
            <a:off x="-2" y="-1772"/>
            <a:ext cx="12193179" cy="6862927"/>
            <a:chOff x="-1" y="-1329"/>
            <a:chExt cx="9144884" cy="5147195"/>
          </a:xfrm>
        </p:grpSpPr>
        <p:sp>
          <p:nvSpPr>
            <p:cNvPr id="90" name="Google Shape;90;p9"/>
            <p:cNvSpPr/>
            <p:nvPr/>
          </p:nvSpPr>
          <p:spPr>
            <a:xfrm>
              <a:off x="-1" y="-886"/>
              <a:ext cx="9144884" cy="5146749"/>
            </a:xfrm>
            <a:custGeom>
              <a:avLst/>
              <a:gdLst/>
              <a:ahLst/>
              <a:cxnLst/>
              <a:rect l="l" t="t" r="r" b="b"/>
              <a:pathLst>
                <a:path w="4064393" h="2287444" extrusionOk="0">
                  <a:moveTo>
                    <a:pt x="3788843" y="883066"/>
                  </a:moveTo>
                  <a:cubicBezTo>
                    <a:pt x="3664100" y="932662"/>
                    <a:pt x="3567457" y="1052874"/>
                    <a:pt x="3428795" y="1065618"/>
                  </a:cubicBezTo>
                  <a:cubicBezTo>
                    <a:pt x="3361105" y="1071530"/>
                    <a:pt x="3286456" y="1042298"/>
                    <a:pt x="3256912" y="981141"/>
                  </a:cubicBezTo>
                  <a:cubicBezTo>
                    <a:pt x="3196576" y="857381"/>
                    <a:pt x="3353424" y="685537"/>
                    <a:pt x="3244831" y="575639"/>
                  </a:cubicBezTo>
                  <a:cubicBezTo>
                    <a:pt x="3212792" y="545750"/>
                    <a:pt x="3166506" y="538589"/>
                    <a:pt x="3124553" y="525846"/>
                  </a:cubicBezTo>
                  <a:cubicBezTo>
                    <a:pt x="2907894" y="464426"/>
                    <a:pt x="2780787" y="210535"/>
                    <a:pt x="2861936" y="0"/>
                  </a:cubicBezTo>
                  <a:lnTo>
                    <a:pt x="0" y="0"/>
                  </a:lnTo>
                  <a:lnTo>
                    <a:pt x="0" y="2287445"/>
                  </a:lnTo>
                  <a:lnTo>
                    <a:pt x="4064394" y="2287445"/>
                  </a:lnTo>
                  <a:lnTo>
                    <a:pt x="4064394" y="886022"/>
                  </a:lnTo>
                  <a:cubicBezTo>
                    <a:pt x="3976365" y="849505"/>
                    <a:pt x="3877634" y="848441"/>
                    <a:pt x="3788843" y="88306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" name="Google Shape;91;p9"/>
            <p:cNvSpPr/>
            <p:nvPr/>
          </p:nvSpPr>
          <p:spPr>
            <a:xfrm>
              <a:off x="-1" y="-1181"/>
              <a:ext cx="9144884" cy="5147046"/>
            </a:xfrm>
            <a:custGeom>
              <a:avLst/>
              <a:gdLst/>
              <a:ahLst/>
              <a:cxnLst/>
              <a:rect l="l" t="t" r="r" b="b"/>
              <a:pathLst>
                <a:path w="4064393" h="2287576" extrusionOk="0">
                  <a:moveTo>
                    <a:pt x="3901965" y="939494"/>
                  </a:moveTo>
                  <a:cubicBezTo>
                    <a:pt x="3499701" y="855017"/>
                    <a:pt x="3568310" y="1206588"/>
                    <a:pt x="3260260" y="1099645"/>
                  </a:cubicBezTo>
                  <a:cubicBezTo>
                    <a:pt x="3067828" y="996184"/>
                    <a:pt x="3151603" y="860929"/>
                    <a:pt x="3127442" y="700317"/>
                  </a:cubicBezTo>
                  <a:cubicBezTo>
                    <a:pt x="3105645" y="624183"/>
                    <a:pt x="3033622" y="575901"/>
                    <a:pt x="2981098" y="516715"/>
                  </a:cubicBezTo>
                  <a:cubicBezTo>
                    <a:pt x="2857471" y="377387"/>
                    <a:pt x="2848871" y="151612"/>
                    <a:pt x="2954837" y="0"/>
                  </a:cubicBezTo>
                  <a:lnTo>
                    <a:pt x="0" y="0"/>
                  </a:lnTo>
                  <a:lnTo>
                    <a:pt x="0" y="2287576"/>
                  </a:lnTo>
                  <a:lnTo>
                    <a:pt x="4064394" y="2287576"/>
                  </a:lnTo>
                  <a:lnTo>
                    <a:pt x="4064394" y="955128"/>
                  </a:lnTo>
                  <a:cubicBezTo>
                    <a:pt x="4010557" y="955588"/>
                    <a:pt x="3955277" y="947245"/>
                    <a:pt x="3901965" y="93949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" name="Google Shape;92;p9"/>
            <p:cNvSpPr/>
            <p:nvPr/>
          </p:nvSpPr>
          <p:spPr>
            <a:xfrm>
              <a:off x="-1" y="-1329"/>
              <a:ext cx="9144884" cy="5147195"/>
            </a:xfrm>
            <a:custGeom>
              <a:avLst/>
              <a:gdLst/>
              <a:ahLst/>
              <a:cxnLst/>
              <a:rect l="l" t="t" r="r" b="b"/>
              <a:pathLst>
                <a:path w="4064393" h="2287642" extrusionOk="0">
                  <a:moveTo>
                    <a:pt x="3897961" y="979695"/>
                  </a:moveTo>
                  <a:cubicBezTo>
                    <a:pt x="3674736" y="964390"/>
                    <a:pt x="3602516" y="1073895"/>
                    <a:pt x="3472718" y="1222747"/>
                  </a:cubicBezTo>
                  <a:cubicBezTo>
                    <a:pt x="3361105" y="1334420"/>
                    <a:pt x="3140244" y="1318720"/>
                    <a:pt x="3084963" y="1158306"/>
                  </a:cubicBezTo>
                  <a:cubicBezTo>
                    <a:pt x="3045899" y="1043086"/>
                    <a:pt x="3123962" y="918013"/>
                    <a:pt x="3106498" y="797538"/>
                  </a:cubicBezTo>
                  <a:cubicBezTo>
                    <a:pt x="3020688" y="502395"/>
                    <a:pt x="2709290" y="454573"/>
                    <a:pt x="2826877" y="0"/>
                  </a:cubicBezTo>
                  <a:lnTo>
                    <a:pt x="0" y="0"/>
                  </a:lnTo>
                  <a:lnTo>
                    <a:pt x="0" y="2287642"/>
                  </a:lnTo>
                  <a:lnTo>
                    <a:pt x="4064394" y="2287642"/>
                  </a:lnTo>
                  <a:lnTo>
                    <a:pt x="4064394" y="1009650"/>
                  </a:lnTo>
                  <a:cubicBezTo>
                    <a:pt x="4010098" y="993931"/>
                    <a:pt x="3954324" y="983893"/>
                    <a:pt x="3897961" y="979695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" name="Google Shape;93;p9"/>
            <p:cNvSpPr/>
            <p:nvPr/>
          </p:nvSpPr>
          <p:spPr>
            <a:xfrm>
              <a:off x="-1" y="-1329"/>
              <a:ext cx="9144884" cy="5147195"/>
            </a:xfrm>
            <a:custGeom>
              <a:avLst/>
              <a:gdLst/>
              <a:ahLst/>
              <a:cxnLst/>
              <a:rect l="l" t="t" r="r" b="b"/>
              <a:pathLst>
                <a:path w="4064393" h="2287642" extrusionOk="0">
                  <a:moveTo>
                    <a:pt x="3886668" y="1168356"/>
                  </a:moveTo>
                  <a:cubicBezTo>
                    <a:pt x="3523534" y="864476"/>
                    <a:pt x="3578093" y="1536875"/>
                    <a:pt x="3166834" y="1369892"/>
                  </a:cubicBezTo>
                  <a:cubicBezTo>
                    <a:pt x="2968952" y="1280029"/>
                    <a:pt x="2931661" y="1012343"/>
                    <a:pt x="3042091" y="838988"/>
                  </a:cubicBezTo>
                  <a:cubicBezTo>
                    <a:pt x="3075772" y="781641"/>
                    <a:pt x="3123043" y="717265"/>
                    <a:pt x="3097963" y="655648"/>
                  </a:cubicBezTo>
                  <a:cubicBezTo>
                    <a:pt x="3074787" y="598695"/>
                    <a:pt x="3004406" y="582076"/>
                    <a:pt x="2945711" y="563683"/>
                  </a:cubicBezTo>
                  <a:cubicBezTo>
                    <a:pt x="2704694" y="489125"/>
                    <a:pt x="2524210" y="251788"/>
                    <a:pt x="2514231" y="0"/>
                  </a:cubicBezTo>
                  <a:lnTo>
                    <a:pt x="0" y="0"/>
                  </a:lnTo>
                  <a:lnTo>
                    <a:pt x="0" y="2287642"/>
                  </a:lnTo>
                  <a:lnTo>
                    <a:pt x="4064394" y="2287642"/>
                  </a:lnTo>
                  <a:lnTo>
                    <a:pt x="4064394" y="1364506"/>
                  </a:lnTo>
                  <a:cubicBezTo>
                    <a:pt x="3994275" y="1309983"/>
                    <a:pt x="3950221" y="1229776"/>
                    <a:pt x="3886668" y="1168356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" name="Google Shape;94;p9"/>
            <p:cNvSpPr/>
            <p:nvPr/>
          </p:nvSpPr>
          <p:spPr>
            <a:xfrm>
              <a:off x="-1" y="-886"/>
              <a:ext cx="9144884" cy="5146749"/>
            </a:xfrm>
            <a:custGeom>
              <a:avLst/>
              <a:gdLst/>
              <a:ahLst/>
              <a:cxnLst/>
              <a:rect l="l" t="t" r="r" b="b"/>
              <a:pathLst>
                <a:path w="4064393" h="2287444" extrusionOk="0">
                  <a:moveTo>
                    <a:pt x="3860275" y="1412328"/>
                  </a:moveTo>
                  <a:cubicBezTo>
                    <a:pt x="3499570" y="1212171"/>
                    <a:pt x="3370166" y="1548765"/>
                    <a:pt x="3020622" y="1515723"/>
                  </a:cubicBezTo>
                  <a:cubicBezTo>
                    <a:pt x="2790832" y="1511322"/>
                    <a:pt x="2587895" y="1238973"/>
                    <a:pt x="2748288" y="1041181"/>
                  </a:cubicBezTo>
                  <a:cubicBezTo>
                    <a:pt x="2792933" y="989023"/>
                    <a:pt x="2861476" y="955785"/>
                    <a:pt x="2888657" y="892657"/>
                  </a:cubicBezTo>
                  <a:cubicBezTo>
                    <a:pt x="2920500" y="819019"/>
                    <a:pt x="2882092" y="731848"/>
                    <a:pt x="2824776" y="675552"/>
                  </a:cubicBezTo>
                  <a:cubicBezTo>
                    <a:pt x="2569577" y="494315"/>
                    <a:pt x="2383447" y="351243"/>
                    <a:pt x="2435314" y="0"/>
                  </a:cubicBezTo>
                  <a:lnTo>
                    <a:pt x="0" y="0"/>
                  </a:lnTo>
                  <a:lnTo>
                    <a:pt x="0" y="2287445"/>
                  </a:lnTo>
                  <a:lnTo>
                    <a:pt x="4064394" y="2287445"/>
                  </a:lnTo>
                  <a:lnTo>
                    <a:pt x="4064394" y="1502125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" name="Google Shape;95;p9"/>
            <p:cNvSpPr/>
            <p:nvPr/>
          </p:nvSpPr>
          <p:spPr>
            <a:xfrm>
              <a:off x="-1" y="-1032"/>
              <a:ext cx="9144884" cy="5146898"/>
            </a:xfrm>
            <a:custGeom>
              <a:avLst/>
              <a:gdLst/>
              <a:ahLst/>
              <a:cxnLst/>
              <a:rect l="l" t="t" r="r" b="b"/>
              <a:pathLst>
                <a:path w="4064393" h="2287510" extrusionOk="0">
                  <a:moveTo>
                    <a:pt x="3767571" y="1773029"/>
                  </a:moveTo>
                  <a:cubicBezTo>
                    <a:pt x="3678150" y="1745177"/>
                    <a:pt x="3601400" y="1686056"/>
                    <a:pt x="3513358" y="1654131"/>
                  </a:cubicBezTo>
                  <a:cubicBezTo>
                    <a:pt x="3253038" y="1560523"/>
                    <a:pt x="2846245" y="1725207"/>
                    <a:pt x="2683422" y="1432757"/>
                  </a:cubicBezTo>
                  <a:cubicBezTo>
                    <a:pt x="2593082" y="1250074"/>
                    <a:pt x="2741526" y="1029094"/>
                    <a:pt x="2694714" y="830711"/>
                  </a:cubicBezTo>
                  <a:cubicBezTo>
                    <a:pt x="2667271" y="714506"/>
                    <a:pt x="2577653" y="625234"/>
                    <a:pt x="2512064" y="525517"/>
                  </a:cubicBezTo>
                  <a:cubicBezTo>
                    <a:pt x="2410779" y="370063"/>
                    <a:pt x="2365609" y="184654"/>
                    <a:pt x="2384038" y="0"/>
                  </a:cubicBezTo>
                  <a:lnTo>
                    <a:pt x="0" y="0"/>
                  </a:lnTo>
                  <a:lnTo>
                    <a:pt x="0" y="2287511"/>
                  </a:lnTo>
                  <a:lnTo>
                    <a:pt x="4064394" y="2287511"/>
                  </a:lnTo>
                  <a:lnTo>
                    <a:pt x="4064394" y="1767774"/>
                  </a:lnTo>
                  <a:cubicBezTo>
                    <a:pt x="3965256" y="1794116"/>
                    <a:pt x="3864674" y="1803247"/>
                    <a:pt x="3767571" y="177302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6" name="Google Shape;96;p9"/>
          <p:cNvSpPr txBox="1">
            <a:spLocks noGrp="1"/>
          </p:cNvSpPr>
          <p:nvPr>
            <p:ph type="title"/>
          </p:nvPr>
        </p:nvSpPr>
        <p:spPr>
          <a:xfrm>
            <a:off x="609600" y="792567"/>
            <a:ext cx="6953600" cy="9552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9"/>
          <p:cNvSpPr txBox="1">
            <a:spLocks noGrp="1"/>
          </p:cNvSpPr>
          <p:nvPr>
            <p:ph type="sldNum" idx="12"/>
          </p:nvPr>
        </p:nvSpPr>
        <p:spPr>
          <a:xfrm>
            <a:off x="11307445" y="6333135"/>
            <a:ext cx="731600" cy="524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n">
                <a:solidFill>
                  <a:srgbClr val="CE0063"/>
                </a:solidFill>
              </a:rPr>
              <a:pPr/>
              <a:t>‹#›</a:t>
            </a:fld>
            <a:endParaRPr>
              <a:solidFill>
                <a:srgbClr val="CE006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3844433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" name="Google Shape;99;p10"/>
          <p:cNvGrpSpPr/>
          <p:nvPr/>
        </p:nvGrpSpPr>
        <p:grpSpPr>
          <a:xfrm>
            <a:off x="-20" y="1"/>
            <a:ext cx="12192000" cy="6857803"/>
            <a:chOff x="-15" y="1"/>
            <a:chExt cx="9144000" cy="5143352"/>
          </a:xfrm>
        </p:grpSpPr>
        <p:sp>
          <p:nvSpPr>
            <p:cNvPr id="100" name="Google Shape;100;p10"/>
            <p:cNvSpPr/>
            <p:nvPr/>
          </p:nvSpPr>
          <p:spPr>
            <a:xfrm>
              <a:off x="-15" y="594"/>
              <a:ext cx="9144000" cy="5142022"/>
            </a:xfrm>
            <a:custGeom>
              <a:avLst/>
              <a:gdLst/>
              <a:ahLst/>
              <a:cxnLst/>
              <a:rect l="l" t="t" r="r" b="b"/>
              <a:pathLst>
                <a:path w="4064000" h="2285343" extrusionOk="0">
                  <a:moveTo>
                    <a:pt x="4064000" y="0"/>
                  </a:moveTo>
                  <a:lnTo>
                    <a:pt x="3968014" y="0"/>
                  </a:lnTo>
                  <a:cubicBezTo>
                    <a:pt x="3943656" y="81653"/>
                    <a:pt x="3826660" y="80930"/>
                    <a:pt x="3801974" y="0"/>
                  </a:cubicBezTo>
                  <a:lnTo>
                    <a:pt x="0" y="0"/>
                  </a:lnTo>
                  <a:lnTo>
                    <a:pt x="0" y="2145687"/>
                  </a:lnTo>
                  <a:cubicBezTo>
                    <a:pt x="79376" y="2132549"/>
                    <a:pt x="158227" y="2203954"/>
                    <a:pt x="143652" y="2285343"/>
                  </a:cubicBezTo>
                  <a:lnTo>
                    <a:pt x="4064000" y="228534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" name="Google Shape;101;p10"/>
            <p:cNvSpPr/>
            <p:nvPr/>
          </p:nvSpPr>
          <p:spPr>
            <a:xfrm>
              <a:off x="-15" y="594"/>
              <a:ext cx="9144000" cy="5142465"/>
            </a:xfrm>
            <a:custGeom>
              <a:avLst/>
              <a:gdLst/>
              <a:ahLst/>
              <a:cxnLst/>
              <a:rect l="l" t="t" r="r" b="b"/>
              <a:pathLst>
                <a:path w="4064000" h="2285540" extrusionOk="0">
                  <a:moveTo>
                    <a:pt x="3963287" y="130920"/>
                  </a:moveTo>
                  <a:cubicBezTo>
                    <a:pt x="3873866" y="88944"/>
                    <a:pt x="3760678" y="180187"/>
                    <a:pt x="3705331" y="0"/>
                  </a:cubicBezTo>
                  <a:lnTo>
                    <a:pt x="0" y="0"/>
                  </a:lnTo>
                  <a:lnTo>
                    <a:pt x="0" y="1539766"/>
                  </a:lnTo>
                  <a:cubicBezTo>
                    <a:pt x="129076" y="1755950"/>
                    <a:pt x="-47797" y="2028037"/>
                    <a:pt x="237078" y="2154621"/>
                  </a:cubicBezTo>
                  <a:cubicBezTo>
                    <a:pt x="281985" y="2185298"/>
                    <a:pt x="326893" y="2229179"/>
                    <a:pt x="325514" y="2285541"/>
                  </a:cubicBezTo>
                  <a:lnTo>
                    <a:pt x="4064000" y="2285541"/>
                  </a:lnTo>
                  <a:lnTo>
                    <a:pt x="4064000" y="465346"/>
                  </a:lnTo>
                  <a:cubicBezTo>
                    <a:pt x="3972806" y="345725"/>
                    <a:pt x="4041218" y="187281"/>
                    <a:pt x="3963287" y="13092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" name="Google Shape;102;p10"/>
            <p:cNvSpPr/>
            <p:nvPr/>
          </p:nvSpPr>
          <p:spPr>
            <a:xfrm>
              <a:off x="-15" y="1"/>
              <a:ext cx="9144000" cy="5143352"/>
            </a:xfrm>
            <a:custGeom>
              <a:avLst/>
              <a:gdLst/>
              <a:ahLst/>
              <a:cxnLst/>
              <a:rect l="l" t="t" r="r" b="b"/>
              <a:pathLst>
                <a:path w="4064000" h="2285934" extrusionOk="0">
                  <a:moveTo>
                    <a:pt x="4064000" y="541546"/>
                  </a:moveTo>
                  <a:cubicBezTo>
                    <a:pt x="4012396" y="498322"/>
                    <a:pt x="3979175" y="432238"/>
                    <a:pt x="3979832" y="364643"/>
                  </a:cubicBezTo>
                  <a:cubicBezTo>
                    <a:pt x="4024017" y="50055"/>
                    <a:pt x="3727785" y="340666"/>
                    <a:pt x="3594047" y="0"/>
                  </a:cubicBezTo>
                  <a:lnTo>
                    <a:pt x="0" y="0"/>
                  </a:lnTo>
                  <a:lnTo>
                    <a:pt x="0" y="1422904"/>
                  </a:lnTo>
                  <a:cubicBezTo>
                    <a:pt x="175691" y="1522029"/>
                    <a:pt x="10570" y="1742221"/>
                    <a:pt x="70053" y="1889300"/>
                  </a:cubicBezTo>
                  <a:cubicBezTo>
                    <a:pt x="143914" y="2074742"/>
                    <a:pt x="474680" y="2055101"/>
                    <a:pt x="474746" y="2285934"/>
                  </a:cubicBezTo>
                  <a:lnTo>
                    <a:pt x="4064000" y="2285934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" name="Google Shape;103;p10"/>
            <p:cNvSpPr/>
            <p:nvPr/>
          </p:nvSpPr>
          <p:spPr>
            <a:xfrm>
              <a:off x="-15" y="594"/>
              <a:ext cx="9144000" cy="5142022"/>
            </a:xfrm>
            <a:custGeom>
              <a:avLst/>
              <a:gdLst/>
              <a:ahLst/>
              <a:cxnLst/>
              <a:rect l="l" t="t" r="r" b="b"/>
              <a:pathLst>
                <a:path w="4064000" h="2285343" extrusionOk="0">
                  <a:moveTo>
                    <a:pt x="4064000" y="821975"/>
                  </a:moveTo>
                  <a:cubicBezTo>
                    <a:pt x="3904854" y="719696"/>
                    <a:pt x="3874981" y="525583"/>
                    <a:pt x="3912076" y="353739"/>
                  </a:cubicBezTo>
                  <a:cubicBezTo>
                    <a:pt x="3859553" y="89995"/>
                    <a:pt x="3654252" y="499373"/>
                    <a:pt x="3544412" y="242527"/>
                  </a:cubicBezTo>
                  <a:cubicBezTo>
                    <a:pt x="3516575" y="165210"/>
                    <a:pt x="3536927" y="75346"/>
                    <a:pt x="3500818" y="0"/>
                  </a:cubicBezTo>
                  <a:lnTo>
                    <a:pt x="0" y="0"/>
                  </a:lnTo>
                  <a:lnTo>
                    <a:pt x="0" y="1294546"/>
                  </a:lnTo>
                  <a:cubicBezTo>
                    <a:pt x="325974" y="1577931"/>
                    <a:pt x="36372" y="1880366"/>
                    <a:pt x="390774" y="2094121"/>
                  </a:cubicBezTo>
                  <a:cubicBezTo>
                    <a:pt x="460762" y="2144505"/>
                    <a:pt x="536133" y="2199618"/>
                    <a:pt x="560491" y="2285343"/>
                  </a:cubicBezTo>
                  <a:lnTo>
                    <a:pt x="4064000" y="2285343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" name="Google Shape;104;p10"/>
            <p:cNvSpPr/>
            <p:nvPr/>
          </p:nvSpPr>
          <p:spPr>
            <a:xfrm>
              <a:off x="-15" y="1037"/>
              <a:ext cx="9144000" cy="5141430"/>
            </a:xfrm>
            <a:custGeom>
              <a:avLst/>
              <a:gdLst/>
              <a:ahLst/>
              <a:cxnLst/>
              <a:rect l="l" t="t" r="r" b="b"/>
              <a:pathLst>
                <a:path w="4064000" h="2285080" extrusionOk="0">
                  <a:moveTo>
                    <a:pt x="3795803" y="455689"/>
                  </a:moveTo>
                  <a:cubicBezTo>
                    <a:pt x="3726931" y="388883"/>
                    <a:pt x="3601662" y="435325"/>
                    <a:pt x="3523928" y="379095"/>
                  </a:cubicBezTo>
                  <a:cubicBezTo>
                    <a:pt x="3414745" y="300268"/>
                    <a:pt x="3491101" y="102739"/>
                    <a:pt x="3416911" y="0"/>
                  </a:cubicBezTo>
                  <a:lnTo>
                    <a:pt x="0" y="0"/>
                  </a:lnTo>
                  <a:lnTo>
                    <a:pt x="0" y="1221828"/>
                  </a:lnTo>
                  <a:cubicBezTo>
                    <a:pt x="123883" y="1346322"/>
                    <a:pt x="210606" y="1502927"/>
                    <a:pt x="250406" y="1674035"/>
                  </a:cubicBezTo>
                  <a:cubicBezTo>
                    <a:pt x="273056" y="1772569"/>
                    <a:pt x="281394" y="1878856"/>
                    <a:pt x="339761" y="1961362"/>
                  </a:cubicBezTo>
                  <a:cubicBezTo>
                    <a:pt x="403642" y="2051685"/>
                    <a:pt x="513679" y="2094383"/>
                    <a:pt x="604610" y="2157314"/>
                  </a:cubicBezTo>
                  <a:cubicBezTo>
                    <a:pt x="651093" y="2189436"/>
                    <a:pt x="694622" y="2234828"/>
                    <a:pt x="720359" y="2285080"/>
                  </a:cubicBezTo>
                  <a:lnTo>
                    <a:pt x="4064000" y="2285080"/>
                  </a:lnTo>
                  <a:lnTo>
                    <a:pt x="4064000" y="1160473"/>
                  </a:lnTo>
                  <a:cubicBezTo>
                    <a:pt x="3953766" y="987362"/>
                    <a:pt x="3879774" y="793715"/>
                    <a:pt x="3846356" y="591207"/>
                  </a:cubicBezTo>
                  <a:cubicBezTo>
                    <a:pt x="3838609" y="542662"/>
                    <a:pt x="3831125" y="489782"/>
                    <a:pt x="3795803" y="455689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" name="Google Shape;105;p10"/>
            <p:cNvSpPr/>
            <p:nvPr/>
          </p:nvSpPr>
          <p:spPr>
            <a:xfrm>
              <a:off x="-15" y="150"/>
              <a:ext cx="9144000" cy="5142465"/>
            </a:xfrm>
            <a:custGeom>
              <a:avLst/>
              <a:gdLst/>
              <a:ahLst/>
              <a:cxnLst/>
              <a:rect l="l" t="t" r="r" b="b"/>
              <a:pathLst>
                <a:path w="4064000" h="2285540" extrusionOk="0">
                  <a:moveTo>
                    <a:pt x="4064000" y="1293035"/>
                  </a:moveTo>
                  <a:lnTo>
                    <a:pt x="3812282" y="663991"/>
                  </a:lnTo>
                  <a:cubicBezTo>
                    <a:pt x="3789828" y="607958"/>
                    <a:pt x="3764945" y="548640"/>
                    <a:pt x="3716820" y="514941"/>
                  </a:cubicBezTo>
                  <a:cubicBezTo>
                    <a:pt x="3642369" y="462390"/>
                    <a:pt x="3534630" y="487417"/>
                    <a:pt x="3463788" y="429545"/>
                  </a:cubicBezTo>
                  <a:cubicBezTo>
                    <a:pt x="3343313" y="329565"/>
                    <a:pt x="3428204" y="100177"/>
                    <a:pt x="3307400" y="0"/>
                  </a:cubicBezTo>
                  <a:lnTo>
                    <a:pt x="0" y="0"/>
                  </a:lnTo>
                  <a:lnTo>
                    <a:pt x="0" y="1157912"/>
                  </a:lnTo>
                  <a:cubicBezTo>
                    <a:pt x="382108" y="1475521"/>
                    <a:pt x="221517" y="1854222"/>
                    <a:pt x="483084" y="2065217"/>
                  </a:cubicBezTo>
                  <a:cubicBezTo>
                    <a:pt x="561344" y="2118951"/>
                    <a:pt x="661467" y="2128279"/>
                    <a:pt x="747277" y="2168810"/>
                  </a:cubicBezTo>
                  <a:cubicBezTo>
                    <a:pt x="803228" y="2195657"/>
                    <a:pt x="851805" y="2235721"/>
                    <a:pt x="888828" y="2285540"/>
                  </a:cubicBezTo>
                  <a:lnTo>
                    <a:pt x="4064000" y="228554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6" name="Google Shape;106;p10"/>
          <p:cNvSpPr txBox="1">
            <a:spLocks noGrp="1"/>
          </p:cNvSpPr>
          <p:nvPr>
            <p:ph type="body" idx="1"/>
          </p:nvPr>
        </p:nvSpPr>
        <p:spPr>
          <a:xfrm>
            <a:off x="609600" y="5671879"/>
            <a:ext cx="10972800" cy="692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304792" algn="ctr" rtl="0">
              <a:spcBef>
                <a:spcPts val="480"/>
              </a:spcBef>
              <a:spcAft>
                <a:spcPts val="0"/>
              </a:spcAft>
              <a:buSzPts val="1800"/>
              <a:buNone/>
              <a:defRPr sz="2400"/>
            </a:lvl1pPr>
          </a:lstStyle>
          <a:p>
            <a:endParaRPr/>
          </a:p>
        </p:txBody>
      </p:sp>
      <p:sp>
        <p:nvSpPr>
          <p:cNvPr id="107" name="Google Shape;107;p10"/>
          <p:cNvSpPr txBox="1">
            <a:spLocks noGrp="1"/>
          </p:cNvSpPr>
          <p:nvPr>
            <p:ph type="sldNum" idx="12"/>
          </p:nvPr>
        </p:nvSpPr>
        <p:spPr>
          <a:xfrm>
            <a:off x="11307445" y="6333135"/>
            <a:ext cx="731600" cy="524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n">
                <a:solidFill>
                  <a:srgbClr val="CE0063"/>
                </a:solidFill>
              </a:rPr>
              <a:pPr/>
              <a:t>‹#›</a:t>
            </a:fld>
            <a:endParaRPr>
              <a:solidFill>
                <a:srgbClr val="CE006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9346291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- Corners" type="blank">
  <p:cSld name="Blank - Corners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9" name="Google Shape;109;p11"/>
          <p:cNvGrpSpPr/>
          <p:nvPr/>
        </p:nvGrpSpPr>
        <p:grpSpPr>
          <a:xfrm>
            <a:off x="-20" y="1"/>
            <a:ext cx="12192000" cy="6857803"/>
            <a:chOff x="-15" y="1"/>
            <a:chExt cx="9144000" cy="5143352"/>
          </a:xfrm>
        </p:grpSpPr>
        <p:sp>
          <p:nvSpPr>
            <p:cNvPr id="110" name="Google Shape;110;p11"/>
            <p:cNvSpPr/>
            <p:nvPr/>
          </p:nvSpPr>
          <p:spPr>
            <a:xfrm>
              <a:off x="-15" y="594"/>
              <a:ext cx="9144000" cy="5142022"/>
            </a:xfrm>
            <a:custGeom>
              <a:avLst/>
              <a:gdLst/>
              <a:ahLst/>
              <a:cxnLst/>
              <a:rect l="l" t="t" r="r" b="b"/>
              <a:pathLst>
                <a:path w="4064000" h="2285343" extrusionOk="0">
                  <a:moveTo>
                    <a:pt x="4064000" y="0"/>
                  </a:moveTo>
                  <a:lnTo>
                    <a:pt x="3968014" y="0"/>
                  </a:lnTo>
                  <a:cubicBezTo>
                    <a:pt x="3943656" y="81653"/>
                    <a:pt x="3826660" y="80930"/>
                    <a:pt x="3801974" y="0"/>
                  </a:cubicBezTo>
                  <a:lnTo>
                    <a:pt x="0" y="0"/>
                  </a:lnTo>
                  <a:lnTo>
                    <a:pt x="0" y="2145687"/>
                  </a:lnTo>
                  <a:cubicBezTo>
                    <a:pt x="79376" y="2132549"/>
                    <a:pt x="158227" y="2203954"/>
                    <a:pt x="143652" y="2285343"/>
                  </a:cubicBezTo>
                  <a:lnTo>
                    <a:pt x="4064000" y="228534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" name="Google Shape;111;p11"/>
            <p:cNvSpPr/>
            <p:nvPr/>
          </p:nvSpPr>
          <p:spPr>
            <a:xfrm>
              <a:off x="-15" y="594"/>
              <a:ext cx="9144000" cy="5142465"/>
            </a:xfrm>
            <a:custGeom>
              <a:avLst/>
              <a:gdLst/>
              <a:ahLst/>
              <a:cxnLst/>
              <a:rect l="l" t="t" r="r" b="b"/>
              <a:pathLst>
                <a:path w="4064000" h="2285540" extrusionOk="0">
                  <a:moveTo>
                    <a:pt x="3963287" y="130920"/>
                  </a:moveTo>
                  <a:cubicBezTo>
                    <a:pt x="3873866" y="88944"/>
                    <a:pt x="3760678" y="180187"/>
                    <a:pt x="3705331" y="0"/>
                  </a:cubicBezTo>
                  <a:lnTo>
                    <a:pt x="0" y="0"/>
                  </a:lnTo>
                  <a:lnTo>
                    <a:pt x="0" y="1539766"/>
                  </a:lnTo>
                  <a:cubicBezTo>
                    <a:pt x="129076" y="1755950"/>
                    <a:pt x="-47797" y="2028037"/>
                    <a:pt x="237078" y="2154621"/>
                  </a:cubicBezTo>
                  <a:cubicBezTo>
                    <a:pt x="281985" y="2185298"/>
                    <a:pt x="326893" y="2229179"/>
                    <a:pt x="325514" y="2285541"/>
                  </a:cubicBezTo>
                  <a:lnTo>
                    <a:pt x="4064000" y="2285541"/>
                  </a:lnTo>
                  <a:lnTo>
                    <a:pt x="4064000" y="465346"/>
                  </a:lnTo>
                  <a:cubicBezTo>
                    <a:pt x="3972806" y="345725"/>
                    <a:pt x="4041218" y="187281"/>
                    <a:pt x="3963287" y="13092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" name="Google Shape;112;p11"/>
            <p:cNvSpPr/>
            <p:nvPr/>
          </p:nvSpPr>
          <p:spPr>
            <a:xfrm>
              <a:off x="-15" y="1"/>
              <a:ext cx="9144000" cy="5143352"/>
            </a:xfrm>
            <a:custGeom>
              <a:avLst/>
              <a:gdLst/>
              <a:ahLst/>
              <a:cxnLst/>
              <a:rect l="l" t="t" r="r" b="b"/>
              <a:pathLst>
                <a:path w="4064000" h="2285934" extrusionOk="0">
                  <a:moveTo>
                    <a:pt x="4064000" y="541546"/>
                  </a:moveTo>
                  <a:cubicBezTo>
                    <a:pt x="4012396" y="498322"/>
                    <a:pt x="3979175" y="432238"/>
                    <a:pt x="3979832" y="364643"/>
                  </a:cubicBezTo>
                  <a:cubicBezTo>
                    <a:pt x="4024017" y="50055"/>
                    <a:pt x="3727785" y="340666"/>
                    <a:pt x="3594047" y="0"/>
                  </a:cubicBezTo>
                  <a:lnTo>
                    <a:pt x="0" y="0"/>
                  </a:lnTo>
                  <a:lnTo>
                    <a:pt x="0" y="1422904"/>
                  </a:lnTo>
                  <a:cubicBezTo>
                    <a:pt x="175691" y="1522029"/>
                    <a:pt x="10570" y="1742221"/>
                    <a:pt x="70053" y="1889300"/>
                  </a:cubicBezTo>
                  <a:cubicBezTo>
                    <a:pt x="143914" y="2074742"/>
                    <a:pt x="474680" y="2055101"/>
                    <a:pt x="474746" y="2285934"/>
                  </a:cubicBezTo>
                  <a:lnTo>
                    <a:pt x="4064000" y="2285934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" name="Google Shape;113;p11"/>
            <p:cNvSpPr/>
            <p:nvPr/>
          </p:nvSpPr>
          <p:spPr>
            <a:xfrm>
              <a:off x="-15" y="594"/>
              <a:ext cx="9144000" cy="5142022"/>
            </a:xfrm>
            <a:custGeom>
              <a:avLst/>
              <a:gdLst/>
              <a:ahLst/>
              <a:cxnLst/>
              <a:rect l="l" t="t" r="r" b="b"/>
              <a:pathLst>
                <a:path w="4064000" h="2285343" extrusionOk="0">
                  <a:moveTo>
                    <a:pt x="4064000" y="821975"/>
                  </a:moveTo>
                  <a:cubicBezTo>
                    <a:pt x="3904854" y="719696"/>
                    <a:pt x="3874981" y="525583"/>
                    <a:pt x="3912076" y="353739"/>
                  </a:cubicBezTo>
                  <a:cubicBezTo>
                    <a:pt x="3859553" y="89995"/>
                    <a:pt x="3654252" y="499373"/>
                    <a:pt x="3544412" y="242527"/>
                  </a:cubicBezTo>
                  <a:cubicBezTo>
                    <a:pt x="3516575" y="165210"/>
                    <a:pt x="3536927" y="75346"/>
                    <a:pt x="3500818" y="0"/>
                  </a:cubicBezTo>
                  <a:lnTo>
                    <a:pt x="0" y="0"/>
                  </a:lnTo>
                  <a:lnTo>
                    <a:pt x="0" y="1294546"/>
                  </a:lnTo>
                  <a:cubicBezTo>
                    <a:pt x="325974" y="1577931"/>
                    <a:pt x="36372" y="1880366"/>
                    <a:pt x="390774" y="2094121"/>
                  </a:cubicBezTo>
                  <a:cubicBezTo>
                    <a:pt x="460762" y="2144505"/>
                    <a:pt x="536133" y="2199618"/>
                    <a:pt x="560491" y="2285343"/>
                  </a:cubicBezTo>
                  <a:lnTo>
                    <a:pt x="4064000" y="2285343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" name="Google Shape;114;p11"/>
            <p:cNvSpPr/>
            <p:nvPr/>
          </p:nvSpPr>
          <p:spPr>
            <a:xfrm>
              <a:off x="-15" y="1037"/>
              <a:ext cx="9144000" cy="5141430"/>
            </a:xfrm>
            <a:custGeom>
              <a:avLst/>
              <a:gdLst/>
              <a:ahLst/>
              <a:cxnLst/>
              <a:rect l="l" t="t" r="r" b="b"/>
              <a:pathLst>
                <a:path w="4064000" h="2285080" extrusionOk="0">
                  <a:moveTo>
                    <a:pt x="3795803" y="455689"/>
                  </a:moveTo>
                  <a:cubicBezTo>
                    <a:pt x="3726931" y="388883"/>
                    <a:pt x="3601662" y="435325"/>
                    <a:pt x="3523928" y="379095"/>
                  </a:cubicBezTo>
                  <a:cubicBezTo>
                    <a:pt x="3414745" y="300268"/>
                    <a:pt x="3491101" y="102739"/>
                    <a:pt x="3416911" y="0"/>
                  </a:cubicBezTo>
                  <a:lnTo>
                    <a:pt x="0" y="0"/>
                  </a:lnTo>
                  <a:lnTo>
                    <a:pt x="0" y="1221828"/>
                  </a:lnTo>
                  <a:cubicBezTo>
                    <a:pt x="123883" y="1346322"/>
                    <a:pt x="210606" y="1502927"/>
                    <a:pt x="250406" y="1674035"/>
                  </a:cubicBezTo>
                  <a:cubicBezTo>
                    <a:pt x="273056" y="1772569"/>
                    <a:pt x="281394" y="1878856"/>
                    <a:pt x="339761" y="1961362"/>
                  </a:cubicBezTo>
                  <a:cubicBezTo>
                    <a:pt x="403642" y="2051685"/>
                    <a:pt x="513679" y="2094383"/>
                    <a:pt x="604610" y="2157314"/>
                  </a:cubicBezTo>
                  <a:cubicBezTo>
                    <a:pt x="651093" y="2189436"/>
                    <a:pt x="694622" y="2234828"/>
                    <a:pt x="720359" y="2285080"/>
                  </a:cubicBezTo>
                  <a:lnTo>
                    <a:pt x="4064000" y="2285080"/>
                  </a:lnTo>
                  <a:lnTo>
                    <a:pt x="4064000" y="1160473"/>
                  </a:lnTo>
                  <a:cubicBezTo>
                    <a:pt x="3953766" y="987362"/>
                    <a:pt x="3879774" y="793715"/>
                    <a:pt x="3846356" y="591207"/>
                  </a:cubicBezTo>
                  <a:cubicBezTo>
                    <a:pt x="3838609" y="542662"/>
                    <a:pt x="3831125" y="489782"/>
                    <a:pt x="3795803" y="455689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" name="Google Shape;115;p11"/>
            <p:cNvSpPr/>
            <p:nvPr/>
          </p:nvSpPr>
          <p:spPr>
            <a:xfrm>
              <a:off x="-15" y="150"/>
              <a:ext cx="9144000" cy="5142465"/>
            </a:xfrm>
            <a:custGeom>
              <a:avLst/>
              <a:gdLst/>
              <a:ahLst/>
              <a:cxnLst/>
              <a:rect l="l" t="t" r="r" b="b"/>
              <a:pathLst>
                <a:path w="4064000" h="2285540" extrusionOk="0">
                  <a:moveTo>
                    <a:pt x="4064000" y="1293035"/>
                  </a:moveTo>
                  <a:lnTo>
                    <a:pt x="3812282" y="663991"/>
                  </a:lnTo>
                  <a:cubicBezTo>
                    <a:pt x="3789828" y="607958"/>
                    <a:pt x="3764945" y="548640"/>
                    <a:pt x="3716820" y="514941"/>
                  </a:cubicBezTo>
                  <a:cubicBezTo>
                    <a:pt x="3642369" y="462390"/>
                    <a:pt x="3534630" y="487417"/>
                    <a:pt x="3463788" y="429545"/>
                  </a:cubicBezTo>
                  <a:cubicBezTo>
                    <a:pt x="3343313" y="329565"/>
                    <a:pt x="3428204" y="100177"/>
                    <a:pt x="3307400" y="0"/>
                  </a:cubicBezTo>
                  <a:lnTo>
                    <a:pt x="0" y="0"/>
                  </a:lnTo>
                  <a:lnTo>
                    <a:pt x="0" y="1157912"/>
                  </a:lnTo>
                  <a:cubicBezTo>
                    <a:pt x="382108" y="1475521"/>
                    <a:pt x="221517" y="1854222"/>
                    <a:pt x="483084" y="2065217"/>
                  </a:cubicBezTo>
                  <a:cubicBezTo>
                    <a:pt x="561344" y="2118951"/>
                    <a:pt x="661467" y="2128279"/>
                    <a:pt x="747277" y="2168810"/>
                  </a:cubicBezTo>
                  <a:cubicBezTo>
                    <a:pt x="803228" y="2195657"/>
                    <a:pt x="851805" y="2235721"/>
                    <a:pt x="888828" y="2285540"/>
                  </a:cubicBezTo>
                  <a:lnTo>
                    <a:pt x="4064000" y="228554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6" name="Google Shape;116;p11"/>
          <p:cNvSpPr txBox="1">
            <a:spLocks noGrp="1"/>
          </p:cNvSpPr>
          <p:nvPr>
            <p:ph type="sldNum" idx="12"/>
          </p:nvPr>
        </p:nvSpPr>
        <p:spPr>
          <a:xfrm>
            <a:off x="11307445" y="6333135"/>
            <a:ext cx="731600" cy="524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n">
                <a:solidFill>
                  <a:srgbClr val="CE0063"/>
                </a:solidFill>
              </a:rPr>
              <a:pPr/>
              <a:t>‹#›</a:t>
            </a:fld>
            <a:endParaRPr>
              <a:solidFill>
                <a:srgbClr val="CE006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794045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- Center">
  <p:cSld name="Blank - Center">
    <p:bg>
      <p:bgPr>
        <a:gradFill>
          <a:gsLst>
            <a:gs pos="0">
              <a:schemeClr val="accent1"/>
            </a:gs>
            <a:gs pos="78000">
              <a:schemeClr val="dk2"/>
            </a:gs>
            <a:gs pos="100000">
              <a:schemeClr val="dk2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8" name="Google Shape;118;p12"/>
          <p:cNvGrpSpPr/>
          <p:nvPr/>
        </p:nvGrpSpPr>
        <p:grpSpPr>
          <a:xfrm>
            <a:off x="-20" y="-16"/>
            <a:ext cx="12192000" cy="6857013"/>
            <a:chOff x="-15" y="-12"/>
            <a:chExt cx="9144000" cy="5142760"/>
          </a:xfrm>
        </p:grpSpPr>
        <p:sp>
          <p:nvSpPr>
            <p:cNvPr id="119" name="Google Shape;119;p12"/>
            <p:cNvSpPr/>
            <p:nvPr/>
          </p:nvSpPr>
          <p:spPr>
            <a:xfrm>
              <a:off x="-15" y="-12"/>
              <a:ext cx="9144000" cy="5142022"/>
            </a:xfrm>
            <a:custGeom>
              <a:avLst/>
              <a:gdLst/>
              <a:ahLst/>
              <a:cxnLst/>
              <a:rect l="l" t="t" r="r" b="b"/>
              <a:pathLst>
                <a:path w="4064000" h="2285343" extrusionOk="0">
                  <a:moveTo>
                    <a:pt x="0" y="0"/>
                  </a:moveTo>
                  <a:lnTo>
                    <a:pt x="0" y="2285343"/>
                  </a:lnTo>
                  <a:lnTo>
                    <a:pt x="4064000" y="2285343"/>
                  </a:lnTo>
                  <a:lnTo>
                    <a:pt x="4064000" y="0"/>
                  </a:lnTo>
                  <a:close/>
                  <a:moveTo>
                    <a:pt x="3082140" y="1095966"/>
                  </a:moveTo>
                  <a:cubicBezTo>
                    <a:pt x="3009920" y="1483535"/>
                    <a:pt x="2684604" y="1652423"/>
                    <a:pt x="2340247" y="1756870"/>
                  </a:cubicBezTo>
                  <a:cubicBezTo>
                    <a:pt x="2062726" y="1889038"/>
                    <a:pt x="1710754" y="2209274"/>
                    <a:pt x="1410451" y="1968719"/>
                  </a:cubicBezTo>
                  <a:cubicBezTo>
                    <a:pt x="1225437" y="1799240"/>
                    <a:pt x="1294637" y="1499038"/>
                    <a:pt x="1163131" y="1300130"/>
                  </a:cubicBezTo>
                  <a:cubicBezTo>
                    <a:pt x="1007925" y="1131044"/>
                    <a:pt x="934129" y="954405"/>
                    <a:pt x="1065241" y="739731"/>
                  </a:cubicBezTo>
                  <a:cubicBezTo>
                    <a:pt x="1141071" y="619191"/>
                    <a:pt x="1267193" y="537210"/>
                    <a:pt x="1400931" y="488403"/>
                  </a:cubicBezTo>
                  <a:cubicBezTo>
                    <a:pt x="1570582" y="433092"/>
                    <a:pt x="1749227" y="457725"/>
                    <a:pt x="1892025" y="340141"/>
                  </a:cubicBezTo>
                  <a:cubicBezTo>
                    <a:pt x="2028520" y="295144"/>
                    <a:pt x="2144860" y="404583"/>
                    <a:pt x="2263825" y="452602"/>
                  </a:cubicBezTo>
                  <a:cubicBezTo>
                    <a:pt x="2464399" y="532086"/>
                    <a:pt x="2709749" y="457791"/>
                    <a:pt x="2894895" y="568544"/>
                  </a:cubicBezTo>
                  <a:cubicBezTo>
                    <a:pt x="3071701" y="674370"/>
                    <a:pt x="3124422" y="904546"/>
                    <a:pt x="3082140" y="109596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" name="Google Shape;120;p12"/>
            <p:cNvSpPr/>
            <p:nvPr/>
          </p:nvSpPr>
          <p:spPr>
            <a:xfrm>
              <a:off x="-15" y="-12"/>
              <a:ext cx="9144000" cy="5142022"/>
            </a:xfrm>
            <a:custGeom>
              <a:avLst/>
              <a:gdLst/>
              <a:ahLst/>
              <a:cxnLst/>
              <a:rect l="l" t="t" r="r" b="b"/>
              <a:pathLst>
                <a:path w="4064000" h="2285343" extrusionOk="0">
                  <a:moveTo>
                    <a:pt x="0" y="0"/>
                  </a:moveTo>
                  <a:lnTo>
                    <a:pt x="0" y="2285343"/>
                  </a:lnTo>
                  <a:lnTo>
                    <a:pt x="4064000" y="2285343"/>
                  </a:lnTo>
                  <a:lnTo>
                    <a:pt x="4064000" y="0"/>
                  </a:lnTo>
                  <a:close/>
                  <a:moveTo>
                    <a:pt x="2928181" y="1644672"/>
                  </a:moveTo>
                  <a:cubicBezTo>
                    <a:pt x="2752031" y="1744652"/>
                    <a:pt x="2539574" y="1757330"/>
                    <a:pt x="2353575" y="1837405"/>
                  </a:cubicBezTo>
                  <a:cubicBezTo>
                    <a:pt x="2238351" y="1887067"/>
                    <a:pt x="2135800" y="1961427"/>
                    <a:pt x="2027667" y="2025015"/>
                  </a:cubicBezTo>
                  <a:cubicBezTo>
                    <a:pt x="1831098" y="2157840"/>
                    <a:pt x="1492781" y="2223332"/>
                    <a:pt x="1363048" y="1974828"/>
                  </a:cubicBezTo>
                  <a:cubicBezTo>
                    <a:pt x="1295031" y="1831362"/>
                    <a:pt x="1366725" y="1645657"/>
                    <a:pt x="1283213" y="1510665"/>
                  </a:cubicBezTo>
                  <a:cubicBezTo>
                    <a:pt x="1230296" y="1425269"/>
                    <a:pt x="1129385" y="1384410"/>
                    <a:pt x="1051782" y="1320165"/>
                  </a:cubicBezTo>
                  <a:cubicBezTo>
                    <a:pt x="821992" y="1139256"/>
                    <a:pt x="837289" y="755825"/>
                    <a:pt x="1081129" y="594097"/>
                  </a:cubicBezTo>
                  <a:cubicBezTo>
                    <a:pt x="1196287" y="513825"/>
                    <a:pt x="1340398" y="491227"/>
                    <a:pt x="1474530" y="449580"/>
                  </a:cubicBezTo>
                  <a:cubicBezTo>
                    <a:pt x="1963063" y="306639"/>
                    <a:pt x="1790195" y="86842"/>
                    <a:pt x="2168495" y="320828"/>
                  </a:cubicBezTo>
                  <a:cubicBezTo>
                    <a:pt x="2375700" y="414830"/>
                    <a:pt x="2611268" y="397422"/>
                    <a:pt x="2823988" y="466462"/>
                  </a:cubicBezTo>
                  <a:cubicBezTo>
                    <a:pt x="3336485" y="633839"/>
                    <a:pt x="3403715" y="1390190"/>
                    <a:pt x="2928181" y="1644672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" name="Google Shape;121;p12"/>
            <p:cNvSpPr/>
            <p:nvPr/>
          </p:nvSpPr>
          <p:spPr>
            <a:xfrm>
              <a:off x="-15" y="-12"/>
              <a:ext cx="9144000" cy="5142760"/>
            </a:xfrm>
            <a:custGeom>
              <a:avLst/>
              <a:gdLst/>
              <a:ahLst/>
              <a:cxnLst/>
              <a:rect l="l" t="t" r="r" b="b"/>
              <a:pathLst>
                <a:path w="4064000" h="2285671" extrusionOk="0">
                  <a:moveTo>
                    <a:pt x="0" y="0"/>
                  </a:moveTo>
                  <a:lnTo>
                    <a:pt x="0" y="2285343"/>
                  </a:lnTo>
                  <a:lnTo>
                    <a:pt x="1470656" y="2285343"/>
                  </a:lnTo>
                  <a:cubicBezTo>
                    <a:pt x="1204690" y="2184378"/>
                    <a:pt x="1192479" y="1951180"/>
                    <a:pt x="1261088" y="1710493"/>
                  </a:cubicBezTo>
                  <a:cubicBezTo>
                    <a:pt x="1271330" y="1635344"/>
                    <a:pt x="1261088" y="1550013"/>
                    <a:pt x="1204165" y="1499761"/>
                  </a:cubicBezTo>
                  <a:cubicBezTo>
                    <a:pt x="1167793" y="1467507"/>
                    <a:pt x="1118814" y="1455157"/>
                    <a:pt x="1073448" y="1437290"/>
                  </a:cubicBezTo>
                  <a:cubicBezTo>
                    <a:pt x="859283" y="1352550"/>
                    <a:pt x="718586" y="1111732"/>
                    <a:pt x="749903" y="883395"/>
                  </a:cubicBezTo>
                  <a:cubicBezTo>
                    <a:pt x="781220" y="655057"/>
                    <a:pt x="981532" y="461076"/>
                    <a:pt x="1210665" y="437165"/>
                  </a:cubicBezTo>
                  <a:cubicBezTo>
                    <a:pt x="1329893" y="424749"/>
                    <a:pt x="1459298" y="444982"/>
                    <a:pt x="1559946" y="379949"/>
                  </a:cubicBezTo>
                  <a:cubicBezTo>
                    <a:pt x="1685083" y="299019"/>
                    <a:pt x="1663286" y="117190"/>
                    <a:pt x="1869834" y="106680"/>
                  </a:cubicBezTo>
                  <a:cubicBezTo>
                    <a:pt x="2081175" y="95644"/>
                    <a:pt x="2338737" y="351308"/>
                    <a:pt x="2756167" y="384350"/>
                  </a:cubicBezTo>
                  <a:cubicBezTo>
                    <a:pt x="2901919" y="395911"/>
                    <a:pt x="3039793" y="478024"/>
                    <a:pt x="3144840" y="580302"/>
                  </a:cubicBezTo>
                  <a:cubicBezTo>
                    <a:pt x="3559644" y="1035335"/>
                    <a:pt x="3159810" y="1809684"/>
                    <a:pt x="2608839" y="1934166"/>
                  </a:cubicBezTo>
                  <a:cubicBezTo>
                    <a:pt x="2494863" y="1963070"/>
                    <a:pt x="2375175" y="1970887"/>
                    <a:pt x="2263629" y="2009052"/>
                  </a:cubicBezTo>
                  <a:cubicBezTo>
                    <a:pt x="2066009" y="2076122"/>
                    <a:pt x="1907323" y="2233448"/>
                    <a:pt x="1702678" y="2285672"/>
                  </a:cubicBezTo>
                  <a:lnTo>
                    <a:pt x="4064000" y="2285672"/>
                  </a:lnTo>
                  <a:lnTo>
                    <a:pt x="406400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" name="Google Shape;122;p12"/>
            <p:cNvSpPr/>
            <p:nvPr/>
          </p:nvSpPr>
          <p:spPr>
            <a:xfrm>
              <a:off x="-15" y="-12"/>
              <a:ext cx="9144000" cy="5142022"/>
            </a:xfrm>
            <a:custGeom>
              <a:avLst/>
              <a:gdLst/>
              <a:ahLst/>
              <a:cxnLst/>
              <a:rect l="l" t="t" r="r" b="b"/>
              <a:pathLst>
                <a:path w="4064000" h="2285343" extrusionOk="0">
                  <a:moveTo>
                    <a:pt x="0" y="0"/>
                  </a:moveTo>
                  <a:lnTo>
                    <a:pt x="0" y="2285343"/>
                  </a:lnTo>
                  <a:lnTo>
                    <a:pt x="1416163" y="2285343"/>
                  </a:lnTo>
                  <a:cubicBezTo>
                    <a:pt x="1016131" y="2089260"/>
                    <a:pt x="1245462" y="1851791"/>
                    <a:pt x="1134375" y="1571953"/>
                  </a:cubicBezTo>
                  <a:cubicBezTo>
                    <a:pt x="1082245" y="1479988"/>
                    <a:pt x="974900" y="1438932"/>
                    <a:pt x="887646" y="1379746"/>
                  </a:cubicBezTo>
                  <a:cubicBezTo>
                    <a:pt x="644725" y="1237790"/>
                    <a:pt x="576970" y="844243"/>
                    <a:pt x="798356" y="660378"/>
                  </a:cubicBezTo>
                  <a:cubicBezTo>
                    <a:pt x="1191231" y="477761"/>
                    <a:pt x="1102598" y="589959"/>
                    <a:pt x="1414653" y="229454"/>
                  </a:cubicBezTo>
                  <a:cubicBezTo>
                    <a:pt x="1579183" y="67398"/>
                    <a:pt x="1821709" y="34618"/>
                    <a:pt x="2050515" y="52814"/>
                  </a:cubicBezTo>
                  <a:cubicBezTo>
                    <a:pt x="2243013" y="68120"/>
                    <a:pt x="2368281" y="221046"/>
                    <a:pt x="2554608" y="260788"/>
                  </a:cubicBezTo>
                  <a:cubicBezTo>
                    <a:pt x="2689462" y="289560"/>
                    <a:pt x="2831538" y="284962"/>
                    <a:pt x="2960483" y="339287"/>
                  </a:cubicBezTo>
                  <a:cubicBezTo>
                    <a:pt x="3426629" y="523218"/>
                    <a:pt x="3494318" y="1497133"/>
                    <a:pt x="3143658" y="1800356"/>
                  </a:cubicBezTo>
                  <a:cubicBezTo>
                    <a:pt x="3081681" y="1850543"/>
                    <a:pt x="3007557" y="1882797"/>
                    <a:pt x="2934418" y="1914459"/>
                  </a:cubicBezTo>
                  <a:cubicBezTo>
                    <a:pt x="2621642" y="2045838"/>
                    <a:pt x="2314051" y="2199487"/>
                    <a:pt x="1985254" y="2285343"/>
                  </a:cubicBezTo>
                  <a:lnTo>
                    <a:pt x="4064000" y="2285343"/>
                  </a:lnTo>
                  <a:lnTo>
                    <a:pt x="406400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" name="Google Shape;123;p12"/>
            <p:cNvSpPr/>
            <p:nvPr/>
          </p:nvSpPr>
          <p:spPr>
            <a:xfrm>
              <a:off x="5408537" y="-12"/>
              <a:ext cx="3735448" cy="5142022"/>
            </a:xfrm>
            <a:custGeom>
              <a:avLst/>
              <a:gdLst/>
              <a:ahLst/>
              <a:cxnLst/>
              <a:rect l="l" t="t" r="r" b="b"/>
              <a:pathLst>
                <a:path w="1660199" h="2285343" extrusionOk="0">
                  <a:moveTo>
                    <a:pt x="12277" y="0"/>
                  </a:moveTo>
                  <a:cubicBezTo>
                    <a:pt x="549133" y="201339"/>
                    <a:pt x="949098" y="345528"/>
                    <a:pt x="1082901" y="960974"/>
                  </a:cubicBezTo>
                  <a:cubicBezTo>
                    <a:pt x="1153480" y="1137745"/>
                    <a:pt x="1237780" y="1246921"/>
                    <a:pt x="1196090" y="1454435"/>
                  </a:cubicBezTo>
                  <a:cubicBezTo>
                    <a:pt x="1161162" y="1696304"/>
                    <a:pt x="946604" y="1836289"/>
                    <a:pt x="738676" y="1927860"/>
                  </a:cubicBezTo>
                  <a:lnTo>
                    <a:pt x="0" y="2285343"/>
                  </a:lnTo>
                  <a:lnTo>
                    <a:pt x="1660200" y="2285343"/>
                  </a:lnTo>
                  <a:lnTo>
                    <a:pt x="166020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" name="Google Shape;124;p12"/>
            <p:cNvSpPr/>
            <p:nvPr/>
          </p:nvSpPr>
          <p:spPr>
            <a:xfrm>
              <a:off x="6171372" y="-12"/>
              <a:ext cx="2972610" cy="5142317"/>
            </a:xfrm>
            <a:custGeom>
              <a:avLst/>
              <a:gdLst/>
              <a:ahLst/>
              <a:cxnLst/>
              <a:rect l="l" t="t" r="r" b="b"/>
              <a:pathLst>
                <a:path w="1321160" h="2285474" extrusionOk="0">
                  <a:moveTo>
                    <a:pt x="1321161" y="0"/>
                  </a:moveTo>
                  <a:lnTo>
                    <a:pt x="0" y="0"/>
                  </a:lnTo>
                  <a:cubicBezTo>
                    <a:pt x="438374" y="300136"/>
                    <a:pt x="961113" y="748862"/>
                    <a:pt x="991970" y="1313268"/>
                  </a:cubicBezTo>
                  <a:cubicBezTo>
                    <a:pt x="960391" y="1723828"/>
                    <a:pt x="665340" y="2083873"/>
                    <a:pt x="318226" y="2285475"/>
                  </a:cubicBezTo>
                  <a:lnTo>
                    <a:pt x="1321161" y="2285475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" name="Google Shape;125;p12"/>
            <p:cNvSpPr/>
            <p:nvPr/>
          </p:nvSpPr>
          <p:spPr>
            <a:xfrm>
              <a:off x="-15" y="-12"/>
              <a:ext cx="3691132" cy="5142022"/>
            </a:xfrm>
            <a:custGeom>
              <a:avLst/>
              <a:gdLst/>
              <a:ahLst/>
              <a:cxnLst/>
              <a:rect l="l" t="t" r="r" b="b"/>
              <a:pathLst>
                <a:path w="1640503" h="2285343" extrusionOk="0">
                  <a:moveTo>
                    <a:pt x="962295" y="2241265"/>
                  </a:moveTo>
                  <a:cubicBezTo>
                    <a:pt x="959603" y="1786562"/>
                    <a:pt x="1193923" y="1717653"/>
                    <a:pt x="698693" y="1419356"/>
                  </a:cubicBezTo>
                  <a:cubicBezTo>
                    <a:pt x="447303" y="1226032"/>
                    <a:pt x="409814" y="829857"/>
                    <a:pt x="619908" y="592652"/>
                  </a:cubicBezTo>
                  <a:cubicBezTo>
                    <a:pt x="713925" y="482688"/>
                    <a:pt x="844971" y="412334"/>
                    <a:pt x="972734" y="344608"/>
                  </a:cubicBezTo>
                  <a:cubicBezTo>
                    <a:pt x="1195499" y="230505"/>
                    <a:pt x="1411830" y="101556"/>
                    <a:pt x="1640504" y="0"/>
                  </a:cubicBezTo>
                  <a:lnTo>
                    <a:pt x="0" y="0"/>
                  </a:lnTo>
                  <a:lnTo>
                    <a:pt x="0" y="2285343"/>
                  </a:lnTo>
                  <a:lnTo>
                    <a:pt x="973587" y="2285343"/>
                  </a:lnTo>
                  <a:cubicBezTo>
                    <a:pt x="968722" y="2270957"/>
                    <a:pt x="964947" y="2256223"/>
                    <a:pt x="962295" y="2241265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" name="Google Shape;126;p12"/>
            <p:cNvSpPr/>
            <p:nvPr/>
          </p:nvSpPr>
          <p:spPr>
            <a:xfrm>
              <a:off x="-15" y="-12"/>
              <a:ext cx="2881318" cy="5142022"/>
            </a:xfrm>
            <a:custGeom>
              <a:avLst/>
              <a:gdLst/>
              <a:ahLst/>
              <a:cxnLst/>
              <a:rect l="l" t="t" r="r" b="b"/>
              <a:pathLst>
                <a:path w="1280586" h="2285343" extrusionOk="0">
                  <a:moveTo>
                    <a:pt x="814113" y="2168153"/>
                  </a:moveTo>
                  <a:cubicBezTo>
                    <a:pt x="750954" y="1388022"/>
                    <a:pt x="-112400" y="736578"/>
                    <a:pt x="1008121" y="209813"/>
                  </a:cubicBezTo>
                  <a:cubicBezTo>
                    <a:pt x="1135294" y="165669"/>
                    <a:pt x="1259183" y="161202"/>
                    <a:pt x="1280587" y="0"/>
                  </a:cubicBezTo>
                  <a:lnTo>
                    <a:pt x="0" y="0"/>
                  </a:lnTo>
                  <a:lnTo>
                    <a:pt x="0" y="2285343"/>
                  </a:lnTo>
                  <a:lnTo>
                    <a:pt x="838274" y="2285343"/>
                  </a:lnTo>
                  <a:cubicBezTo>
                    <a:pt x="821880" y="2248478"/>
                    <a:pt x="813640" y="2208499"/>
                    <a:pt x="814113" y="216815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7" name="Google Shape;127;p12"/>
          <p:cNvSpPr txBox="1">
            <a:spLocks noGrp="1"/>
          </p:cNvSpPr>
          <p:nvPr>
            <p:ph type="sldNum" idx="12"/>
          </p:nvPr>
        </p:nvSpPr>
        <p:spPr>
          <a:xfrm>
            <a:off x="11307445" y="6333135"/>
            <a:ext cx="731600" cy="524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n">
                <a:solidFill>
                  <a:srgbClr val="CE0063"/>
                </a:solidFill>
              </a:rPr>
              <a:pPr/>
              <a:t>‹#›</a:t>
            </a:fld>
            <a:endParaRPr>
              <a:solidFill>
                <a:srgbClr val="CE006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6614706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background">
  <p:cSld name="Image background">
    <p:bg>
      <p:bgPr>
        <a:gradFill>
          <a:gsLst>
            <a:gs pos="0">
              <a:schemeClr val="accent1"/>
            </a:gs>
            <a:gs pos="78000">
              <a:schemeClr val="dk2"/>
            </a:gs>
            <a:gs pos="100000">
              <a:schemeClr val="dk2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3"/>
          <p:cNvSpPr txBox="1">
            <a:spLocks noGrp="1"/>
          </p:cNvSpPr>
          <p:nvPr>
            <p:ph type="sldNum" idx="12"/>
          </p:nvPr>
        </p:nvSpPr>
        <p:spPr>
          <a:xfrm>
            <a:off x="11307445" y="6333135"/>
            <a:ext cx="731600" cy="524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fld id="{00000000-1234-1234-1234-123412341234}" type="slidenum">
              <a:rPr lang="en">
                <a:solidFill>
                  <a:srgbClr val="FFFFFF"/>
                </a:solidFill>
              </a:rPr>
              <a:pPr/>
              <a:t>‹#›</a:t>
            </a:fld>
            <a:endParaRPr>
              <a:solidFill>
                <a:srgbClr val="FFFFFF"/>
              </a:solidFill>
            </a:endParaRPr>
          </a:p>
        </p:txBody>
      </p:sp>
      <p:grpSp>
        <p:nvGrpSpPr>
          <p:cNvPr id="130" name="Google Shape;130;p13"/>
          <p:cNvGrpSpPr/>
          <p:nvPr/>
        </p:nvGrpSpPr>
        <p:grpSpPr>
          <a:xfrm>
            <a:off x="0" y="0"/>
            <a:ext cx="12192667" cy="6869371"/>
            <a:chOff x="0" y="0"/>
            <a:chExt cx="9144500" cy="5152028"/>
          </a:xfrm>
        </p:grpSpPr>
        <p:sp>
          <p:nvSpPr>
            <p:cNvPr id="131" name="Google Shape;131;p13"/>
            <p:cNvSpPr/>
            <p:nvPr/>
          </p:nvSpPr>
          <p:spPr>
            <a:xfrm>
              <a:off x="7448736" y="0"/>
              <a:ext cx="1695764" cy="2915696"/>
            </a:xfrm>
            <a:custGeom>
              <a:avLst/>
              <a:gdLst/>
              <a:ahLst/>
              <a:cxnLst/>
              <a:rect l="l" t="t" r="r" b="b"/>
              <a:pathLst>
                <a:path w="650341" h="1112861" extrusionOk="0">
                  <a:moveTo>
                    <a:pt x="132487" y="368402"/>
                  </a:moveTo>
                  <a:cubicBezTo>
                    <a:pt x="193589" y="418171"/>
                    <a:pt x="286581" y="396776"/>
                    <a:pt x="350869" y="441884"/>
                  </a:cubicBezTo>
                  <a:cubicBezTo>
                    <a:pt x="392368" y="471007"/>
                    <a:pt x="413854" y="522153"/>
                    <a:pt x="433215" y="570521"/>
                  </a:cubicBezTo>
                  <a:lnTo>
                    <a:pt x="650341" y="1112861"/>
                  </a:lnTo>
                  <a:lnTo>
                    <a:pt x="650341" y="0"/>
                  </a:lnTo>
                  <a:lnTo>
                    <a:pt x="0" y="0"/>
                  </a:lnTo>
                  <a:cubicBezTo>
                    <a:pt x="100428" y="87537"/>
                    <a:pt x="29356" y="282822"/>
                    <a:pt x="132487" y="36840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285750" dist="9525" algn="bl" rotWithShape="0">
                <a:schemeClr val="dk1">
                  <a:alpha val="6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" name="Google Shape;132;p13"/>
            <p:cNvSpPr/>
            <p:nvPr/>
          </p:nvSpPr>
          <p:spPr>
            <a:xfrm>
              <a:off x="0" y="2610500"/>
              <a:ext cx="1994013" cy="2541528"/>
            </a:xfrm>
            <a:custGeom>
              <a:avLst/>
              <a:gdLst/>
              <a:ahLst/>
              <a:cxnLst/>
              <a:rect l="l" t="t" r="r" b="b"/>
              <a:pathLst>
                <a:path w="764722" h="970049" extrusionOk="0">
                  <a:moveTo>
                    <a:pt x="644837" y="872178"/>
                  </a:moveTo>
                  <a:cubicBezTo>
                    <a:pt x="570748" y="837236"/>
                    <a:pt x="484322" y="829146"/>
                    <a:pt x="416799" y="782830"/>
                  </a:cubicBezTo>
                  <a:cubicBezTo>
                    <a:pt x="191078" y="600537"/>
                    <a:pt x="329601" y="274007"/>
                    <a:pt x="0" y="0"/>
                  </a:cubicBezTo>
                  <a:lnTo>
                    <a:pt x="0" y="970050"/>
                  </a:lnTo>
                  <a:lnTo>
                    <a:pt x="764723" y="970050"/>
                  </a:lnTo>
                  <a:cubicBezTo>
                    <a:pt x="733074" y="928390"/>
                    <a:pt x="691985" y="894843"/>
                    <a:pt x="644837" y="87217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285750" dist="9525" algn="bl" rotWithShape="0">
                <a:schemeClr val="dk1">
                  <a:alpha val="6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" name="Google Shape;133;p13"/>
            <p:cNvSpPr/>
            <p:nvPr/>
          </p:nvSpPr>
          <p:spPr>
            <a:xfrm>
              <a:off x="7692032" y="0"/>
              <a:ext cx="1452406" cy="2617388"/>
            </a:xfrm>
            <a:custGeom>
              <a:avLst/>
              <a:gdLst/>
              <a:ahLst/>
              <a:cxnLst/>
              <a:rect l="l" t="t" r="r" b="b"/>
              <a:pathLst>
                <a:path w="557011" h="999003" extrusionOk="0">
                  <a:moveTo>
                    <a:pt x="90868" y="324815"/>
                  </a:moveTo>
                  <a:cubicBezTo>
                    <a:pt x="157932" y="373401"/>
                    <a:pt x="266109" y="333291"/>
                    <a:pt x="325545" y="390980"/>
                  </a:cubicBezTo>
                  <a:cubicBezTo>
                    <a:pt x="355987" y="420538"/>
                    <a:pt x="362457" y="466177"/>
                    <a:pt x="369313" y="508050"/>
                  </a:cubicBezTo>
                  <a:cubicBezTo>
                    <a:pt x="398137" y="682691"/>
                    <a:pt x="461967" y="849694"/>
                    <a:pt x="557011" y="999003"/>
                  </a:cubicBezTo>
                  <a:lnTo>
                    <a:pt x="557011" y="0"/>
                  </a:lnTo>
                  <a:lnTo>
                    <a:pt x="0" y="0"/>
                  </a:lnTo>
                  <a:cubicBezTo>
                    <a:pt x="61367" y="89348"/>
                    <a:pt x="-2559" y="257176"/>
                    <a:pt x="90868" y="32481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" name="Google Shape;134;p13"/>
            <p:cNvSpPr/>
            <p:nvPr/>
          </p:nvSpPr>
          <p:spPr>
            <a:xfrm>
              <a:off x="0" y="2756070"/>
              <a:ext cx="1616827" cy="2395888"/>
            </a:xfrm>
            <a:custGeom>
              <a:avLst/>
              <a:gdLst/>
              <a:ahLst/>
              <a:cxnLst/>
              <a:rect l="l" t="t" r="r" b="b"/>
              <a:pathLst>
                <a:path w="620068" h="914461" extrusionOk="0">
                  <a:moveTo>
                    <a:pt x="521668" y="806930"/>
                  </a:moveTo>
                  <a:cubicBezTo>
                    <a:pt x="443185" y="752621"/>
                    <a:pt x="348214" y="715795"/>
                    <a:pt x="293099" y="637894"/>
                  </a:cubicBezTo>
                  <a:cubicBezTo>
                    <a:pt x="242692" y="566706"/>
                    <a:pt x="235498" y="474967"/>
                    <a:pt x="215847" y="389942"/>
                  </a:cubicBezTo>
                  <a:cubicBezTo>
                    <a:pt x="181547" y="242415"/>
                    <a:pt x="106799" y="107374"/>
                    <a:pt x="0" y="0"/>
                  </a:cubicBezTo>
                  <a:lnTo>
                    <a:pt x="0" y="914461"/>
                  </a:lnTo>
                  <a:lnTo>
                    <a:pt x="620068" y="914461"/>
                  </a:lnTo>
                  <a:cubicBezTo>
                    <a:pt x="597689" y="872130"/>
                    <a:pt x="560898" y="834169"/>
                    <a:pt x="521668" y="80693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" name="Google Shape;135;p13"/>
            <p:cNvSpPr/>
            <p:nvPr/>
          </p:nvSpPr>
          <p:spPr>
            <a:xfrm>
              <a:off x="7879130" y="0"/>
              <a:ext cx="1265261" cy="1852036"/>
            </a:xfrm>
            <a:custGeom>
              <a:avLst/>
              <a:gdLst/>
              <a:ahLst/>
              <a:cxnLst/>
              <a:rect l="l" t="t" r="r" b="b"/>
              <a:pathLst>
                <a:path w="485239" h="706884" extrusionOk="0">
                  <a:moveTo>
                    <a:pt x="36719" y="207021"/>
                  </a:moveTo>
                  <a:cubicBezTo>
                    <a:pt x="131763" y="428627"/>
                    <a:pt x="309225" y="75390"/>
                    <a:pt x="354273" y="302961"/>
                  </a:cubicBezTo>
                  <a:cubicBezTo>
                    <a:pt x="322286" y="451181"/>
                    <a:pt x="348020" y="618600"/>
                    <a:pt x="485239" y="706885"/>
                  </a:cubicBezTo>
                  <a:lnTo>
                    <a:pt x="485239" y="0"/>
                  </a:lnTo>
                  <a:lnTo>
                    <a:pt x="0" y="0"/>
                  </a:lnTo>
                  <a:cubicBezTo>
                    <a:pt x="29790" y="64523"/>
                    <a:pt x="12964" y="141073"/>
                    <a:pt x="36719" y="20702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" name="Google Shape;136;p13"/>
            <p:cNvSpPr/>
            <p:nvPr/>
          </p:nvSpPr>
          <p:spPr>
            <a:xfrm>
              <a:off x="0" y="2919658"/>
              <a:ext cx="1258526" cy="2232214"/>
            </a:xfrm>
            <a:custGeom>
              <a:avLst/>
              <a:gdLst/>
              <a:ahLst/>
              <a:cxnLst/>
              <a:rect l="l" t="t" r="r" b="b"/>
              <a:pathLst>
                <a:path w="482656" h="851990" extrusionOk="0">
                  <a:moveTo>
                    <a:pt x="337133" y="689788"/>
                  </a:moveTo>
                  <a:cubicBezTo>
                    <a:pt x="31384" y="505394"/>
                    <a:pt x="281053" y="244595"/>
                    <a:pt x="0" y="0"/>
                  </a:cubicBezTo>
                  <a:lnTo>
                    <a:pt x="0" y="851990"/>
                  </a:lnTo>
                  <a:lnTo>
                    <a:pt x="482656" y="851990"/>
                  </a:lnTo>
                  <a:cubicBezTo>
                    <a:pt x="460784" y="779667"/>
                    <a:pt x="396713" y="732723"/>
                    <a:pt x="337133" y="689788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7" name="Google Shape;137;p13"/>
            <p:cNvSpPr/>
            <p:nvPr/>
          </p:nvSpPr>
          <p:spPr>
            <a:xfrm>
              <a:off x="8089575" y="0"/>
              <a:ext cx="1054762" cy="1217967"/>
            </a:xfrm>
            <a:custGeom>
              <a:avLst/>
              <a:gdLst/>
              <a:ahLst/>
              <a:cxnLst/>
              <a:rect l="l" t="t" r="r" b="b"/>
              <a:pathLst>
                <a:path w="404511" h="464873" extrusionOk="0">
                  <a:moveTo>
                    <a:pt x="332087" y="312355"/>
                  </a:moveTo>
                  <a:cubicBezTo>
                    <a:pt x="331532" y="370648"/>
                    <a:pt x="360091" y="427541"/>
                    <a:pt x="404511" y="464873"/>
                  </a:cubicBezTo>
                  <a:lnTo>
                    <a:pt x="404511" y="0"/>
                  </a:lnTo>
                  <a:lnTo>
                    <a:pt x="0" y="0"/>
                  </a:lnTo>
                  <a:cubicBezTo>
                    <a:pt x="115854" y="290307"/>
                    <a:pt x="370086" y="41607"/>
                    <a:pt x="332087" y="312355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" name="Google Shape;138;p13"/>
            <p:cNvSpPr/>
            <p:nvPr/>
          </p:nvSpPr>
          <p:spPr>
            <a:xfrm>
              <a:off x="0" y="3209153"/>
              <a:ext cx="1067917" cy="1942573"/>
            </a:xfrm>
            <a:custGeom>
              <a:avLst/>
              <a:gdLst/>
              <a:ahLst/>
              <a:cxnLst/>
              <a:rect l="l" t="t" r="r" b="b"/>
              <a:pathLst>
                <a:path w="409556" h="741440" extrusionOk="0">
                  <a:moveTo>
                    <a:pt x="60353" y="402089"/>
                  </a:moveTo>
                  <a:cubicBezTo>
                    <a:pt x="9029" y="275481"/>
                    <a:pt x="151438" y="85556"/>
                    <a:pt x="0" y="0"/>
                  </a:cubicBezTo>
                  <a:lnTo>
                    <a:pt x="0" y="741441"/>
                  </a:lnTo>
                  <a:lnTo>
                    <a:pt x="409556" y="741441"/>
                  </a:lnTo>
                  <a:cubicBezTo>
                    <a:pt x="406756" y="545262"/>
                    <a:pt x="123748" y="561248"/>
                    <a:pt x="60353" y="402089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" name="Google Shape;139;p13"/>
            <p:cNvSpPr/>
            <p:nvPr/>
          </p:nvSpPr>
          <p:spPr>
            <a:xfrm>
              <a:off x="8338976" y="0"/>
              <a:ext cx="805298" cy="1045498"/>
            </a:xfrm>
            <a:custGeom>
              <a:avLst/>
              <a:gdLst/>
              <a:ahLst/>
              <a:cxnLst/>
              <a:rect l="l" t="t" r="r" b="b"/>
              <a:pathLst>
                <a:path w="308839" h="399045" extrusionOk="0">
                  <a:moveTo>
                    <a:pt x="221931" y="110694"/>
                  </a:moveTo>
                  <a:cubicBezTo>
                    <a:pt x="289164" y="159280"/>
                    <a:pt x="230259" y="295813"/>
                    <a:pt x="308839" y="399046"/>
                  </a:cubicBezTo>
                  <a:lnTo>
                    <a:pt x="308839" y="0"/>
                  </a:lnTo>
                  <a:lnTo>
                    <a:pt x="0" y="0"/>
                  </a:lnTo>
                  <a:cubicBezTo>
                    <a:pt x="48114" y="152398"/>
                    <a:pt x="145137" y="74666"/>
                    <a:pt x="221931" y="11069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" name="Google Shape;140;p13"/>
            <p:cNvSpPr/>
            <p:nvPr/>
          </p:nvSpPr>
          <p:spPr>
            <a:xfrm>
              <a:off x="0" y="3473794"/>
              <a:ext cx="731962" cy="1677798"/>
            </a:xfrm>
            <a:custGeom>
              <a:avLst/>
              <a:gdLst/>
              <a:ahLst/>
              <a:cxnLst/>
              <a:rect l="l" t="t" r="r" b="b"/>
              <a:pathLst>
                <a:path w="280714" h="640381" extrusionOk="0">
                  <a:moveTo>
                    <a:pt x="204452" y="530242"/>
                  </a:moveTo>
                  <a:cubicBezTo>
                    <a:pt x="-41306" y="421045"/>
                    <a:pt x="111050" y="186471"/>
                    <a:pt x="0" y="0"/>
                  </a:cubicBezTo>
                  <a:lnTo>
                    <a:pt x="0" y="640381"/>
                  </a:lnTo>
                  <a:lnTo>
                    <a:pt x="280715" y="640381"/>
                  </a:lnTo>
                  <a:cubicBezTo>
                    <a:pt x="280377" y="593220"/>
                    <a:pt x="242475" y="556201"/>
                    <a:pt x="204452" y="530242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" name="Google Shape;141;p13"/>
            <p:cNvSpPr/>
            <p:nvPr/>
          </p:nvSpPr>
          <p:spPr>
            <a:xfrm>
              <a:off x="8556976" y="0"/>
              <a:ext cx="369694" cy="131794"/>
            </a:xfrm>
            <a:custGeom>
              <a:avLst/>
              <a:gdLst/>
              <a:ahLst/>
              <a:cxnLst/>
              <a:rect l="l" t="t" r="r" b="b"/>
              <a:pathLst>
                <a:path w="141781" h="50303" extrusionOk="0">
                  <a:moveTo>
                    <a:pt x="141782" y="0"/>
                  </a:moveTo>
                  <a:lnTo>
                    <a:pt x="0" y="0"/>
                  </a:lnTo>
                  <a:cubicBezTo>
                    <a:pt x="22572" y="66793"/>
                    <a:pt x="119499" y="67349"/>
                    <a:pt x="14178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" name="Google Shape;142;p13"/>
            <p:cNvSpPr/>
            <p:nvPr/>
          </p:nvSpPr>
          <p:spPr>
            <a:xfrm>
              <a:off x="0" y="4839027"/>
              <a:ext cx="326660" cy="311874"/>
            </a:xfrm>
            <a:custGeom>
              <a:avLst/>
              <a:gdLst/>
              <a:ahLst/>
              <a:cxnLst/>
              <a:rect l="l" t="t" r="r" b="b"/>
              <a:pathLst>
                <a:path w="125277" h="119036" extrusionOk="0">
                  <a:moveTo>
                    <a:pt x="0" y="1339"/>
                  </a:moveTo>
                  <a:lnTo>
                    <a:pt x="0" y="119037"/>
                  </a:lnTo>
                  <a:lnTo>
                    <a:pt x="124231" y="119037"/>
                  </a:lnTo>
                  <a:cubicBezTo>
                    <a:pt x="134491" y="50143"/>
                    <a:pt x="67596" y="-9793"/>
                    <a:pt x="0" y="133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0678202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bg>
      <p:bgPr>
        <a:gradFill>
          <a:gsLst>
            <a:gs pos="0">
              <a:schemeClr val="accent1"/>
            </a:gs>
            <a:gs pos="37000">
              <a:schemeClr val="dk2"/>
            </a:gs>
            <a:gs pos="100000">
              <a:schemeClr val="dk2"/>
            </a:gs>
          </a:gsLst>
          <a:lin ang="10800025" scaled="0"/>
        </a:gra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-11" y="-17"/>
            <a:ext cx="10281021" cy="6856029"/>
            <a:chOff x="-8" y="-13"/>
            <a:chExt cx="7710766" cy="5142022"/>
          </a:xfrm>
        </p:grpSpPr>
        <p:sp>
          <p:nvSpPr>
            <p:cNvPr id="11" name="Google Shape;11;p2"/>
            <p:cNvSpPr/>
            <p:nvPr/>
          </p:nvSpPr>
          <p:spPr>
            <a:xfrm>
              <a:off x="-8" y="-13"/>
              <a:ext cx="7710766" cy="5142022"/>
            </a:xfrm>
            <a:custGeom>
              <a:avLst/>
              <a:gdLst/>
              <a:ahLst/>
              <a:cxnLst/>
              <a:rect l="l" t="t" r="r" b="b"/>
              <a:pathLst>
                <a:path w="3427007" h="2285343" extrusionOk="0">
                  <a:moveTo>
                    <a:pt x="3264200" y="1931013"/>
                  </a:moveTo>
                  <a:cubicBezTo>
                    <a:pt x="3059555" y="1738083"/>
                    <a:pt x="2707189" y="1625228"/>
                    <a:pt x="2663923" y="1311888"/>
                  </a:cubicBezTo>
                  <a:cubicBezTo>
                    <a:pt x="2646918" y="776320"/>
                    <a:pt x="3405816" y="668129"/>
                    <a:pt x="3258554" y="0"/>
                  </a:cubicBezTo>
                  <a:lnTo>
                    <a:pt x="0" y="0"/>
                  </a:lnTo>
                  <a:lnTo>
                    <a:pt x="0" y="2285343"/>
                  </a:lnTo>
                  <a:lnTo>
                    <a:pt x="3426103" y="2285343"/>
                  </a:lnTo>
                  <a:cubicBezTo>
                    <a:pt x="3436148" y="2153964"/>
                    <a:pt x="3361302" y="2023504"/>
                    <a:pt x="3264200" y="193101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-8" y="-13"/>
              <a:ext cx="7536339" cy="5142022"/>
            </a:xfrm>
            <a:custGeom>
              <a:avLst/>
              <a:gdLst/>
              <a:ahLst/>
              <a:cxnLst/>
              <a:rect l="l" t="t" r="r" b="b"/>
              <a:pathLst>
                <a:path w="3349484" h="2285343" extrusionOk="0">
                  <a:moveTo>
                    <a:pt x="3135123" y="1986849"/>
                  </a:moveTo>
                  <a:cubicBezTo>
                    <a:pt x="3002568" y="1888315"/>
                    <a:pt x="2836659" y="1848901"/>
                    <a:pt x="2687952" y="1777628"/>
                  </a:cubicBezTo>
                  <a:cubicBezTo>
                    <a:pt x="2379377" y="1643884"/>
                    <a:pt x="2269472" y="1317800"/>
                    <a:pt x="2551129" y="1092748"/>
                  </a:cubicBezTo>
                  <a:cubicBezTo>
                    <a:pt x="2647246" y="1012409"/>
                    <a:pt x="2763520" y="961040"/>
                    <a:pt x="2873688" y="901459"/>
                  </a:cubicBezTo>
                  <a:cubicBezTo>
                    <a:pt x="3268796" y="717528"/>
                    <a:pt x="3285865" y="371278"/>
                    <a:pt x="3154688" y="0"/>
                  </a:cubicBezTo>
                  <a:lnTo>
                    <a:pt x="0" y="0"/>
                  </a:lnTo>
                  <a:lnTo>
                    <a:pt x="0" y="2285343"/>
                  </a:lnTo>
                  <a:lnTo>
                    <a:pt x="3349485" y="2285343"/>
                  </a:lnTo>
                  <a:cubicBezTo>
                    <a:pt x="3310420" y="2166169"/>
                    <a:pt x="3235575" y="2061939"/>
                    <a:pt x="3135123" y="1986849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-8" y="-13"/>
              <a:ext cx="6852517" cy="5142022"/>
            </a:xfrm>
            <a:custGeom>
              <a:avLst/>
              <a:gdLst/>
              <a:ahLst/>
              <a:cxnLst/>
              <a:rect l="l" t="t" r="r" b="b"/>
              <a:pathLst>
                <a:path w="3045563" h="2285343" extrusionOk="0">
                  <a:moveTo>
                    <a:pt x="2807574" y="2063115"/>
                  </a:moveTo>
                  <a:cubicBezTo>
                    <a:pt x="2956478" y="1994404"/>
                    <a:pt x="2840008" y="1887198"/>
                    <a:pt x="2727411" y="1875177"/>
                  </a:cubicBezTo>
                  <a:cubicBezTo>
                    <a:pt x="2250301" y="1750695"/>
                    <a:pt x="2181824" y="1070150"/>
                    <a:pt x="2624661" y="853112"/>
                  </a:cubicBezTo>
                  <a:cubicBezTo>
                    <a:pt x="2701215" y="814552"/>
                    <a:pt x="2785909" y="794451"/>
                    <a:pt x="2863446" y="757796"/>
                  </a:cubicBezTo>
                  <a:cubicBezTo>
                    <a:pt x="3297881" y="540560"/>
                    <a:pt x="2793262" y="253036"/>
                    <a:pt x="2983397" y="0"/>
                  </a:cubicBezTo>
                  <a:lnTo>
                    <a:pt x="0" y="0"/>
                  </a:lnTo>
                  <a:lnTo>
                    <a:pt x="0" y="2285343"/>
                  </a:lnTo>
                  <a:lnTo>
                    <a:pt x="2681190" y="2285343"/>
                  </a:lnTo>
                  <a:cubicBezTo>
                    <a:pt x="2683685" y="2196596"/>
                    <a:pt x="2730299" y="2108047"/>
                    <a:pt x="2807574" y="2063115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-8" y="-13"/>
              <a:ext cx="6478551" cy="5142022"/>
            </a:xfrm>
            <a:custGeom>
              <a:avLst/>
              <a:gdLst/>
              <a:ahLst/>
              <a:cxnLst/>
              <a:rect l="l" t="t" r="r" b="b"/>
              <a:pathLst>
                <a:path w="2879356" h="2285343" extrusionOk="0">
                  <a:moveTo>
                    <a:pt x="2483636" y="1975748"/>
                  </a:moveTo>
                  <a:cubicBezTo>
                    <a:pt x="2425729" y="1949472"/>
                    <a:pt x="2357974" y="1946319"/>
                    <a:pt x="2304203" y="1912292"/>
                  </a:cubicBezTo>
                  <a:cubicBezTo>
                    <a:pt x="2200338" y="1846602"/>
                    <a:pt x="2149981" y="1693020"/>
                    <a:pt x="2194297" y="1578391"/>
                  </a:cubicBezTo>
                  <a:cubicBezTo>
                    <a:pt x="2362898" y="1262161"/>
                    <a:pt x="2082226" y="851863"/>
                    <a:pt x="2213994" y="698938"/>
                  </a:cubicBezTo>
                  <a:cubicBezTo>
                    <a:pt x="2289890" y="640671"/>
                    <a:pt x="2476086" y="701106"/>
                    <a:pt x="2569840" y="720484"/>
                  </a:cubicBezTo>
                  <a:cubicBezTo>
                    <a:pt x="3121795" y="827427"/>
                    <a:pt x="2785252" y="260657"/>
                    <a:pt x="2696422" y="0"/>
                  </a:cubicBezTo>
                  <a:lnTo>
                    <a:pt x="0" y="0"/>
                  </a:lnTo>
                  <a:lnTo>
                    <a:pt x="0" y="2285343"/>
                  </a:lnTo>
                  <a:lnTo>
                    <a:pt x="2605819" y="2285343"/>
                  </a:lnTo>
                  <a:cubicBezTo>
                    <a:pt x="2646787" y="2172291"/>
                    <a:pt x="2595314" y="2026460"/>
                    <a:pt x="2483636" y="197574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-8" y="-13"/>
              <a:ext cx="6272190" cy="5142022"/>
            </a:xfrm>
            <a:custGeom>
              <a:avLst/>
              <a:gdLst/>
              <a:ahLst/>
              <a:cxnLst/>
              <a:rect l="l" t="t" r="r" b="b"/>
              <a:pathLst>
                <a:path w="2787640" h="2285343" extrusionOk="0">
                  <a:moveTo>
                    <a:pt x="2551129" y="2165460"/>
                  </a:moveTo>
                  <a:cubicBezTo>
                    <a:pt x="2474839" y="1961822"/>
                    <a:pt x="2182086" y="2092478"/>
                    <a:pt x="2041192" y="1984090"/>
                  </a:cubicBezTo>
                  <a:cubicBezTo>
                    <a:pt x="1755530" y="1606309"/>
                    <a:pt x="2254765" y="1476178"/>
                    <a:pt x="2067125" y="765219"/>
                  </a:cubicBezTo>
                  <a:cubicBezTo>
                    <a:pt x="2053010" y="702617"/>
                    <a:pt x="2051631" y="620702"/>
                    <a:pt x="2107765" y="589762"/>
                  </a:cubicBezTo>
                  <a:cubicBezTo>
                    <a:pt x="2139214" y="572223"/>
                    <a:pt x="2178081" y="579120"/>
                    <a:pt x="2213403" y="586543"/>
                  </a:cubicBezTo>
                  <a:cubicBezTo>
                    <a:pt x="2363423" y="609994"/>
                    <a:pt x="2512983" y="669378"/>
                    <a:pt x="2665433" y="663991"/>
                  </a:cubicBezTo>
                  <a:cubicBezTo>
                    <a:pt x="2829568" y="636467"/>
                    <a:pt x="2809872" y="484724"/>
                    <a:pt x="2714805" y="382445"/>
                  </a:cubicBezTo>
                  <a:cubicBezTo>
                    <a:pt x="2614157" y="255007"/>
                    <a:pt x="2513443" y="127523"/>
                    <a:pt x="2412795" y="0"/>
                  </a:cubicBezTo>
                  <a:lnTo>
                    <a:pt x="0" y="0"/>
                  </a:lnTo>
                  <a:lnTo>
                    <a:pt x="0" y="2285343"/>
                  </a:lnTo>
                  <a:lnTo>
                    <a:pt x="2536094" y="2285343"/>
                  </a:lnTo>
                  <a:cubicBezTo>
                    <a:pt x="2555134" y="2247966"/>
                    <a:pt x="2563012" y="2205202"/>
                    <a:pt x="2551129" y="216546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-8" y="-13"/>
              <a:ext cx="5978795" cy="5142022"/>
            </a:xfrm>
            <a:custGeom>
              <a:avLst/>
              <a:gdLst/>
              <a:ahLst/>
              <a:cxnLst/>
              <a:rect l="l" t="t" r="r" b="b"/>
              <a:pathLst>
                <a:path w="2657242" h="2285343" extrusionOk="0">
                  <a:moveTo>
                    <a:pt x="2007248" y="2113499"/>
                  </a:moveTo>
                  <a:cubicBezTo>
                    <a:pt x="1570122" y="1477098"/>
                    <a:pt x="2433082" y="1775854"/>
                    <a:pt x="2003441" y="835244"/>
                  </a:cubicBezTo>
                  <a:cubicBezTo>
                    <a:pt x="1977901" y="745052"/>
                    <a:pt x="1922620" y="648094"/>
                    <a:pt x="1965558" y="564800"/>
                  </a:cubicBezTo>
                  <a:cubicBezTo>
                    <a:pt x="2004426" y="489322"/>
                    <a:pt x="2106518" y="470798"/>
                    <a:pt x="2189570" y="488337"/>
                  </a:cubicBezTo>
                  <a:cubicBezTo>
                    <a:pt x="2272623" y="505876"/>
                    <a:pt x="2348716" y="549428"/>
                    <a:pt x="2432491" y="564274"/>
                  </a:cubicBezTo>
                  <a:cubicBezTo>
                    <a:pt x="2646524" y="602374"/>
                    <a:pt x="2740016" y="398211"/>
                    <a:pt x="2567739" y="263810"/>
                  </a:cubicBezTo>
                  <a:cubicBezTo>
                    <a:pt x="2468142" y="185967"/>
                    <a:pt x="2311687" y="141430"/>
                    <a:pt x="2287855" y="0"/>
                  </a:cubicBezTo>
                  <a:lnTo>
                    <a:pt x="0" y="0"/>
                  </a:lnTo>
                  <a:lnTo>
                    <a:pt x="0" y="2285343"/>
                  </a:lnTo>
                  <a:lnTo>
                    <a:pt x="2023268" y="2285343"/>
                  </a:lnTo>
                  <a:cubicBezTo>
                    <a:pt x="2055570" y="2233645"/>
                    <a:pt x="2039156" y="2165000"/>
                    <a:pt x="2007248" y="211349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" name="Google Shape;17;p2"/>
          <p:cNvSpPr txBox="1">
            <a:spLocks noGrp="1"/>
          </p:cNvSpPr>
          <p:nvPr>
            <p:ph type="ctrTitle"/>
          </p:nvPr>
        </p:nvSpPr>
        <p:spPr>
          <a:xfrm>
            <a:off x="914400" y="878100"/>
            <a:ext cx="4826800" cy="5101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4975219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ubtitle">
  <p:cSld name="Subtitle">
    <p:bg>
      <p:bgPr>
        <a:gradFill>
          <a:gsLst>
            <a:gs pos="0">
              <a:schemeClr val="accent1"/>
            </a:gs>
            <a:gs pos="37000">
              <a:schemeClr val="dk2"/>
            </a:gs>
            <a:gs pos="100000">
              <a:schemeClr val="dk2"/>
            </a:gs>
          </a:gsLst>
          <a:lin ang="10800025" scaled="0"/>
        </a:gradFill>
        <a:effectLst/>
      </p:bgPr>
    </p:bg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oogle Shape;19;p3"/>
          <p:cNvGrpSpPr/>
          <p:nvPr/>
        </p:nvGrpSpPr>
        <p:grpSpPr>
          <a:xfrm>
            <a:off x="-10" y="-20"/>
            <a:ext cx="11928345" cy="6856029"/>
            <a:chOff x="-8" y="-15"/>
            <a:chExt cx="8946259" cy="5142022"/>
          </a:xfrm>
        </p:grpSpPr>
        <p:sp>
          <p:nvSpPr>
            <p:cNvPr id="20" name="Google Shape;20;p3"/>
            <p:cNvSpPr/>
            <p:nvPr/>
          </p:nvSpPr>
          <p:spPr>
            <a:xfrm>
              <a:off x="-8" y="-15"/>
              <a:ext cx="8946259" cy="5142022"/>
            </a:xfrm>
            <a:custGeom>
              <a:avLst/>
              <a:gdLst/>
              <a:ahLst/>
              <a:cxnLst/>
              <a:rect l="l" t="t" r="r" b="b"/>
              <a:pathLst>
                <a:path w="3976115" h="2285343" extrusionOk="0">
                  <a:moveTo>
                    <a:pt x="3715113" y="1727704"/>
                  </a:moveTo>
                  <a:cubicBezTo>
                    <a:pt x="3553145" y="1479660"/>
                    <a:pt x="3183314" y="1298028"/>
                    <a:pt x="3214303" y="961828"/>
                  </a:cubicBezTo>
                  <a:cubicBezTo>
                    <a:pt x="3275164" y="519540"/>
                    <a:pt x="4004911" y="481834"/>
                    <a:pt x="3975235" y="0"/>
                  </a:cubicBezTo>
                  <a:lnTo>
                    <a:pt x="0" y="0"/>
                  </a:lnTo>
                  <a:lnTo>
                    <a:pt x="0" y="2285343"/>
                  </a:lnTo>
                  <a:lnTo>
                    <a:pt x="3797837" y="2285343"/>
                  </a:lnTo>
                  <a:cubicBezTo>
                    <a:pt x="3851674" y="2096210"/>
                    <a:pt x="3821539" y="1893038"/>
                    <a:pt x="3715113" y="172770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" name="Google Shape;21;p3"/>
            <p:cNvSpPr/>
            <p:nvPr/>
          </p:nvSpPr>
          <p:spPr>
            <a:xfrm>
              <a:off x="-8" y="279"/>
              <a:ext cx="8777943" cy="5141725"/>
            </a:xfrm>
            <a:custGeom>
              <a:avLst/>
              <a:gdLst/>
              <a:ahLst/>
              <a:cxnLst/>
              <a:rect l="l" t="t" r="r" b="b"/>
              <a:pathLst>
                <a:path w="3901308" h="2285211" extrusionOk="0">
                  <a:moveTo>
                    <a:pt x="3708416" y="1627264"/>
                  </a:moveTo>
                  <a:cubicBezTo>
                    <a:pt x="3572709" y="1407927"/>
                    <a:pt x="3290527" y="1355375"/>
                    <a:pt x="3101311" y="1197194"/>
                  </a:cubicBezTo>
                  <a:cubicBezTo>
                    <a:pt x="2819851" y="972075"/>
                    <a:pt x="2929822" y="645861"/>
                    <a:pt x="3238200" y="512379"/>
                  </a:cubicBezTo>
                  <a:cubicBezTo>
                    <a:pt x="3501671" y="404123"/>
                    <a:pt x="3817403" y="307231"/>
                    <a:pt x="3901309" y="0"/>
                  </a:cubicBezTo>
                  <a:lnTo>
                    <a:pt x="0" y="0"/>
                  </a:lnTo>
                  <a:lnTo>
                    <a:pt x="0" y="2285212"/>
                  </a:lnTo>
                  <a:lnTo>
                    <a:pt x="3706316" y="2285212"/>
                  </a:lnTo>
                  <a:cubicBezTo>
                    <a:pt x="3772955" y="2075136"/>
                    <a:pt x="3829155" y="1827421"/>
                    <a:pt x="3708416" y="162726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" name="Google Shape;22;p3"/>
            <p:cNvSpPr/>
            <p:nvPr/>
          </p:nvSpPr>
          <p:spPr>
            <a:xfrm>
              <a:off x="-8" y="-15"/>
              <a:ext cx="8089742" cy="5142022"/>
            </a:xfrm>
            <a:custGeom>
              <a:avLst/>
              <a:gdLst/>
              <a:ahLst/>
              <a:cxnLst/>
              <a:rect l="l" t="t" r="r" b="b"/>
              <a:pathLst>
                <a:path w="3595441" h="2285343" extrusionOk="0">
                  <a:moveTo>
                    <a:pt x="3552685" y="1939028"/>
                  </a:moveTo>
                  <a:cubicBezTo>
                    <a:pt x="3582951" y="1866769"/>
                    <a:pt x="3608688" y="1786430"/>
                    <a:pt x="3587941" y="1710756"/>
                  </a:cubicBezTo>
                  <a:cubicBezTo>
                    <a:pt x="3534498" y="1533394"/>
                    <a:pt x="3320006" y="1508301"/>
                    <a:pt x="3174975" y="1437027"/>
                  </a:cubicBezTo>
                  <a:cubicBezTo>
                    <a:pt x="2668322" y="1141424"/>
                    <a:pt x="2837184" y="491490"/>
                    <a:pt x="3386710" y="375811"/>
                  </a:cubicBezTo>
                  <a:cubicBezTo>
                    <a:pt x="3539619" y="223214"/>
                    <a:pt x="3233605" y="269393"/>
                    <a:pt x="3231504" y="0"/>
                  </a:cubicBezTo>
                  <a:lnTo>
                    <a:pt x="0" y="0"/>
                  </a:lnTo>
                  <a:lnTo>
                    <a:pt x="0" y="2285343"/>
                  </a:lnTo>
                  <a:lnTo>
                    <a:pt x="3529771" y="2285343"/>
                  </a:lnTo>
                  <a:cubicBezTo>
                    <a:pt x="3445799" y="2181620"/>
                    <a:pt x="3505348" y="2046627"/>
                    <a:pt x="3552685" y="1939028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" name="Google Shape;23;p3"/>
            <p:cNvSpPr/>
            <p:nvPr/>
          </p:nvSpPr>
          <p:spPr>
            <a:xfrm>
              <a:off x="-8" y="-15"/>
              <a:ext cx="7722567" cy="5142022"/>
            </a:xfrm>
            <a:custGeom>
              <a:avLst/>
              <a:gdLst/>
              <a:ahLst/>
              <a:cxnLst/>
              <a:rect l="l" t="t" r="r" b="b"/>
              <a:pathLst>
                <a:path w="3432252" h="2285343" extrusionOk="0">
                  <a:moveTo>
                    <a:pt x="3391175" y="1610448"/>
                  </a:moveTo>
                  <a:cubicBezTo>
                    <a:pt x="3154820" y="1398993"/>
                    <a:pt x="2585794" y="1926152"/>
                    <a:pt x="2757348" y="1289817"/>
                  </a:cubicBezTo>
                  <a:cubicBezTo>
                    <a:pt x="2798382" y="1034087"/>
                    <a:pt x="2836134" y="949413"/>
                    <a:pt x="2744218" y="711748"/>
                  </a:cubicBezTo>
                  <a:cubicBezTo>
                    <a:pt x="2699901" y="597119"/>
                    <a:pt x="2750258" y="443405"/>
                    <a:pt x="2854123" y="377781"/>
                  </a:cubicBezTo>
                  <a:cubicBezTo>
                    <a:pt x="2907894" y="343820"/>
                    <a:pt x="2975649" y="340667"/>
                    <a:pt x="3033622" y="314391"/>
                  </a:cubicBezTo>
                  <a:cubicBezTo>
                    <a:pt x="3146810" y="262956"/>
                    <a:pt x="3198151" y="113643"/>
                    <a:pt x="3154032" y="0"/>
                  </a:cubicBezTo>
                  <a:lnTo>
                    <a:pt x="0" y="0"/>
                  </a:lnTo>
                  <a:lnTo>
                    <a:pt x="0" y="2285343"/>
                  </a:lnTo>
                  <a:lnTo>
                    <a:pt x="3248902" y="2285343"/>
                  </a:lnTo>
                  <a:cubicBezTo>
                    <a:pt x="3296108" y="2104303"/>
                    <a:pt x="3524059" y="1769220"/>
                    <a:pt x="3391175" y="161044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" name="Google Shape;24;p3"/>
            <p:cNvSpPr/>
            <p:nvPr/>
          </p:nvSpPr>
          <p:spPr>
            <a:xfrm>
              <a:off x="-8" y="279"/>
              <a:ext cx="7515353" cy="5141725"/>
            </a:xfrm>
            <a:custGeom>
              <a:avLst/>
              <a:gdLst/>
              <a:ahLst/>
              <a:cxnLst/>
              <a:rect l="l" t="t" r="r" b="b"/>
              <a:pathLst>
                <a:path w="3340157" h="2285211" extrusionOk="0">
                  <a:moveTo>
                    <a:pt x="3332546" y="1708063"/>
                  </a:moveTo>
                  <a:cubicBezTo>
                    <a:pt x="3232751" y="1497856"/>
                    <a:pt x="2822478" y="1757067"/>
                    <a:pt x="2658145" y="1700246"/>
                  </a:cubicBezTo>
                  <a:cubicBezTo>
                    <a:pt x="2602077" y="1669043"/>
                    <a:pt x="2603390" y="1587391"/>
                    <a:pt x="2617571" y="1524788"/>
                  </a:cubicBezTo>
                  <a:cubicBezTo>
                    <a:pt x="2805211" y="813501"/>
                    <a:pt x="2305910" y="683961"/>
                    <a:pt x="2591309" y="305851"/>
                  </a:cubicBezTo>
                  <a:cubicBezTo>
                    <a:pt x="2667271" y="248438"/>
                    <a:pt x="2771859" y="256978"/>
                    <a:pt x="2867057" y="253299"/>
                  </a:cubicBezTo>
                  <a:cubicBezTo>
                    <a:pt x="3011497" y="258160"/>
                    <a:pt x="3169526" y="147013"/>
                    <a:pt x="3083716" y="0"/>
                  </a:cubicBezTo>
                  <a:lnTo>
                    <a:pt x="0" y="0"/>
                  </a:lnTo>
                  <a:lnTo>
                    <a:pt x="0" y="2285212"/>
                  </a:lnTo>
                  <a:lnTo>
                    <a:pt x="2966654" y="2285212"/>
                  </a:lnTo>
                  <a:lnTo>
                    <a:pt x="3265185" y="1907496"/>
                  </a:lnTo>
                  <a:cubicBezTo>
                    <a:pt x="3310814" y="1849755"/>
                    <a:pt x="3359202" y="1776708"/>
                    <a:pt x="3332546" y="1708063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" name="Google Shape;25;p3"/>
            <p:cNvSpPr/>
            <p:nvPr/>
          </p:nvSpPr>
          <p:spPr>
            <a:xfrm>
              <a:off x="-8" y="-15"/>
              <a:ext cx="6899245" cy="5142022"/>
            </a:xfrm>
            <a:custGeom>
              <a:avLst/>
              <a:gdLst/>
              <a:ahLst/>
              <a:cxnLst/>
              <a:rect l="l" t="t" r="r" b="b"/>
              <a:pathLst>
                <a:path w="3066331" h="2285343" extrusionOk="0">
                  <a:moveTo>
                    <a:pt x="2774025" y="2159416"/>
                  </a:moveTo>
                  <a:cubicBezTo>
                    <a:pt x="2884784" y="2071195"/>
                    <a:pt x="3113261" y="1994798"/>
                    <a:pt x="3057783" y="1815794"/>
                  </a:cubicBezTo>
                  <a:cubicBezTo>
                    <a:pt x="2965867" y="1636921"/>
                    <a:pt x="2740147" y="1764293"/>
                    <a:pt x="2598203" y="1801802"/>
                  </a:cubicBezTo>
                  <a:cubicBezTo>
                    <a:pt x="2515150" y="1819341"/>
                    <a:pt x="2413058" y="1800751"/>
                    <a:pt x="2374190" y="1725339"/>
                  </a:cubicBezTo>
                  <a:cubicBezTo>
                    <a:pt x="2293436" y="1490236"/>
                    <a:pt x="2625778" y="1181823"/>
                    <a:pt x="2584810" y="955785"/>
                  </a:cubicBezTo>
                  <a:cubicBezTo>
                    <a:pt x="2401896" y="572091"/>
                    <a:pt x="2113871" y="610914"/>
                    <a:pt x="2415881" y="176640"/>
                  </a:cubicBezTo>
                  <a:cubicBezTo>
                    <a:pt x="2448708" y="123562"/>
                    <a:pt x="2465253" y="51829"/>
                    <a:pt x="2429011" y="0"/>
                  </a:cubicBezTo>
                  <a:lnTo>
                    <a:pt x="0" y="0"/>
                  </a:lnTo>
                  <a:lnTo>
                    <a:pt x="0" y="2285343"/>
                  </a:lnTo>
                  <a:lnTo>
                    <a:pt x="2697013" y="2285343"/>
                  </a:lnTo>
                  <a:cubicBezTo>
                    <a:pt x="2706335" y="2237916"/>
                    <a:pt x="2736733" y="2191604"/>
                    <a:pt x="2774025" y="215941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6" name="Google Shape;26;p3"/>
          <p:cNvSpPr txBox="1">
            <a:spLocks noGrp="1"/>
          </p:cNvSpPr>
          <p:nvPr>
            <p:ph type="ctrTitle"/>
          </p:nvPr>
        </p:nvSpPr>
        <p:spPr>
          <a:xfrm>
            <a:off x="914400" y="2831467"/>
            <a:ext cx="6088400" cy="627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endParaRPr/>
          </a:p>
        </p:txBody>
      </p:sp>
      <p:sp>
        <p:nvSpPr>
          <p:cNvPr id="27" name="Google Shape;27;p3"/>
          <p:cNvSpPr txBox="1">
            <a:spLocks noGrp="1"/>
          </p:cNvSpPr>
          <p:nvPr>
            <p:ph type="subTitle" idx="1"/>
          </p:nvPr>
        </p:nvSpPr>
        <p:spPr>
          <a:xfrm>
            <a:off x="914400" y="3588103"/>
            <a:ext cx="6088400" cy="436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None/>
              <a:defRPr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4000">
                <a:solidFill>
                  <a:schemeClr val="accen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4000">
                <a:solidFill>
                  <a:schemeClr val="accen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4000">
                <a:solidFill>
                  <a:schemeClr val="accen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4000">
                <a:solidFill>
                  <a:schemeClr val="accen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4000">
                <a:solidFill>
                  <a:schemeClr val="accen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4000">
                <a:solidFill>
                  <a:schemeClr val="accen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4000">
                <a:solidFill>
                  <a:schemeClr val="accen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40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50933958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Quote">
    <p:bg>
      <p:bgPr>
        <a:gradFill>
          <a:gsLst>
            <a:gs pos="0">
              <a:schemeClr val="accent1"/>
            </a:gs>
            <a:gs pos="78000">
              <a:schemeClr val="dk2"/>
            </a:gs>
            <a:gs pos="100000">
              <a:schemeClr val="dk2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oogle Shape;29;p4"/>
          <p:cNvGrpSpPr/>
          <p:nvPr/>
        </p:nvGrpSpPr>
        <p:grpSpPr>
          <a:xfrm>
            <a:off x="-20" y="-16"/>
            <a:ext cx="12192000" cy="6857013"/>
            <a:chOff x="-15" y="-12"/>
            <a:chExt cx="9144000" cy="5142760"/>
          </a:xfrm>
        </p:grpSpPr>
        <p:sp>
          <p:nvSpPr>
            <p:cNvPr id="30" name="Google Shape;30;p4"/>
            <p:cNvSpPr/>
            <p:nvPr/>
          </p:nvSpPr>
          <p:spPr>
            <a:xfrm>
              <a:off x="-15" y="-12"/>
              <a:ext cx="9144000" cy="5142022"/>
            </a:xfrm>
            <a:custGeom>
              <a:avLst/>
              <a:gdLst/>
              <a:ahLst/>
              <a:cxnLst/>
              <a:rect l="l" t="t" r="r" b="b"/>
              <a:pathLst>
                <a:path w="4064000" h="2285343" extrusionOk="0">
                  <a:moveTo>
                    <a:pt x="0" y="0"/>
                  </a:moveTo>
                  <a:lnTo>
                    <a:pt x="0" y="2285343"/>
                  </a:lnTo>
                  <a:lnTo>
                    <a:pt x="4064000" y="2285343"/>
                  </a:lnTo>
                  <a:lnTo>
                    <a:pt x="4064000" y="0"/>
                  </a:lnTo>
                  <a:close/>
                  <a:moveTo>
                    <a:pt x="3082140" y="1095966"/>
                  </a:moveTo>
                  <a:cubicBezTo>
                    <a:pt x="3009920" y="1483535"/>
                    <a:pt x="2684604" y="1652423"/>
                    <a:pt x="2340247" y="1756870"/>
                  </a:cubicBezTo>
                  <a:cubicBezTo>
                    <a:pt x="2062726" y="1889038"/>
                    <a:pt x="1710754" y="2209274"/>
                    <a:pt x="1410451" y="1968719"/>
                  </a:cubicBezTo>
                  <a:cubicBezTo>
                    <a:pt x="1225437" y="1799240"/>
                    <a:pt x="1294637" y="1499038"/>
                    <a:pt x="1163131" y="1300130"/>
                  </a:cubicBezTo>
                  <a:cubicBezTo>
                    <a:pt x="1007925" y="1131044"/>
                    <a:pt x="934129" y="954405"/>
                    <a:pt x="1065241" y="739731"/>
                  </a:cubicBezTo>
                  <a:cubicBezTo>
                    <a:pt x="1141071" y="619191"/>
                    <a:pt x="1267193" y="537210"/>
                    <a:pt x="1400931" y="488403"/>
                  </a:cubicBezTo>
                  <a:cubicBezTo>
                    <a:pt x="1570582" y="433092"/>
                    <a:pt x="1749227" y="457725"/>
                    <a:pt x="1892025" y="340141"/>
                  </a:cubicBezTo>
                  <a:cubicBezTo>
                    <a:pt x="2028520" y="295144"/>
                    <a:pt x="2144860" y="404583"/>
                    <a:pt x="2263825" y="452602"/>
                  </a:cubicBezTo>
                  <a:cubicBezTo>
                    <a:pt x="2464399" y="532086"/>
                    <a:pt x="2709749" y="457791"/>
                    <a:pt x="2894895" y="568544"/>
                  </a:cubicBezTo>
                  <a:cubicBezTo>
                    <a:pt x="3071701" y="674370"/>
                    <a:pt x="3124422" y="904546"/>
                    <a:pt x="3082140" y="109596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" name="Google Shape;31;p4"/>
            <p:cNvSpPr/>
            <p:nvPr/>
          </p:nvSpPr>
          <p:spPr>
            <a:xfrm>
              <a:off x="-15" y="-12"/>
              <a:ext cx="9144000" cy="5142022"/>
            </a:xfrm>
            <a:custGeom>
              <a:avLst/>
              <a:gdLst/>
              <a:ahLst/>
              <a:cxnLst/>
              <a:rect l="l" t="t" r="r" b="b"/>
              <a:pathLst>
                <a:path w="4064000" h="2285343" extrusionOk="0">
                  <a:moveTo>
                    <a:pt x="0" y="0"/>
                  </a:moveTo>
                  <a:lnTo>
                    <a:pt x="0" y="2285343"/>
                  </a:lnTo>
                  <a:lnTo>
                    <a:pt x="4064000" y="2285343"/>
                  </a:lnTo>
                  <a:lnTo>
                    <a:pt x="4064000" y="0"/>
                  </a:lnTo>
                  <a:close/>
                  <a:moveTo>
                    <a:pt x="2928181" y="1644672"/>
                  </a:moveTo>
                  <a:cubicBezTo>
                    <a:pt x="2752031" y="1744652"/>
                    <a:pt x="2539574" y="1757330"/>
                    <a:pt x="2353575" y="1837405"/>
                  </a:cubicBezTo>
                  <a:cubicBezTo>
                    <a:pt x="2238351" y="1887067"/>
                    <a:pt x="2135800" y="1961427"/>
                    <a:pt x="2027667" y="2025015"/>
                  </a:cubicBezTo>
                  <a:cubicBezTo>
                    <a:pt x="1831098" y="2157840"/>
                    <a:pt x="1492781" y="2223332"/>
                    <a:pt x="1363048" y="1974828"/>
                  </a:cubicBezTo>
                  <a:cubicBezTo>
                    <a:pt x="1295031" y="1831362"/>
                    <a:pt x="1366725" y="1645657"/>
                    <a:pt x="1283213" y="1510665"/>
                  </a:cubicBezTo>
                  <a:cubicBezTo>
                    <a:pt x="1230296" y="1425269"/>
                    <a:pt x="1129385" y="1384410"/>
                    <a:pt x="1051782" y="1320165"/>
                  </a:cubicBezTo>
                  <a:cubicBezTo>
                    <a:pt x="821992" y="1139256"/>
                    <a:pt x="837289" y="755825"/>
                    <a:pt x="1081129" y="594097"/>
                  </a:cubicBezTo>
                  <a:cubicBezTo>
                    <a:pt x="1196287" y="513825"/>
                    <a:pt x="1340398" y="491227"/>
                    <a:pt x="1474530" y="449580"/>
                  </a:cubicBezTo>
                  <a:cubicBezTo>
                    <a:pt x="1963063" y="306639"/>
                    <a:pt x="1790195" y="86842"/>
                    <a:pt x="2168495" y="320828"/>
                  </a:cubicBezTo>
                  <a:cubicBezTo>
                    <a:pt x="2375700" y="414830"/>
                    <a:pt x="2611268" y="397422"/>
                    <a:pt x="2823988" y="466462"/>
                  </a:cubicBezTo>
                  <a:cubicBezTo>
                    <a:pt x="3336485" y="633839"/>
                    <a:pt x="3403715" y="1390190"/>
                    <a:pt x="2928181" y="1644672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" name="Google Shape;32;p4"/>
            <p:cNvSpPr/>
            <p:nvPr/>
          </p:nvSpPr>
          <p:spPr>
            <a:xfrm>
              <a:off x="-15" y="-12"/>
              <a:ext cx="9144000" cy="5142760"/>
            </a:xfrm>
            <a:custGeom>
              <a:avLst/>
              <a:gdLst/>
              <a:ahLst/>
              <a:cxnLst/>
              <a:rect l="l" t="t" r="r" b="b"/>
              <a:pathLst>
                <a:path w="4064000" h="2285671" extrusionOk="0">
                  <a:moveTo>
                    <a:pt x="0" y="0"/>
                  </a:moveTo>
                  <a:lnTo>
                    <a:pt x="0" y="2285343"/>
                  </a:lnTo>
                  <a:lnTo>
                    <a:pt x="1470656" y="2285343"/>
                  </a:lnTo>
                  <a:cubicBezTo>
                    <a:pt x="1204690" y="2184378"/>
                    <a:pt x="1192479" y="1951180"/>
                    <a:pt x="1261088" y="1710493"/>
                  </a:cubicBezTo>
                  <a:cubicBezTo>
                    <a:pt x="1271330" y="1635344"/>
                    <a:pt x="1261088" y="1550013"/>
                    <a:pt x="1204165" y="1499761"/>
                  </a:cubicBezTo>
                  <a:cubicBezTo>
                    <a:pt x="1167793" y="1467507"/>
                    <a:pt x="1118814" y="1455157"/>
                    <a:pt x="1073448" y="1437290"/>
                  </a:cubicBezTo>
                  <a:cubicBezTo>
                    <a:pt x="859283" y="1352550"/>
                    <a:pt x="718586" y="1111732"/>
                    <a:pt x="749903" y="883395"/>
                  </a:cubicBezTo>
                  <a:cubicBezTo>
                    <a:pt x="781220" y="655057"/>
                    <a:pt x="981532" y="461076"/>
                    <a:pt x="1210665" y="437165"/>
                  </a:cubicBezTo>
                  <a:cubicBezTo>
                    <a:pt x="1329893" y="424749"/>
                    <a:pt x="1459298" y="444982"/>
                    <a:pt x="1559946" y="379949"/>
                  </a:cubicBezTo>
                  <a:cubicBezTo>
                    <a:pt x="1685083" y="299019"/>
                    <a:pt x="1663286" y="117190"/>
                    <a:pt x="1869834" y="106680"/>
                  </a:cubicBezTo>
                  <a:cubicBezTo>
                    <a:pt x="2081175" y="95644"/>
                    <a:pt x="2338737" y="351308"/>
                    <a:pt x="2756167" y="384350"/>
                  </a:cubicBezTo>
                  <a:cubicBezTo>
                    <a:pt x="2901919" y="395911"/>
                    <a:pt x="3039793" y="478024"/>
                    <a:pt x="3144840" y="580302"/>
                  </a:cubicBezTo>
                  <a:cubicBezTo>
                    <a:pt x="3559644" y="1035335"/>
                    <a:pt x="3159810" y="1809684"/>
                    <a:pt x="2608839" y="1934166"/>
                  </a:cubicBezTo>
                  <a:cubicBezTo>
                    <a:pt x="2494863" y="1963070"/>
                    <a:pt x="2375175" y="1970887"/>
                    <a:pt x="2263629" y="2009052"/>
                  </a:cubicBezTo>
                  <a:cubicBezTo>
                    <a:pt x="2066009" y="2076122"/>
                    <a:pt x="1907323" y="2233448"/>
                    <a:pt x="1702678" y="2285672"/>
                  </a:cubicBezTo>
                  <a:lnTo>
                    <a:pt x="4064000" y="2285672"/>
                  </a:lnTo>
                  <a:lnTo>
                    <a:pt x="406400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" name="Google Shape;33;p4"/>
            <p:cNvSpPr/>
            <p:nvPr/>
          </p:nvSpPr>
          <p:spPr>
            <a:xfrm>
              <a:off x="-15" y="-12"/>
              <a:ext cx="9144000" cy="5142022"/>
            </a:xfrm>
            <a:custGeom>
              <a:avLst/>
              <a:gdLst/>
              <a:ahLst/>
              <a:cxnLst/>
              <a:rect l="l" t="t" r="r" b="b"/>
              <a:pathLst>
                <a:path w="4064000" h="2285343" extrusionOk="0">
                  <a:moveTo>
                    <a:pt x="0" y="0"/>
                  </a:moveTo>
                  <a:lnTo>
                    <a:pt x="0" y="2285343"/>
                  </a:lnTo>
                  <a:lnTo>
                    <a:pt x="1416163" y="2285343"/>
                  </a:lnTo>
                  <a:cubicBezTo>
                    <a:pt x="1016131" y="2089260"/>
                    <a:pt x="1245462" y="1851791"/>
                    <a:pt x="1134375" y="1571953"/>
                  </a:cubicBezTo>
                  <a:cubicBezTo>
                    <a:pt x="1082245" y="1479988"/>
                    <a:pt x="974900" y="1438932"/>
                    <a:pt x="887646" y="1379746"/>
                  </a:cubicBezTo>
                  <a:cubicBezTo>
                    <a:pt x="644725" y="1237790"/>
                    <a:pt x="576970" y="844243"/>
                    <a:pt x="798356" y="660378"/>
                  </a:cubicBezTo>
                  <a:cubicBezTo>
                    <a:pt x="1191231" y="477761"/>
                    <a:pt x="1102598" y="589959"/>
                    <a:pt x="1414653" y="229454"/>
                  </a:cubicBezTo>
                  <a:cubicBezTo>
                    <a:pt x="1579183" y="67398"/>
                    <a:pt x="1821709" y="34618"/>
                    <a:pt x="2050515" y="52814"/>
                  </a:cubicBezTo>
                  <a:cubicBezTo>
                    <a:pt x="2243013" y="68120"/>
                    <a:pt x="2368281" y="221046"/>
                    <a:pt x="2554608" y="260788"/>
                  </a:cubicBezTo>
                  <a:cubicBezTo>
                    <a:pt x="2689462" y="289560"/>
                    <a:pt x="2831538" y="284962"/>
                    <a:pt x="2960483" y="339287"/>
                  </a:cubicBezTo>
                  <a:cubicBezTo>
                    <a:pt x="3426629" y="523218"/>
                    <a:pt x="3494318" y="1497133"/>
                    <a:pt x="3143658" y="1800356"/>
                  </a:cubicBezTo>
                  <a:cubicBezTo>
                    <a:pt x="3081681" y="1850543"/>
                    <a:pt x="3007557" y="1882797"/>
                    <a:pt x="2934418" y="1914459"/>
                  </a:cubicBezTo>
                  <a:cubicBezTo>
                    <a:pt x="2621642" y="2045838"/>
                    <a:pt x="2314051" y="2199487"/>
                    <a:pt x="1985254" y="2285343"/>
                  </a:cubicBezTo>
                  <a:lnTo>
                    <a:pt x="4064000" y="2285343"/>
                  </a:lnTo>
                  <a:lnTo>
                    <a:pt x="406400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" name="Google Shape;34;p4"/>
            <p:cNvSpPr/>
            <p:nvPr/>
          </p:nvSpPr>
          <p:spPr>
            <a:xfrm>
              <a:off x="5408537" y="-12"/>
              <a:ext cx="3735448" cy="5142022"/>
            </a:xfrm>
            <a:custGeom>
              <a:avLst/>
              <a:gdLst/>
              <a:ahLst/>
              <a:cxnLst/>
              <a:rect l="l" t="t" r="r" b="b"/>
              <a:pathLst>
                <a:path w="1660199" h="2285343" extrusionOk="0">
                  <a:moveTo>
                    <a:pt x="12277" y="0"/>
                  </a:moveTo>
                  <a:cubicBezTo>
                    <a:pt x="549133" y="201339"/>
                    <a:pt x="949098" y="345528"/>
                    <a:pt x="1082901" y="960974"/>
                  </a:cubicBezTo>
                  <a:cubicBezTo>
                    <a:pt x="1153480" y="1137745"/>
                    <a:pt x="1237780" y="1246921"/>
                    <a:pt x="1196090" y="1454435"/>
                  </a:cubicBezTo>
                  <a:cubicBezTo>
                    <a:pt x="1161162" y="1696304"/>
                    <a:pt x="946604" y="1836289"/>
                    <a:pt x="738676" y="1927860"/>
                  </a:cubicBezTo>
                  <a:lnTo>
                    <a:pt x="0" y="2285343"/>
                  </a:lnTo>
                  <a:lnTo>
                    <a:pt x="1660200" y="2285343"/>
                  </a:lnTo>
                  <a:lnTo>
                    <a:pt x="166020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" name="Google Shape;35;p4"/>
            <p:cNvSpPr/>
            <p:nvPr/>
          </p:nvSpPr>
          <p:spPr>
            <a:xfrm>
              <a:off x="6171372" y="-12"/>
              <a:ext cx="2972610" cy="5142317"/>
            </a:xfrm>
            <a:custGeom>
              <a:avLst/>
              <a:gdLst/>
              <a:ahLst/>
              <a:cxnLst/>
              <a:rect l="l" t="t" r="r" b="b"/>
              <a:pathLst>
                <a:path w="1321160" h="2285474" extrusionOk="0">
                  <a:moveTo>
                    <a:pt x="1321161" y="0"/>
                  </a:moveTo>
                  <a:lnTo>
                    <a:pt x="0" y="0"/>
                  </a:lnTo>
                  <a:cubicBezTo>
                    <a:pt x="438374" y="300136"/>
                    <a:pt x="961113" y="748862"/>
                    <a:pt x="991970" y="1313268"/>
                  </a:cubicBezTo>
                  <a:cubicBezTo>
                    <a:pt x="960391" y="1723828"/>
                    <a:pt x="665340" y="2083873"/>
                    <a:pt x="318226" y="2285475"/>
                  </a:cubicBezTo>
                  <a:lnTo>
                    <a:pt x="1321161" y="2285475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" name="Google Shape;36;p4"/>
            <p:cNvSpPr/>
            <p:nvPr/>
          </p:nvSpPr>
          <p:spPr>
            <a:xfrm>
              <a:off x="-15" y="-12"/>
              <a:ext cx="3691132" cy="5142022"/>
            </a:xfrm>
            <a:custGeom>
              <a:avLst/>
              <a:gdLst/>
              <a:ahLst/>
              <a:cxnLst/>
              <a:rect l="l" t="t" r="r" b="b"/>
              <a:pathLst>
                <a:path w="1640503" h="2285343" extrusionOk="0">
                  <a:moveTo>
                    <a:pt x="962295" y="2241265"/>
                  </a:moveTo>
                  <a:cubicBezTo>
                    <a:pt x="959603" y="1786562"/>
                    <a:pt x="1193923" y="1717653"/>
                    <a:pt x="698693" y="1419356"/>
                  </a:cubicBezTo>
                  <a:cubicBezTo>
                    <a:pt x="447303" y="1226032"/>
                    <a:pt x="409814" y="829857"/>
                    <a:pt x="619908" y="592652"/>
                  </a:cubicBezTo>
                  <a:cubicBezTo>
                    <a:pt x="713925" y="482688"/>
                    <a:pt x="844971" y="412334"/>
                    <a:pt x="972734" y="344608"/>
                  </a:cubicBezTo>
                  <a:cubicBezTo>
                    <a:pt x="1195499" y="230505"/>
                    <a:pt x="1411830" y="101556"/>
                    <a:pt x="1640504" y="0"/>
                  </a:cubicBezTo>
                  <a:lnTo>
                    <a:pt x="0" y="0"/>
                  </a:lnTo>
                  <a:lnTo>
                    <a:pt x="0" y="2285343"/>
                  </a:lnTo>
                  <a:lnTo>
                    <a:pt x="973587" y="2285343"/>
                  </a:lnTo>
                  <a:cubicBezTo>
                    <a:pt x="968722" y="2270957"/>
                    <a:pt x="964947" y="2256223"/>
                    <a:pt x="962295" y="2241265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" name="Google Shape;37;p4"/>
            <p:cNvSpPr/>
            <p:nvPr/>
          </p:nvSpPr>
          <p:spPr>
            <a:xfrm>
              <a:off x="-15" y="-12"/>
              <a:ext cx="2881318" cy="5142022"/>
            </a:xfrm>
            <a:custGeom>
              <a:avLst/>
              <a:gdLst/>
              <a:ahLst/>
              <a:cxnLst/>
              <a:rect l="l" t="t" r="r" b="b"/>
              <a:pathLst>
                <a:path w="1280586" h="2285343" extrusionOk="0">
                  <a:moveTo>
                    <a:pt x="814113" y="2168153"/>
                  </a:moveTo>
                  <a:cubicBezTo>
                    <a:pt x="750954" y="1388022"/>
                    <a:pt x="-112400" y="736578"/>
                    <a:pt x="1008121" y="209813"/>
                  </a:cubicBezTo>
                  <a:cubicBezTo>
                    <a:pt x="1135294" y="165669"/>
                    <a:pt x="1259183" y="161202"/>
                    <a:pt x="1280587" y="0"/>
                  </a:cubicBezTo>
                  <a:lnTo>
                    <a:pt x="0" y="0"/>
                  </a:lnTo>
                  <a:lnTo>
                    <a:pt x="0" y="2285343"/>
                  </a:lnTo>
                  <a:lnTo>
                    <a:pt x="838274" y="2285343"/>
                  </a:lnTo>
                  <a:cubicBezTo>
                    <a:pt x="821880" y="2248478"/>
                    <a:pt x="813640" y="2208499"/>
                    <a:pt x="814113" y="216815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8" name="Google Shape;38;p4"/>
          <p:cNvSpPr txBox="1">
            <a:spLocks noGrp="1"/>
          </p:cNvSpPr>
          <p:nvPr>
            <p:ph type="body" idx="1"/>
          </p:nvPr>
        </p:nvSpPr>
        <p:spPr>
          <a:xfrm>
            <a:off x="3590800" y="2882400"/>
            <a:ext cx="5010800" cy="1093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marL="609585" lvl="0" indent="-474121" algn="ctr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000"/>
              <a:buChar char="●"/>
              <a:defRPr sz="2667">
                <a:solidFill>
                  <a:schemeClr val="lt1"/>
                </a:solidFill>
              </a:defRPr>
            </a:lvl1pPr>
            <a:lvl2pPr marL="1219170" lvl="1" indent="-47412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○"/>
              <a:defRPr sz="2667">
                <a:solidFill>
                  <a:schemeClr val="lt1"/>
                </a:solidFill>
              </a:defRPr>
            </a:lvl2pPr>
            <a:lvl3pPr marL="1828754" lvl="2" indent="-47412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■"/>
              <a:defRPr sz="2667">
                <a:solidFill>
                  <a:schemeClr val="lt1"/>
                </a:solidFill>
              </a:defRPr>
            </a:lvl3pPr>
            <a:lvl4pPr marL="2438339" lvl="3" indent="-47412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●"/>
              <a:defRPr sz="2667">
                <a:solidFill>
                  <a:schemeClr val="lt1"/>
                </a:solidFill>
              </a:defRPr>
            </a:lvl4pPr>
            <a:lvl5pPr marL="3047924" lvl="4" indent="-47412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○"/>
              <a:defRPr sz="2667">
                <a:solidFill>
                  <a:schemeClr val="lt1"/>
                </a:solidFill>
              </a:defRPr>
            </a:lvl5pPr>
            <a:lvl6pPr marL="3657509" lvl="5" indent="-47412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■"/>
              <a:defRPr sz="2667">
                <a:solidFill>
                  <a:schemeClr val="lt1"/>
                </a:solidFill>
              </a:defRPr>
            </a:lvl6pPr>
            <a:lvl7pPr marL="4267093" lvl="6" indent="-47412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●"/>
              <a:defRPr sz="2667">
                <a:solidFill>
                  <a:schemeClr val="lt1"/>
                </a:solidFill>
              </a:defRPr>
            </a:lvl7pPr>
            <a:lvl8pPr marL="4876678" lvl="7" indent="-47412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○"/>
              <a:defRPr sz="2667">
                <a:solidFill>
                  <a:schemeClr val="lt1"/>
                </a:solidFill>
              </a:defRPr>
            </a:lvl8pPr>
            <a:lvl9pPr marL="5486263" lvl="8" indent="-47412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■"/>
              <a:defRPr sz="2667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9" name="Google Shape;39;p4"/>
          <p:cNvSpPr txBox="1"/>
          <p:nvPr/>
        </p:nvSpPr>
        <p:spPr>
          <a:xfrm>
            <a:off x="4791200" y="940225"/>
            <a:ext cx="2609600" cy="871600"/>
          </a:xfrm>
          <a:prstGeom prst="rect">
            <a:avLst/>
          </a:prstGeom>
          <a:noFill/>
          <a:ln>
            <a:noFill/>
          </a:ln>
          <a:effectLst>
            <a:outerShdw blurRad="142875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0" tIns="0" rIns="0" bIns="0" anchor="t" anchorCtr="0">
            <a:noAutofit/>
          </a:bodyPr>
          <a:lstStyle/>
          <a:p>
            <a:pPr algn="ctr">
              <a:buClr>
                <a:srgbClr val="000000"/>
              </a:buClr>
              <a:buFont typeface="Arial"/>
              <a:buNone/>
            </a:pPr>
            <a:r>
              <a:rPr lang="en" sz="12800" kern="0">
                <a:solidFill>
                  <a:srgbClr val="F97830"/>
                </a:solidFill>
                <a:latin typeface="Kulim Park"/>
                <a:ea typeface="Kulim Park"/>
                <a:cs typeface="Kulim Park"/>
                <a:sym typeface="Kulim Park"/>
              </a:rPr>
              <a:t>“</a:t>
            </a:r>
            <a:endParaRPr sz="12800" kern="0">
              <a:solidFill>
                <a:srgbClr val="F97830"/>
              </a:solidFill>
              <a:latin typeface="Kulim Park"/>
              <a:ea typeface="Kulim Park"/>
              <a:cs typeface="Kulim Park"/>
              <a:sym typeface="Kulim Park"/>
            </a:endParaRPr>
          </a:p>
        </p:txBody>
      </p:sp>
      <p:sp>
        <p:nvSpPr>
          <p:cNvPr id="40" name="Google Shape;40;p4"/>
          <p:cNvSpPr txBox="1">
            <a:spLocks noGrp="1"/>
          </p:cNvSpPr>
          <p:nvPr>
            <p:ph type="sldNum" idx="12"/>
          </p:nvPr>
        </p:nvSpPr>
        <p:spPr>
          <a:xfrm>
            <a:off x="11307445" y="6333135"/>
            <a:ext cx="731600" cy="524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n">
                <a:solidFill>
                  <a:srgbClr val="CE0063"/>
                </a:solidFill>
              </a:rPr>
              <a:pPr/>
              <a:t>‹#›</a:t>
            </a:fld>
            <a:endParaRPr>
              <a:solidFill>
                <a:srgbClr val="CE006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9787763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" type="tx">
  <p:cSld name="Title + 1 column">
    <p:bg>
      <p:bgPr>
        <a:gradFill>
          <a:gsLst>
            <a:gs pos="0">
              <a:schemeClr val="accent1"/>
            </a:gs>
            <a:gs pos="50000">
              <a:schemeClr val="dk2"/>
            </a:gs>
            <a:gs pos="100000">
              <a:schemeClr val="dk2"/>
            </a:gs>
          </a:gsLst>
          <a:path path="circle">
            <a:fillToRect l="100000" b="100000"/>
          </a:path>
          <a:tileRect t="-100000" r="-100000"/>
        </a:gradFill>
        <a:effectLst/>
      </p:bgPr>
    </p:bg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5"/>
          <p:cNvGrpSpPr/>
          <p:nvPr/>
        </p:nvGrpSpPr>
        <p:grpSpPr>
          <a:xfrm>
            <a:off x="-2" y="-1772"/>
            <a:ext cx="12193179" cy="6862927"/>
            <a:chOff x="-1" y="-1329"/>
            <a:chExt cx="9144884" cy="5147195"/>
          </a:xfrm>
        </p:grpSpPr>
        <p:sp>
          <p:nvSpPr>
            <p:cNvPr id="43" name="Google Shape;43;p5"/>
            <p:cNvSpPr/>
            <p:nvPr/>
          </p:nvSpPr>
          <p:spPr>
            <a:xfrm>
              <a:off x="-1" y="-886"/>
              <a:ext cx="9144884" cy="5146749"/>
            </a:xfrm>
            <a:custGeom>
              <a:avLst/>
              <a:gdLst/>
              <a:ahLst/>
              <a:cxnLst/>
              <a:rect l="l" t="t" r="r" b="b"/>
              <a:pathLst>
                <a:path w="4064393" h="2287444" extrusionOk="0">
                  <a:moveTo>
                    <a:pt x="3788843" y="883066"/>
                  </a:moveTo>
                  <a:cubicBezTo>
                    <a:pt x="3664100" y="932662"/>
                    <a:pt x="3567457" y="1052874"/>
                    <a:pt x="3428795" y="1065618"/>
                  </a:cubicBezTo>
                  <a:cubicBezTo>
                    <a:pt x="3361105" y="1071530"/>
                    <a:pt x="3286456" y="1042298"/>
                    <a:pt x="3256912" y="981141"/>
                  </a:cubicBezTo>
                  <a:cubicBezTo>
                    <a:pt x="3196576" y="857381"/>
                    <a:pt x="3353424" y="685537"/>
                    <a:pt x="3244831" y="575639"/>
                  </a:cubicBezTo>
                  <a:cubicBezTo>
                    <a:pt x="3212792" y="545750"/>
                    <a:pt x="3166506" y="538589"/>
                    <a:pt x="3124553" y="525846"/>
                  </a:cubicBezTo>
                  <a:cubicBezTo>
                    <a:pt x="2907894" y="464426"/>
                    <a:pt x="2780787" y="210535"/>
                    <a:pt x="2861936" y="0"/>
                  </a:cubicBezTo>
                  <a:lnTo>
                    <a:pt x="0" y="0"/>
                  </a:lnTo>
                  <a:lnTo>
                    <a:pt x="0" y="2287445"/>
                  </a:lnTo>
                  <a:lnTo>
                    <a:pt x="4064394" y="2287445"/>
                  </a:lnTo>
                  <a:lnTo>
                    <a:pt x="4064394" y="886022"/>
                  </a:lnTo>
                  <a:cubicBezTo>
                    <a:pt x="3976365" y="849505"/>
                    <a:pt x="3877634" y="848441"/>
                    <a:pt x="3788843" y="88306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" name="Google Shape;44;p5"/>
            <p:cNvSpPr/>
            <p:nvPr/>
          </p:nvSpPr>
          <p:spPr>
            <a:xfrm>
              <a:off x="-1" y="-1181"/>
              <a:ext cx="9144884" cy="5147046"/>
            </a:xfrm>
            <a:custGeom>
              <a:avLst/>
              <a:gdLst/>
              <a:ahLst/>
              <a:cxnLst/>
              <a:rect l="l" t="t" r="r" b="b"/>
              <a:pathLst>
                <a:path w="4064393" h="2287576" extrusionOk="0">
                  <a:moveTo>
                    <a:pt x="3901965" y="939494"/>
                  </a:moveTo>
                  <a:cubicBezTo>
                    <a:pt x="3499701" y="855017"/>
                    <a:pt x="3568310" y="1206588"/>
                    <a:pt x="3260260" y="1099645"/>
                  </a:cubicBezTo>
                  <a:cubicBezTo>
                    <a:pt x="3067828" y="996184"/>
                    <a:pt x="3151603" y="860929"/>
                    <a:pt x="3127442" y="700317"/>
                  </a:cubicBezTo>
                  <a:cubicBezTo>
                    <a:pt x="3105645" y="624183"/>
                    <a:pt x="3033622" y="575901"/>
                    <a:pt x="2981098" y="516715"/>
                  </a:cubicBezTo>
                  <a:cubicBezTo>
                    <a:pt x="2857471" y="377387"/>
                    <a:pt x="2848871" y="151612"/>
                    <a:pt x="2954837" y="0"/>
                  </a:cubicBezTo>
                  <a:lnTo>
                    <a:pt x="0" y="0"/>
                  </a:lnTo>
                  <a:lnTo>
                    <a:pt x="0" y="2287576"/>
                  </a:lnTo>
                  <a:lnTo>
                    <a:pt x="4064394" y="2287576"/>
                  </a:lnTo>
                  <a:lnTo>
                    <a:pt x="4064394" y="955128"/>
                  </a:lnTo>
                  <a:cubicBezTo>
                    <a:pt x="4010557" y="955588"/>
                    <a:pt x="3955277" y="947245"/>
                    <a:pt x="3901965" y="93949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" name="Google Shape;45;p5"/>
            <p:cNvSpPr/>
            <p:nvPr/>
          </p:nvSpPr>
          <p:spPr>
            <a:xfrm>
              <a:off x="-1" y="-1329"/>
              <a:ext cx="9144884" cy="5147195"/>
            </a:xfrm>
            <a:custGeom>
              <a:avLst/>
              <a:gdLst/>
              <a:ahLst/>
              <a:cxnLst/>
              <a:rect l="l" t="t" r="r" b="b"/>
              <a:pathLst>
                <a:path w="4064393" h="2287642" extrusionOk="0">
                  <a:moveTo>
                    <a:pt x="3897961" y="979695"/>
                  </a:moveTo>
                  <a:cubicBezTo>
                    <a:pt x="3674736" y="964390"/>
                    <a:pt x="3602516" y="1073895"/>
                    <a:pt x="3472718" y="1222747"/>
                  </a:cubicBezTo>
                  <a:cubicBezTo>
                    <a:pt x="3361105" y="1334420"/>
                    <a:pt x="3140244" y="1318720"/>
                    <a:pt x="3084963" y="1158306"/>
                  </a:cubicBezTo>
                  <a:cubicBezTo>
                    <a:pt x="3045899" y="1043086"/>
                    <a:pt x="3123962" y="918013"/>
                    <a:pt x="3106498" y="797538"/>
                  </a:cubicBezTo>
                  <a:cubicBezTo>
                    <a:pt x="3020688" y="502395"/>
                    <a:pt x="2709290" y="454573"/>
                    <a:pt x="2826877" y="0"/>
                  </a:cubicBezTo>
                  <a:lnTo>
                    <a:pt x="0" y="0"/>
                  </a:lnTo>
                  <a:lnTo>
                    <a:pt x="0" y="2287642"/>
                  </a:lnTo>
                  <a:lnTo>
                    <a:pt x="4064394" y="2287642"/>
                  </a:lnTo>
                  <a:lnTo>
                    <a:pt x="4064394" y="1009650"/>
                  </a:lnTo>
                  <a:cubicBezTo>
                    <a:pt x="4010098" y="993931"/>
                    <a:pt x="3954324" y="983893"/>
                    <a:pt x="3897961" y="979695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" name="Google Shape;46;p5"/>
            <p:cNvSpPr/>
            <p:nvPr/>
          </p:nvSpPr>
          <p:spPr>
            <a:xfrm>
              <a:off x="-1" y="-1329"/>
              <a:ext cx="9144884" cy="5147195"/>
            </a:xfrm>
            <a:custGeom>
              <a:avLst/>
              <a:gdLst/>
              <a:ahLst/>
              <a:cxnLst/>
              <a:rect l="l" t="t" r="r" b="b"/>
              <a:pathLst>
                <a:path w="4064393" h="2287642" extrusionOk="0">
                  <a:moveTo>
                    <a:pt x="3886668" y="1168356"/>
                  </a:moveTo>
                  <a:cubicBezTo>
                    <a:pt x="3523534" y="864476"/>
                    <a:pt x="3578093" y="1536875"/>
                    <a:pt x="3166834" y="1369892"/>
                  </a:cubicBezTo>
                  <a:cubicBezTo>
                    <a:pt x="2968952" y="1280029"/>
                    <a:pt x="2931661" y="1012343"/>
                    <a:pt x="3042091" y="838988"/>
                  </a:cubicBezTo>
                  <a:cubicBezTo>
                    <a:pt x="3075772" y="781641"/>
                    <a:pt x="3123043" y="717265"/>
                    <a:pt x="3097963" y="655648"/>
                  </a:cubicBezTo>
                  <a:cubicBezTo>
                    <a:pt x="3074787" y="598695"/>
                    <a:pt x="3004406" y="582076"/>
                    <a:pt x="2945711" y="563683"/>
                  </a:cubicBezTo>
                  <a:cubicBezTo>
                    <a:pt x="2704694" y="489125"/>
                    <a:pt x="2524210" y="251788"/>
                    <a:pt x="2514231" y="0"/>
                  </a:cubicBezTo>
                  <a:lnTo>
                    <a:pt x="0" y="0"/>
                  </a:lnTo>
                  <a:lnTo>
                    <a:pt x="0" y="2287642"/>
                  </a:lnTo>
                  <a:lnTo>
                    <a:pt x="4064394" y="2287642"/>
                  </a:lnTo>
                  <a:lnTo>
                    <a:pt x="4064394" y="1364506"/>
                  </a:lnTo>
                  <a:cubicBezTo>
                    <a:pt x="3994275" y="1309983"/>
                    <a:pt x="3950221" y="1229776"/>
                    <a:pt x="3886668" y="1168356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" name="Google Shape;47;p5"/>
            <p:cNvSpPr/>
            <p:nvPr/>
          </p:nvSpPr>
          <p:spPr>
            <a:xfrm>
              <a:off x="-1" y="-886"/>
              <a:ext cx="9144884" cy="5146749"/>
            </a:xfrm>
            <a:custGeom>
              <a:avLst/>
              <a:gdLst/>
              <a:ahLst/>
              <a:cxnLst/>
              <a:rect l="l" t="t" r="r" b="b"/>
              <a:pathLst>
                <a:path w="4064393" h="2287444" extrusionOk="0">
                  <a:moveTo>
                    <a:pt x="3860275" y="1412328"/>
                  </a:moveTo>
                  <a:cubicBezTo>
                    <a:pt x="3499570" y="1212171"/>
                    <a:pt x="3370166" y="1548765"/>
                    <a:pt x="3020622" y="1515723"/>
                  </a:cubicBezTo>
                  <a:cubicBezTo>
                    <a:pt x="2790832" y="1511322"/>
                    <a:pt x="2587895" y="1238973"/>
                    <a:pt x="2748288" y="1041181"/>
                  </a:cubicBezTo>
                  <a:cubicBezTo>
                    <a:pt x="2792933" y="989023"/>
                    <a:pt x="2861476" y="955785"/>
                    <a:pt x="2888657" y="892657"/>
                  </a:cubicBezTo>
                  <a:cubicBezTo>
                    <a:pt x="2920500" y="819019"/>
                    <a:pt x="2882092" y="731848"/>
                    <a:pt x="2824776" y="675552"/>
                  </a:cubicBezTo>
                  <a:cubicBezTo>
                    <a:pt x="2569577" y="494315"/>
                    <a:pt x="2383447" y="351243"/>
                    <a:pt x="2435314" y="0"/>
                  </a:cubicBezTo>
                  <a:lnTo>
                    <a:pt x="0" y="0"/>
                  </a:lnTo>
                  <a:lnTo>
                    <a:pt x="0" y="2287445"/>
                  </a:lnTo>
                  <a:lnTo>
                    <a:pt x="4064394" y="2287445"/>
                  </a:lnTo>
                  <a:lnTo>
                    <a:pt x="4064394" y="1502125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" name="Google Shape;48;p5"/>
            <p:cNvSpPr/>
            <p:nvPr/>
          </p:nvSpPr>
          <p:spPr>
            <a:xfrm>
              <a:off x="-1" y="-1032"/>
              <a:ext cx="9144884" cy="5146898"/>
            </a:xfrm>
            <a:custGeom>
              <a:avLst/>
              <a:gdLst/>
              <a:ahLst/>
              <a:cxnLst/>
              <a:rect l="l" t="t" r="r" b="b"/>
              <a:pathLst>
                <a:path w="4064393" h="2287510" extrusionOk="0">
                  <a:moveTo>
                    <a:pt x="3767571" y="1773029"/>
                  </a:moveTo>
                  <a:cubicBezTo>
                    <a:pt x="3678150" y="1745177"/>
                    <a:pt x="3601400" y="1686056"/>
                    <a:pt x="3513358" y="1654131"/>
                  </a:cubicBezTo>
                  <a:cubicBezTo>
                    <a:pt x="3253038" y="1560523"/>
                    <a:pt x="2846245" y="1725207"/>
                    <a:pt x="2683422" y="1432757"/>
                  </a:cubicBezTo>
                  <a:cubicBezTo>
                    <a:pt x="2593082" y="1250074"/>
                    <a:pt x="2741526" y="1029094"/>
                    <a:pt x="2694714" y="830711"/>
                  </a:cubicBezTo>
                  <a:cubicBezTo>
                    <a:pt x="2667271" y="714506"/>
                    <a:pt x="2577653" y="625234"/>
                    <a:pt x="2512064" y="525517"/>
                  </a:cubicBezTo>
                  <a:cubicBezTo>
                    <a:pt x="2410779" y="370063"/>
                    <a:pt x="2365609" y="184654"/>
                    <a:pt x="2384038" y="0"/>
                  </a:cubicBezTo>
                  <a:lnTo>
                    <a:pt x="0" y="0"/>
                  </a:lnTo>
                  <a:lnTo>
                    <a:pt x="0" y="2287511"/>
                  </a:lnTo>
                  <a:lnTo>
                    <a:pt x="4064394" y="2287511"/>
                  </a:lnTo>
                  <a:lnTo>
                    <a:pt x="4064394" y="1767774"/>
                  </a:lnTo>
                  <a:cubicBezTo>
                    <a:pt x="3965256" y="1794116"/>
                    <a:pt x="3864674" y="1803247"/>
                    <a:pt x="3767571" y="177302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9" name="Google Shape;49;p5"/>
          <p:cNvSpPr txBox="1">
            <a:spLocks noGrp="1"/>
          </p:cNvSpPr>
          <p:nvPr>
            <p:ph type="title"/>
          </p:nvPr>
        </p:nvSpPr>
        <p:spPr>
          <a:xfrm>
            <a:off x="609600" y="792567"/>
            <a:ext cx="6953600" cy="9552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5"/>
          <p:cNvSpPr txBox="1">
            <a:spLocks noGrp="1"/>
          </p:cNvSpPr>
          <p:nvPr>
            <p:ph type="body" idx="1"/>
          </p:nvPr>
        </p:nvSpPr>
        <p:spPr>
          <a:xfrm>
            <a:off x="609600" y="2123467"/>
            <a:ext cx="6953600" cy="3926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491054" rtl="0">
              <a:spcBef>
                <a:spcPts val="800"/>
              </a:spcBef>
              <a:spcAft>
                <a:spcPts val="0"/>
              </a:spcAft>
              <a:buSzPts val="2200"/>
              <a:buChar char="●"/>
              <a:defRPr/>
            </a:lvl1pPr>
            <a:lvl2pPr marL="1219170" lvl="1" indent="-491054" rtl="0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marL="1828754" lvl="2" indent="-491054" rtl="0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3pPr>
            <a:lvl4pPr marL="2438339" lvl="3" indent="-491054" rtl="0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4pPr>
            <a:lvl5pPr marL="3047924" lvl="4" indent="-491054" rtl="0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5pPr>
            <a:lvl6pPr marL="3657509" lvl="5" indent="-491054" rtl="0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6pPr>
            <a:lvl7pPr marL="4267093" lvl="6" indent="-491054" rtl="0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7pPr>
            <a:lvl8pPr marL="4876678" lvl="7" indent="-491054" rtl="0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8pPr>
            <a:lvl9pPr marL="5486263" lvl="8" indent="-491054" rtl="0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9pPr>
          </a:lstStyle>
          <a:p>
            <a:endParaRPr/>
          </a:p>
        </p:txBody>
      </p:sp>
      <p:sp>
        <p:nvSpPr>
          <p:cNvPr id="51" name="Google Shape;51;p5"/>
          <p:cNvSpPr txBox="1">
            <a:spLocks noGrp="1"/>
          </p:cNvSpPr>
          <p:nvPr>
            <p:ph type="sldNum" idx="12"/>
          </p:nvPr>
        </p:nvSpPr>
        <p:spPr>
          <a:xfrm>
            <a:off x="11307445" y="6333135"/>
            <a:ext cx="731600" cy="524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n">
                <a:solidFill>
                  <a:srgbClr val="CE0063"/>
                </a:solidFill>
              </a:rPr>
              <a:pPr/>
              <a:t>‹#›</a:t>
            </a:fld>
            <a:endParaRPr>
              <a:solidFill>
                <a:srgbClr val="CE006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009123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 + Image">
  <p:cSld name="Title + 1 column + Image">
    <p:bg>
      <p:bgPr>
        <a:gradFill>
          <a:gsLst>
            <a:gs pos="0">
              <a:schemeClr val="accent1"/>
            </a:gs>
            <a:gs pos="37000">
              <a:schemeClr val="dk2"/>
            </a:gs>
            <a:gs pos="100000">
              <a:schemeClr val="dk2"/>
            </a:gs>
          </a:gsLst>
          <a:lin ang="10800025" scaled="0"/>
        </a:gradFill>
        <a:effectLst/>
      </p:bgPr>
    </p:bg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" name="Google Shape;53;p6"/>
          <p:cNvGrpSpPr/>
          <p:nvPr/>
        </p:nvGrpSpPr>
        <p:grpSpPr>
          <a:xfrm>
            <a:off x="9" y="-49"/>
            <a:ext cx="8342020" cy="6856029"/>
            <a:chOff x="-8" y="-13"/>
            <a:chExt cx="7710766" cy="5142022"/>
          </a:xfrm>
        </p:grpSpPr>
        <p:sp>
          <p:nvSpPr>
            <p:cNvPr id="54" name="Google Shape;54;p6"/>
            <p:cNvSpPr/>
            <p:nvPr/>
          </p:nvSpPr>
          <p:spPr>
            <a:xfrm>
              <a:off x="-8" y="-13"/>
              <a:ext cx="7710766" cy="5142022"/>
            </a:xfrm>
            <a:custGeom>
              <a:avLst/>
              <a:gdLst/>
              <a:ahLst/>
              <a:cxnLst/>
              <a:rect l="l" t="t" r="r" b="b"/>
              <a:pathLst>
                <a:path w="3427007" h="2285343" extrusionOk="0">
                  <a:moveTo>
                    <a:pt x="3264200" y="1931013"/>
                  </a:moveTo>
                  <a:cubicBezTo>
                    <a:pt x="3059555" y="1738083"/>
                    <a:pt x="2707189" y="1625228"/>
                    <a:pt x="2663923" y="1311888"/>
                  </a:cubicBezTo>
                  <a:cubicBezTo>
                    <a:pt x="2646918" y="776320"/>
                    <a:pt x="3405816" y="668129"/>
                    <a:pt x="3258554" y="0"/>
                  </a:cubicBezTo>
                  <a:lnTo>
                    <a:pt x="0" y="0"/>
                  </a:lnTo>
                  <a:lnTo>
                    <a:pt x="0" y="2285343"/>
                  </a:lnTo>
                  <a:lnTo>
                    <a:pt x="3426103" y="2285343"/>
                  </a:lnTo>
                  <a:cubicBezTo>
                    <a:pt x="3436148" y="2153964"/>
                    <a:pt x="3361302" y="2023504"/>
                    <a:pt x="3264200" y="193101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285750" dist="9525" algn="bl" rotWithShape="0">
                <a:schemeClr val="dk1">
                  <a:alpha val="75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" name="Google Shape;55;p6"/>
            <p:cNvSpPr/>
            <p:nvPr/>
          </p:nvSpPr>
          <p:spPr>
            <a:xfrm>
              <a:off x="-8" y="-13"/>
              <a:ext cx="7536339" cy="5142022"/>
            </a:xfrm>
            <a:custGeom>
              <a:avLst/>
              <a:gdLst/>
              <a:ahLst/>
              <a:cxnLst/>
              <a:rect l="l" t="t" r="r" b="b"/>
              <a:pathLst>
                <a:path w="3349484" h="2285343" extrusionOk="0">
                  <a:moveTo>
                    <a:pt x="3135123" y="1986849"/>
                  </a:moveTo>
                  <a:cubicBezTo>
                    <a:pt x="3002568" y="1888315"/>
                    <a:pt x="2836659" y="1848901"/>
                    <a:pt x="2687952" y="1777628"/>
                  </a:cubicBezTo>
                  <a:cubicBezTo>
                    <a:pt x="2379377" y="1643884"/>
                    <a:pt x="2269472" y="1317800"/>
                    <a:pt x="2551129" y="1092748"/>
                  </a:cubicBezTo>
                  <a:cubicBezTo>
                    <a:pt x="2647246" y="1012409"/>
                    <a:pt x="2763520" y="961040"/>
                    <a:pt x="2873688" y="901459"/>
                  </a:cubicBezTo>
                  <a:cubicBezTo>
                    <a:pt x="3268796" y="717528"/>
                    <a:pt x="3285865" y="371278"/>
                    <a:pt x="3154688" y="0"/>
                  </a:cubicBezTo>
                  <a:lnTo>
                    <a:pt x="0" y="0"/>
                  </a:lnTo>
                  <a:lnTo>
                    <a:pt x="0" y="2285343"/>
                  </a:lnTo>
                  <a:lnTo>
                    <a:pt x="3349485" y="2285343"/>
                  </a:lnTo>
                  <a:cubicBezTo>
                    <a:pt x="3310420" y="2166169"/>
                    <a:pt x="3235575" y="2061939"/>
                    <a:pt x="3135123" y="1986849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" name="Google Shape;56;p6"/>
            <p:cNvSpPr/>
            <p:nvPr/>
          </p:nvSpPr>
          <p:spPr>
            <a:xfrm>
              <a:off x="-8" y="-13"/>
              <a:ext cx="6852517" cy="5142022"/>
            </a:xfrm>
            <a:custGeom>
              <a:avLst/>
              <a:gdLst/>
              <a:ahLst/>
              <a:cxnLst/>
              <a:rect l="l" t="t" r="r" b="b"/>
              <a:pathLst>
                <a:path w="3045563" h="2285343" extrusionOk="0">
                  <a:moveTo>
                    <a:pt x="2807574" y="2063115"/>
                  </a:moveTo>
                  <a:cubicBezTo>
                    <a:pt x="2956478" y="1994404"/>
                    <a:pt x="2840008" y="1887198"/>
                    <a:pt x="2727411" y="1875177"/>
                  </a:cubicBezTo>
                  <a:cubicBezTo>
                    <a:pt x="2250301" y="1750695"/>
                    <a:pt x="2181824" y="1070150"/>
                    <a:pt x="2624661" y="853112"/>
                  </a:cubicBezTo>
                  <a:cubicBezTo>
                    <a:pt x="2701215" y="814552"/>
                    <a:pt x="2785909" y="794451"/>
                    <a:pt x="2863446" y="757796"/>
                  </a:cubicBezTo>
                  <a:cubicBezTo>
                    <a:pt x="3297881" y="540560"/>
                    <a:pt x="2793262" y="253036"/>
                    <a:pt x="2983397" y="0"/>
                  </a:cubicBezTo>
                  <a:lnTo>
                    <a:pt x="0" y="0"/>
                  </a:lnTo>
                  <a:lnTo>
                    <a:pt x="0" y="2285343"/>
                  </a:lnTo>
                  <a:lnTo>
                    <a:pt x="2681190" y="2285343"/>
                  </a:lnTo>
                  <a:cubicBezTo>
                    <a:pt x="2683685" y="2196596"/>
                    <a:pt x="2730299" y="2108047"/>
                    <a:pt x="2807574" y="2063115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" name="Google Shape;57;p6"/>
            <p:cNvSpPr/>
            <p:nvPr/>
          </p:nvSpPr>
          <p:spPr>
            <a:xfrm>
              <a:off x="-8" y="-13"/>
              <a:ext cx="6478551" cy="5142022"/>
            </a:xfrm>
            <a:custGeom>
              <a:avLst/>
              <a:gdLst/>
              <a:ahLst/>
              <a:cxnLst/>
              <a:rect l="l" t="t" r="r" b="b"/>
              <a:pathLst>
                <a:path w="2879356" h="2285343" extrusionOk="0">
                  <a:moveTo>
                    <a:pt x="2483636" y="1975748"/>
                  </a:moveTo>
                  <a:cubicBezTo>
                    <a:pt x="2425729" y="1949472"/>
                    <a:pt x="2357974" y="1946319"/>
                    <a:pt x="2304203" y="1912292"/>
                  </a:cubicBezTo>
                  <a:cubicBezTo>
                    <a:pt x="2200338" y="1846602"/>
                    <a:pt x="2149981" y="1693020"/>
                    <a:pt x="2194297" y="1578391"/>
                  </a:cubicBezTo>
                  <a:cubicBezTo>
                    <a:pt x="2362898" y="1262161"/>
                    <a:pt x="2082226" y="851863"/>
                    <a:pt x="2213994" y="698938"/>
                  </a:cubicBezTo>
                  <a:cubicBezTo>
                    <a:pt x="2289890" y="640671"/>
                    <a:pt x="2476086" y="701106"/>
                    <a:pt x="2569840" y="720484"/>
                  </a:cubicBezTo>
                  <a:cubicBezTo>
                    <a:pt x="3121795" y="827427"/>
                    <a:pt x="2785252" y="260657"/>
                    <a:pt x="2696422" y="0"/>
                  </a:cubicBezTo>
                  <a:lnTo>
                    <a:pt x="0" y="0"/>
                  </a:lnTo>
                  <a:lnTo>
                    <a:pt x="0" y="2285343"/>
                  </a:lnTo>
                  <a:lnTo>
                    <a:pt x="2605819" y="2285343"/>
                  </a:lnTo>
                  <a:cubicBezTo>
                    <a:pt x="2646787" y="2172291"/>
                    <a:pt x="2595314" y="2026460"/>
                    <a:pt x="2483636" y="197574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" name="Google Shape;58;p6"/>
            <p:cNvSpPr/>
            <p:nvPr/>
          </p:nvSpPr>
          <p:spPr>
            <a:xfrm>
              <a:off x="-8" y="-13"/>
              <a:ext cx="6272190" cy="5142022"/>
            </a:xfrm>
            <a:custGeom>
              <a:avLst/>
              <a:gdLst/>
              <a:ahLst/>
              <a:cxnLst/>
              <a:rect l="l" t="t" r="r" b="b"/>
              <a:pathLst>
                <a:path w="2787640" h="2285343" extrusionOk="0">
                  <a:moveTo>
                    <a:pt x="2551129" y="2165460"/>
                  </a:moveTo>
                  <a:cubicBezTo>
                    <a:pt x="2474839" y="1961822"/>
                    <a:pt x="2182086" y="2092478"/>
                    <a:pt x="2041192" y="1984090"/>
                  </a:cubicBezTo>
                  <a:cubicBezTo>
                    <a:pt x="1755530" y="1606309"/>
                    <a:pt x="2254765" y="1476178"/>
                    <a:pt x="2067125" y="765219"/>
                  </a:cubicBezTo>
                  <a:cubicBezTo>
                    <a:pt x="2053010" y="702617"/>
                    <a:pt x="2051631" y="620702"/>
                    <a:pt x="2107765" y="589762"/>
                  </a:cubicBezTo>
                  <a:cubicBezTo>
                    <a:pt x="2139214" y="572223"/>
                    <a:pt x="2178081" y="579120"/>
                    <a:pt x="2213403" y="586543"/>
                  </a:cubicBezTo>
                  <a:cubicBezTo>
                    <a:pt x="2363423" y="609994"/>
                    <a:pt x="2512983" y="669378"/>
                    <a:pt x="2665433" y="663991"/>
                  </a:cubicBezTo>
                  <a:cubicBezTo>
                    <a:pt x="2829568" y="636467"/>
                    <a:pt x="2809872" y="484724"/>
                    <a:pt x="2714805" y="382445"/>
                  </a:cubicBezTo>
                  <a:cubicBezTo>
                    <a:pt x="2614157" y="255007"/>
                    <a:pt x="2513443" y="127523"/>
                    <a:pt x="2412795" y="0"/>
                  </a:cubicBezTo>
                  <a:lnTo>
                    <a:pt x="0" y="0"/>
                  </a:lnTo>
                  <a:lnTo>
                    <a:pt x="0" y="2285343"/>
                  </a:lnTo>
                  <a:lnTo>
                    <a:pt x="2536094" y="2285343"/>
                  </a:lnTo>
                  <a:cubicBezTo>
                    <a:pt x="2555134" y="2247966"/>
                    <a:pt x="2563012" y="2205202"/>
                    <a:pt x="2551129" y="216546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" name="Google Shape;59;p6"/>
            <p:cNvSpPr/>
            <p:nvPr/>
          </p:nvSpPr>
          <p:spPr>
            <a:xfrm>
              <a:off x="-8" y="-13"/>
              <a:ext cx="5978795" cy="5142022"/>
            </a:xfrm>
            <a:custGeom>
              <a:avLst/>
              <a:gdLst/>
              <a:ahLst/>
              <a:cxnLst/>
              <a:rect l="l" t="t" r="r" b="b"/>
              <a:pathLst>
                <a:path w="2657242" h="2285343" extrusionOk="0">
                  <a:moveTo>
                    <a:pt x="2007248" y="2113499"/>
                  </a:moveTo>
                  <a:cubicBezTo>
                    <a:pt x="1570122" y="1477098"/>
                    <a:pt x="2433082" y="1775854"/>
                    <a:pt x="2003441" y="835244"/>
                  </a:cubicBezTo>
                  <a:cubicBezTo>
                    <a:pt x="1977901" y="745052"/>
                    <a:pt x="1922620" y="648094"/>
                    <a:pt x="1965558" y="564800"/>
                  </a:cubicBezTo>
                  <a:cubicBezTo>
                    <a:pt x="2004426" y="489322"/>
                    <a:pt x="2106518" y="470798"/>
                    <a:pt x="2189570" y="488337"/>
                  </a:cubicBezTo>
                  <a:cubicBezTo>
                    <a:pt x="2272623" y="505876"/>
                    <a:pt x="2348716" y="549428"/>
                    <a:pt x="2432491" y="564274"/>
                  </a:cubicBezTo>
                  <a:cubicBezTo>
                    <a:pt x="2646524" y="602374"/>
                    <a:pt x="2740016" y="398211"/>
                    <a:pt x="2567739" y="263810"/>
                  </a:cubicBezTo>
                  <a:cubicBezTo>
                    <a:pt x="2468142" y="185967"/>
                    <a:pt x="2311687" y="141430"/>
                    <a:pt x="2287855" y="0"/>
                  </a:cubicBezTo>
                  <a:lnTo>
                    <a:pt x="0" y="0"/>
                  </a:lnTo>
                  <a:lnTo>
                    <a:pt x="0" y="2285343"/>
                  </a:lnTo>
                  <a:lnTo>
                    <a:pt x="2023268" y="2285343"/>
                  </a:lnTo>
                  <a:cubicBezTo>
                    <a:pt x="2055570" y="2233645"/>
                    <a:pt x="2039156" y="2165000"/>
                    <a:pt x="2007248" y="211349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0" name="Google Shape;60;p6"/>
          <p:cNvSpPr txBox="1">
            <a:spLocks noGrp="1"/>
          </p:cNvSpPr>
          <p:nvPr>
            <p:ph type="title"/>
          </p:nvPr>
        </p:nvSpPr>
        <p:spPr>
          <a:xfrm>
            <a:off x="609600" y="1402167"/>
            <a:ext cx="3696400" cy="9552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6"/>
          <p:cNvSpPr txBox="1">
            <a:spLocks noGrp="1"/>
          </p:cNvSpPr>
          <p:nvPr>
            <p:ph type="body" idx="1"/>
          </p:nvPr>
        </p:nvSpPr>
        <p:spPr>
          <a:xfrm>
            <a:off x="609600" y="2733067"/>
            <a:ext cx="3696400" cy="332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457189" rtl="0">
              <a:spcBef>
                <a:spcPts val="800"/>
              </a:spcBef>
              <a:spcAft>
                <a:spcPts val="0"/>
              </a:spcAft>
              <a:buSzPts val="1800"/>
              <a:buChar char="●"/>
              <a:defRPr sz="2400"/>
            </a:lvl1pPr>
            <a:lvl2pPr marL="1219170" lvl="1" indent="-457189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2400"/>
            </a:lvl2pPr>
            <a:lvl3pPr marL="1828754" lvl="2" indent="-457189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2400"/>
            </a:lvl3pPr>
            <a:lvl4pPr marL="2438339" lvl="3" indent="-457189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2400"/>
            </a:lvl4pPr>
            <a:lvl5pPr marL="3047924" lvl="4" indent="-457189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2400"/>
            </a:lvl5pPr>
            <a:lvl6pPr marL="3657509" lvl="5" indent="-457189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2400"/>
            </a:lvl6pPr>
            <a:lvl7pPr marL="4267093" lvl="6" indent="-457189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2400"/>
            </a:lvl7pPr>
            <a:lvl8pPr marL="4876678" lvl="7" indent="-457189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2400"/>
            </a:lvl8pPr>
            <a:lvl9pPr marL="5486263" lvl="8" indent="-457189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2400"/>
            </a:lvl9pPr>
          </a:lstStyle>
          <a:p>
            <a:endParaRPr/>
          </a:p>
        </p:txBody>
      </p:sp>
      <p:sp>
        <p:nvSpPr>
          <p:cNvPr id="62" name="Google Shape;62;p6"/>
          <p:cNvSpPr txBox="1">
            <a:spLocks noGrp="1"/>
          </p:cNvSpPr>
          <p:nvPr>
            <p:ph type="sldNum" idx="12"/>
          </p:nvPr>
        </p:nvSpPr>
        <p:spPr>
          <a:xfrm>
            <a:off x="11307445" y="6333135"/>
            <a:ext cx="731600" cy="524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fld id="{00000000-1234-1234-1234-123412341234}" type="slidenum">
              <a:rPr lang="en">
                <a:solidFill>
                  <a:srgbClr val="FFFFFF"/>
                </a:solidFill>
              </a:rPr>
              <a:pPr/>
              <a:t>‹#›</a:t>
            </a:fld>
            <a:endParaRPr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3980595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2 columns" type="twoColTx">
  <p:cSld name="Title + 2 columns">
    <p:bg>
      <p:bgPr>
        <a:gradFill>
          <a:gsLst>
            <a:gs pos="0">
              <a:schemeClr val="accent1"/>
            </a:gs>
            <a:gs pos="50000">
              <a:schemeClr val="dk2"/>
            </a:gs>
            <a:gs pos="100000">
              <a:schemeClr val="dk2"/>
            </a:gs>
          </a:gsLst>
          <a:path path="circle">
            <a:fillToRect l="100000" b="100000"/>
          </a:path>
          <a:tileRect t="-100000" r="-100000"/>
        </a:gradFill>
        <a:effectLst/>
      </p:bgPr>
    </p:bg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4" name="Google Shape;64;p7"/>
          <p:cNvGrpSpPr/>
          <p:nvPr/>
        </p:nvGrpSpPr>
        <p:grpSpPr>
          <a:xfrm>
            <a:off x="-7" y="-13"/>
            <a:ext cx="12193773" cy="6857017"/>
            <a:chOff x="-5" y="-10"/>
            <a:chExt cx="9145330" cy="5142763"/>
          </a:xfrm>
        </p:grpSpPr>
        <p:sp>
          <p:nvSpPr>
            <p:cNvPr id="65" name="Google Shape;65;p7"/>
            <p:cNvSpPr/>
            <p:nvPr/>
          </p:nvSpPr>
          <p:spPr>
            <a:xfrm>
              <a:off x="436" y="-10"/>
              <a:ext cx="9144886" cy="5142760"/>
            </a:xfrm>
            <a:custGeom>
              <a:avLst/>
              <a:gdLst/>
              <a:ahLst/>
              <a:cxnLst/>
              <a:rect l="l" t="t" r="r" b="b"/>
              <a:pathLst>
                <a:path w="4064394" h="2285671" extrusionOk="0">
                  <a:moveTo>
                    <a:pt x="3915359" y="1249483"/>
                  </a:moveTo>
                  <a:cubicBezTo>
                    <a:pt x="3758905" y="1375673"/>
                    <a:pt x="3604486" y="1367725"/>
                    <a:pt x="3572381" y="1142869"/>
                  </a:cubicBezTo>
                  <a:cubicBezTo>
                    <a:pt x="3564371" y="1057472"/>
                    <a:pt x="3585512" y="972535"/>
                    <a:pt x="3594835" y="887270"/>
                  </a:cubicBezTo>
                  <a:cubicBezTo>
                    <a:pt x="3604157" y="802005"/>
                    <a:pt x="3597723" y="707609"/>
                    <a:pt x="3544938" y="644219"/>
                  </a:cubicBezTo>
                  <a:cubicBezTo>
                    <a:pt x="3492151" y="580828"/>
                    <a:pt x="3402533" y="563289"/>
                    <a:pt x="3347252" y="501147"/>
                  </a:cubicBezTo>
                  <a:cubicBezTo>
                    <a:pt x="3215944" y="341980"/>
                    <a:pt x="3347252" y="113972"/>
                    <a:pt x="3484470" y="0"/>
                  </a:cubicBezTo>
                  <a:lnTo>
                    <a:pt x="0" y="0"/>
                  </a:lnTo>
                  <a:lnTo>
                    <a:pt x="0" y="2285672"/>
                  </a:lnTo>
                  <a:lnTo>
                    <a:pt x="4064394" y="2285672"/>
                  </a:lnTo>
                  <a:lnTo>
                    <a:pt x="4064394" y="1205077"/>
                  </a:lnTo>
                  <a:cubicBezTo>
                    <a:pt x="4016007" y="1198508"/>
                    <a:pt x="3959741" y="1220908"/>
                    <a:pt x="3915359" y="124948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" name="Google Shape;66;p7"/>
            <p:cNvSpPr/>
            <p:nvPr/>
          </p:nvSpPr>
          <p:spPr>
            <a:xfrm>
              <a:off x="436" y="731"/>
              <a:ext cx="9144886" cy="5142022"/>
            </a:xfrm>
            <a:custGeom>
              <a:avLst/>
              <a:gdLst/>
              <a:ahLst/>
              <a:cxnLst/>
              <a:rect l="l" t="t" r="r" b="b"/>
              <a:pathLst>
                <a:path w="4064394" h="2285343" extrusionOk="0">
                  <a:moveTo>
                    <a:pt x="3921596" y="1306896"/>
                  </a:moveTo>
                  <a:cubicBezTo>
                    <a:pt x="3827382" y="1355046"/>
                    <a:pt x="3758839" y="1489579"/>
                    <a:pt x="3641252" y="1479923"/>
                  </a:cubicBezTo>
                  <a:cubicBezTo>
                    <a:pt x="3438840" y="1433940"/>
                    <a:pt x="3511651" y="1152459"/>
                    <a:pt x="3489000" y="998483"/>
                  </a:cubicBezTo>
                  <a:cubicBezTo>
                    <a:pt x="3445274" y="740060"/>
                    <a:pt x="3136174" y="567099"/>
                    <a:pt x="3190076" y="285685"/>
                  </a:cubicBezTo>
                  <a:cubicBezTo>
                    <a:pt x="3210823" y="187938"/>
                    <a:pt x="3283305" y="103593"/>
                    <a:pt x="3278381" y="0"/>
                  </a:cubicBezTo>
                  <a:lnTo>
                    <a:pt x="0" y="0"/>
                  </a:lnTo>
                  <a:lnTo>
                    <a:pt x="0" y="2285343"/>
                  </a:lnTo>
                  <a:lnTo>
                    <a:pt x="4064394" y="2285343"/>
                  </a:lnTo>
                  <a:lnTo>
                    <a:pt x="4064394" y="1314779"/>
                  </a:lnTo>
                  <a:cubicBezTo>
                    <a:pt x="4026971" y="1280751"/>
                    <a:pt x="3967291" y="1283576"/>
                    <a:pt x="3921596" y="1306896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" name="Google Shape;67;p7"/>
            <p:cNvSpPr/>
            <p:nvPr/>
          </p:nvSpPr>
          <p:spPr>
            <a:xfrm>
              <a:off x="-5" y="731"/>
              <a:ext cx="9145330" cy="5142022"/>
            </a:xfrm>
            <a:custGeom>
              <a:avLst/>
              <a:gdLst/>
              <a:ahLst/>
              <a:cxnLst/>
              <a:rect l="l" t="t" r="r" b="b"/>
              <a:pathLst>
                <a:path w="4064591" h="2285343" extrusionOk="0">
                  <a:moveTo>
                    <a:pt x="3770329" y="1529387"/>
                  </a:moveTo>
                  <a:cubicBezTo>
                    <a:pt x="3385594" y="1586602"/>
                    <a:pt x="3413301" y="1366017"/>
                    <a:pt x="3417043" y="1072384"/>
                  </a:cubicBezTo>
                  <a:cubicBezTo>
                    <a:pt x="3360449" y="715689"/>
                    <a:pt x="2974270" y="507453"/>
                    <a:pt x="3214762" y="117322"/>
                  </a:cubicBezTo>
                  <a:cubicBezTo>
                    <a:pt x="3227893" y="80141"/>
                    <a:pt x="3233605" y="36983"/>
                    <a:pt x="3223625" y="0"/>
                  </a:cubicBezTo>
                  <a:lnTo>
                    <a:pt x="0" y="0"/>
                  </a:lnTo>
                  <a:lnTo>
                    <a:pt x="0" y="2285343"/>
                  </a:lnTo>
                  <a:lnTo>
                    <a:pt x="4064591" y="2285343"/>
                  </a:lnTo>
                  <a:lnTo>
                    <a:pt x="4064591" y="1598886"/>
                  </a:lnTo>
                  <a:cubicBezTo>
                    <a:pt x="3998346" y="1512308"/>
                    <a:pt x="3874916" y="1516052"/>
                    <a:pt x="3770329" y="1529387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" name="Google Shape;68;p7"/>
            <p:cNvSpPr/>
            <p:nvPr/>
          </p:nvSpPr>
          <p:spPr>
            <a:xfrm>
              <a:off x="436" y="583"/>
              <a:ext cx="9144886" cy="5142168"/>
            </a:xfrm>
            <a:custGeom>
              <a:avLst/>
              <a:gdLst/>
              <a:ahLst/>
              <a:cxnLst/>
              <a:rect l="l" t="t" r="r" b="b"/>
              <a:pathLst>
                <a:path w="4064394" h="2285408" extrusionOk="0">
                  <a:moveTo>
                    <a:pt x="3518216" y="1610776"/>
                  </a:moveTo>
                  <a:cubicBezTo>
                    <a:pt x="3308123" y="1694859"/>
                    <a:pt x="3276477" y="1573793"/>
                    <a:pt x="3327359" y="1394788"/>
                  </a:cubicBezTo>
                  <a:cubicBezTo>
                    <a:pt x="3353621" y="1255855"/>
                    <a:pt x="3313637" y="1105097"/>
                    <a:pt x="3223691" y="1003935"/>
                  </a:cubicBezTo>
                  <a:cubicBezTo>
                    <a:pt x="3022920" y="804107"/>
                    <a:pt x="3083059" y="820727"/>
                    <a:pt x="3141820" y="584638"/>
                  </a:cubicBezTo>
                  <a:cubicBezTo>
                    <a:pt x="3145891" y="476184"/>
                    <a:pt x="3038415" y="408787"/>
                    <a:pt x="2988780" y="315310"/>
                  </a:cubicBezTo>
                  <a:cubicBezTo>
                    <a:pt x="2935534" y="216184"/>
                    <a:pt x="2953524" y="78302"/>
                    <a:pt x="3036904" y="0"/>
                  </a:cubicBezTo>
                  <a:lnTo>
                    <a:pt x="0" y="0"/>
                  </a:lnTo>
                  <a:lnTo>
                    <a:pt x="0" y="2285409"/>
                  </a:lnTo>
                  <a:lnTo>
                    <a:pt x="4064394" y="2285409"/>
                  </a:lnTo>
                  <a:lnTo>
                    <a:pt x="4064394" y="1775263"/>
                  </a:lnTo>
                  <a:cubicBezTo>
                    <a:pt x="3874128" y="1764358"/>
                    <a:pt x="3706841" y="1566435"/>
                    <a:pt x="3518216" y="1610776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" name="Google Shape;69;p7"/>
            <p:cNvSpPr/>
            <p:nvPr/>
          </p:nvSpPr>
          <p:spPr>
            <a:xfrm>
              <a:off x="731" y="731"/>
              <a:ext cx="9144589" cy="5142022"/>
            </a:xfrm>
            <a:custGeom>
              <a:avLst/>
              <a:gdLst/>
              <a:ahLst/>
              <a:cxnLst/>
              <a:rect l="l" t="t" r="r" b="b"/>
              <a:pathLst>
                <a:path w="4064262" h="2285343" extrusionOk="0">
                  <a:moveTo>
                    <a:pt x="3911354" y="1813823"/>
                  </a:moveTo>
                  <a:cubicBezTo>
                    <a:pt x="3733431" y="1756279"/>
                    <a:pt x="3525766" y="1820392"/>
                    <a:pt x="3358808" y="1722711"/>
                  </a:cubicBezTo>
                  <a:cubicBezTo>
                    <a:pt x="3177667" y="1604864"/>
                    <a:pt x="3210363" y="1445238"/>
                    <a:pt x="3338586" y="1300852"/>
                  </a:cubicBezTo>
                  <a:cubicBezTo>
                    <a:pt x="3453941" y="1143197"/>
                    <a:pt x="3377978" y="1019175"/>
                    <a:pt x="3192965" y="1000454"/>
                  </a:cubicBezTo>
                  <a:cubicBezTo>
                    <a:pt x="2865678" y="937129"/>
                    <a:pt x="3055091" y="791166"/>
                    <a:pt x="3032571" y="594426"/>
                  </a:cubicBezTo>
                  <a:cubicBezTo>
                    <a:pt x="3008870" y="510278"/>
                    <a:pt x="2913277" y="477761"/>
                    <a:pt x="2846901" y="423304"/>
                  </a:cubicBezTo>
                  <a:cubicBezTo>
                    <a:pt x="2723602" y="324770"/>
                    <a:pt x="2700886" y="123037"/>
                    <a:pt x="2803438" y="0"/>
                  </a:cubicBezTo>
                  <a:lnTo>
                    <a:pt x="0" y="0"/>
                  </a:lnTo>
                  <a:lnTo>
                    <a:pt x="0" y="2285343"/>
                  </a:lnTo>
                  <a:lnTo>
                    <a:pt x="4064263" y="2285343"/>
                  </a:lnTo>
                  <a:lnTo>
                    <a:pt x="4064263" y="1916167"/>
                  </a:lnTo>
                  <a:cubicBezTo>
                    <a:pt x="4026118" y="1868214"/>
                    <a:pt x="3969852" y="1832741"/>
                    <a:pt x="3911354" y="1813823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" name="Google Shape;70;p7"/>
            <p:cNvSpPr/>
            <p:nvPr/>
          </p:nvSpPr>
          <p:spPr>
            <a:xfrm>
              <a:off x="436" y="731"/>
              <a:ext cx="9144886" cy="5142022"/>
            </a:xfrm>
            <a:custGeom>
              <a:avLst/>
              <a:gdLst/>
              <a:ahLst/>
              <a:cxnLst/>
              <a:rect l="l" t="t" r="r" b="b"/>
              <a:pathLst>
                <a:path w="4064394" h="2285343" extrusionOk="0">
                  <a:moveTo>
                    <a:pt x="3763435" y="1980675"/>
                  </a:moveTo>
                  <a:cubicBezTo>
                    <a:pt x="3694695" y="2003469"/>
                    <a:pt x="3636788" y="2052539"/>
                    <a:pt x="3567588" y="2074020"/>
                  </a:cubicBezTo>
                  <a:cubicBezTo>
                    <a:pt x="3429714" y="2116718"/>
                    <a:pt x="3273391" y="2032701"/>
                    <a:pt x="3205242" y="1905263"/>
                  </a:cubicBezTo>
                  <a:cubicBezTo>
                    <a:pt x="3082469" y="1678240"/>
                    <a:pt x="3215156" y="1486623"/>
                    <a:pt x="3268861" y="1269453"/>
                  </a:cubicBezTo>
                  <a:cubicBezTo>
                    <a:pt x="3268007" y="941004"/>
                    <a:pt x="3006244" y="1151737"/>
                    <a:pt x="2907172" y="1045583"/>
                  </a:cubicBezTo>
                  <a:cubicBezTo>
                    <a:pt x="2870405" y="1001833"/>
                    <a:pt x="2887935" y="934239"/>
                    <a:pt x="2918530" y="886022"/>
                  </a:cubicBezTo>
                  <a:cubicBezTo>
                    <a:pt x="3044717" y="741505"/>
                    <a:pt x="3036708" y="613476"/>
                    <a:pt x="2871981" y="500030"/>
                  </a:cubicBezTo>
                  <a:cubicBezTo>
                    <a:pt x="2666286" y="390788"/>
                    <a:pt x="2485474" y="247716"/>
                    <a:pt x="2627944" y="0"/>
                  </a:cubicBezTo>
                  <a:lnTo>
                    <a:pt x="0" y="0"/>
                  </a:lnTo>
                  <a:lnTo>
                    <a:pt x="0" y="2285343"/>
                  </a:lnTo>
                  <a:lnTo>
                    <a:pt x="4064394" y="2285343"/>
                  </a:lnTo>
                  <a:lnTo>
                    <a:pt x="4064394" y="2074020"/>
                  </a:lnTo>
                  <a:cubicBezTo>
                    <a:pt x="3992306" y="1989674"/>
                    <a:pt x="3869992" y="1945268"/>
                    <a:pt x="3763435" y="198067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1" name="Google Shape;71;p7"/>
          <p:cNvSpPr txBox="1">
            <a:spLocks noGrp="1"/>
          </p:cNvSpPr>
          <p:nvPr>
            <p:ph type="title"/>
          </p:nvPr>
        </p:nvSpPr>
        <p:spPr>
          <a:xfrm>
            <a:off x="609600" y="792567"/>
            <a:ext cx="6953600" cy="9552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7"/>
          <p:cNvSpPr txBox="1">
            <a:spLocks noGrp="1"/>
          </p:cNvSpPr>
          <p:nvPr>
            <p:ph type="body" idx="1"/>
          </p:nvPr>
        </p:nvSpPr>
        <p:spPr>
          <a:xfrm>
            <a:off x="609600" y="2123467"/>
            <a:ext cx="3554800" cy="3921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474121" rtl="0">
              <a:spcBef>
                <a:spcPts val="800"/>
              </a:spcBef>
              <a:spcAft>
                <a:spcPts val="0"/>
              </a:spcAft>
              <a:buSzPts val="2000"/>
              <a:buChar char="●"/>
              <a:defRPr sz="2667"/>
            </a:lvl1pPr>
            <a:lvl2pPr marL="1219170" lvl="1" indent="-474121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667"/>
            </a:lvl2pPr>
            <a:lvl3pPr marL="1828754" lvl="2" indent="-474121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667"/>
            </a:lvl3pPr>
            <a:lvl4pPr marL="2438339" lvl="3" indent="-474121" rtl="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667"/>
            </a:lvl4pPr>
            <a:lvl5pPr marL="3047924" lvl="4" indent="-474121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667"/>
            </a:lvl5pPr>
            <a:lvl6pPr marL="3657509" lvl="5" indent="-474121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667"/>
            </a:lvl6pPr>
            <a:lvl7pPr marL="4267093" lvl="6" indent="-474121" rtl="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667"/>
            </a:lvl7pPr>
            <a:lvl8pPr marL="4876678" lvl="7" indent="-474121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667"/>
            </a:lvl8pPr>
            <a:lvl9pPr marL="5486263" lvl="8" indent="-474121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667"/>
            </a:lvl9pPr>
          </a:lstStyle>
          <a:p>
            <a:endParaRPr/>
          </a:p>
        </p:txBody>
      </p:sp>
      <p:sp>
        <p:nvSpPr>
          <p:cNvPr id="73" name="Google Shape;73;p7"/>
          <p:cNvSpPr txBox="1">
            <a:spLocks noGrp="1"/>
          </p:cNvSpPr>
          <p:nvPr>
            <p:ph type="body" idx="2"/>
          </p:nvPr>
        </p:nvSpPr>
        <p:spPr>
          <a:xfrm>
            <a:off x="4533605" y="2123467"/>
            <a:ext cx="3554800" cy="3921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474121" rtl="0">
              <a:spcBef>
                <a:spcPts val="800"/>
              </a:spcBef>
              <a:spcAft>
                <a:spcPts val="0"/>
              </a:spcAft>
              <a:buSzPts val="2000"/>
              <a:buChar char="●"/>
              <a:defRPr sz="2667"/>
            </a:lvl1pPr>
            <a:lvl2pPr marL="1219170" lvl="1" indent="-474121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667"/>
            </a:lvl2pPr>
            <a:lvl3pPr marL="1828754" lvl="2" indent="-474121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667"/>
            </a:lvl3pPr>
            <a:lvl4pPr marL="2438339" lvl="3" indent="-474121" rtl="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667"/>
            </a:lvl4pPr>
            <a:lvl5pPr marL="3047924" lvl="4" indent="-474121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667"/>
            </a:lvl5pPr>
            <a:lvl6pPr marL="3657509" lvl="5" indent="-474121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667"/>
            </a:lvl6pPr>
            <a:lvl7pPr marL="4267093" lvl="6" indent="-474121" rtl="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667"/>
            </a:lvl7pPr>
            <a:lvl8pPr marL="4876678" lvl="7" indent="-474121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667"/>
            </a:lvl8pPr>
            <a:lvl9pPr marL="5486263" lvl="8" indent="-474121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667"/>
            </a:lvl9pPr>
          </a:lstStyle>
          <a:p>
            <a:endParaRPr/>
          </a:p>
        </p:txBody>
      </p:sp>
      <p:sp>
        <p:nvSpPr>
          <p:cNvPr id="74" name="Google Shape;74;p7"/>
          <p:cNvSpPr txBox="1">
            <a:spLocks noGrp="1"/>
          </p:cNvSpPr>
          <p:nvPr>
            <p:ph type="sldNum" idx="12"/>
          </p:nvPr>
        </p:nvSpPr>
        <p:spPr>
          <a:xfrm>
            <a:off x="11307445" y="6333135"/>
            <a:ext cx="731600" cy="524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n">
                <a:solidFill>
                  <a:srgbClr val="CE0063"/>
                </a:solidFill>
              </a:rPr>
              <a:pPr/>
              <a:t>‹#›</a:t>
            </a:fld>
            <a:endParaRPr>
              <a:solidFill>
                <a:srgbClr val="CE006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6962510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3 columns">
  <p:cSld name="Title + 3 columns">
    <p:bg>
      <p:bgPr>
        <a:gradFill>
          <a:gsLst>
            <a:gs pos="0">
              <a:schemeClr val="accent1"/>
            </a:gs>
            <a:gs pos="50000">
              <a:schemeClr val="dk2"/>
            </a:gs>
            <a:gs pos="100000">
              <a:schemeClr val="dk2"/>
            </a:gs>
          </a:gsLst>
          <a:path path="circle">
            <a:fillToRect l="100000" b="100000"/>
          </a:path>
          <a:tileRect t="-100000" r="-100000"/>
        </a:gradFill>
        <a:effectLst/>
      </p:bgPr>
    </p:bg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6" name="Google Shape;76;p8"/>
          <p:cNvGrpSpPr/>
          <p:nvPr/>
        </p:nvGrpSpPr>
        <p:grpSpPr>
          <a:xfrm>
            <a:off x="-7" y="-13"/>
            <a:ext cx="12193773" cy="6857017"/>
            <a:chOff x="-5" y="-10"/>
            <a:chExt cx="9145330" cy="5142763"/>
          </a:xfrm>
        </p:grpSpPr>
        <p:sp>
          <p:nvSpPr>
            <p:cNvPr id="77" name="Google Shape;77;p8"/>
            <p:cNvSpPr/>
            <p:nvPr/>
          </p:nvSpPr>
          <p:spPr>
            <a:xfrm>
              <a:off x="436" y="-10"/>
              <a:ext cx="9144886" cy="5142760"/>
            </a:xfrm>
            <a:custGeom>
              <a:avLst/>
              <a:gdLst/>
              <a:ahLst/>
              <a:cxnLst/>
              <a:rect l="l" t="t" r="r" b="b"/>
              <a:pathLst>
                <a:path w="4064394" h="2285671" extrusionOk="0">
                  <a:moveTo>
                    <a:pt x="3915359" y="1249483"/>
                  </a:moveTo>
                  <a:cubicBezTo>
                    <a:pt x="3758905" y="1375673"/>
                    <a:pt x="3604486" y="1367725"/>
                    <a:pt x="3572381" y="1142869"/>
                  </a:cubicBezTo>
                  <a:cubicBezTo>
                    <a:pt x="3564371" y="1057472"/>
                    <a:pt x="3585512" y="972535"/>
                    <a:pt x="3594835" y="887270"/>
                  </a:cubicBezTo>
                  <a:cubicBezTo>
                    <a:pt x="3604157" y="802005"/>
                    <a:pt x="3597723" y="707609"/>
                    <a:pt x="3544938" y="644219"/>
                  </a:cubicBezTo>
                  <a:cubicBezTo>
                    <a:pt x="3492151" y="580828"/>
                    <a:pt x="3402533" y="563289"/>
                    <a:pt x="3347252" y="501147"/>
                  </a:cubicBezTo>
                  <a:cubicBezTo>
                    <a:pt x="3215944" y="341980"/>
                    <a:pt x="3347252" y="113972"/>
                    <a:pt x="3484470" y="0"/>
                  </a:cubicBezTo>
                  <a:lnTo>
                    <a:pt x="0" y="0"/>
                  </a:lnTo>
                  <a:lnTo>
                    <a:pt x="0" y="2285672"/>
                  </a:lnTo>
                  <a:lnTo>
                    <a:pt x="4064394" y="2285672"/>
                  </a:lnTo>
                  <a:lnTo>
                    <a:pt x="4064394" y="1205077"/>
                  </a:lnTo>
                  <a:cubicBezTo>
                    <a:pt x="4016007" y="1198508"/>
                    <a:pt x="3959741" y="1220908"/>
                    <a:pt x="3915359" y="124948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" name="Google Shape;78;p8"/>
            <p:cNvSpPr/>
            <p:nvPr/>
          </p:nvSpPr>
          <p:spPr>
            <a:xfrm>
              <a:off x="436" y="731"/>
              <a:ext cx="9144886" cy="5142022"/>
            </a:xfrm>
            <a:custGeom>
              <a:avLst/>
              <a:gdLst/>
              <a:ahLst/>
              <a:cxnLst/>
              <a:rect l="l" t="t" r="r" b="b"/>
              <a:pathLst>
                <a:path w="4064394" h="2285343" extrusionOk="0">
                  <a:moveTo>
                    <a:pt x="3921596" y="1306896"/>
                  </a:moveTo>
                  <a:cubicBezTo>
                    <a:pt x="3827382" y="1355046"/>
                    <a:pt x="3758839" y="1489579"/>
                    <a:pt x="3641252" y="1479923"/>
                  </a:cubicBezTo>
                  <a:cubicBezTo>
                    <a:pt x="3438840" y="1433940"/>
                    <a:pt x="3511651" y="1152459"/>
                    <a:pt x="3489000" y="998483"/>
                  </a:cubicBezTo>
                  <a:cubicBezTo>
                    <a:pt x="3445274" y="740060"/>
                    <a:pt x="3136174" y="567099"/>
                    <a:pt x="3190076" y="285685"/>
                  </a:cubicBezTo>
                  <a:cubicBezTo>
                    <a:pt x="3210823" y="187938"/>
                    <a:pt x="3283305" y="103593"/>
                    <a:pt x="3278381" y="0"/>
                  </a:cubicBezTo>
                  <a:lnTo>
                    <a:pt x="0" y="0"/>
                  </a:lnTo>
                  <a:lnTo>
                    <a:pt x="0" y="2285343"/>
                  </a:lnTo>
                  <a:lnTo>
                    <a:pt x="4064394" y="2285343"/>
                  </a:lnTo>
                  <a:lnTo>
                    <a:pt x="4064394" y="1314779"/>
                  </a:lnTo>
                  <a:cubicBezTo>
                    <a:pt x="4026971" y="1280751"/>
                    <a:pt x="3967291" y="1283576"/>
                    <a:pt x="3921596" y="1306896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" name="Google Shape;79;p8"/>
            <p:cNvSpPr/>
            <p:nvPr/>
          </p:nvSpPr>
          <p:spPr>
            <a:xfrm>
              <a:off x="-5" y="731"/>
              <a:ext cx="9145330" cy="5142022"/>
            </a:xfrm>
            <a:custGeom>
              <a:avLst/>
              <a:gdLst/>
              <a:ahLst/>
              <a:cxnLst/>
              <a:rect l="l" t="t" r="r" b="b"/>
              <a:pathLst>
                <a:path w="4064591" h="2285343" extrusionOk="0">
                  <a:moveTo>
                    <a:pt x="3770329" y="1529387"/>
                  </a:moveTo>
                  <a:cubicBezTo>
                    <a:pt x="3385594" y="1586602"/>
                    <a:pt x="3413301" y="1366017"/>
                    <a:pt x="3417043" y="1072384"/>
                  </a:cubicBezTo>
                  <a:cubicBezTo>
                    <a:pt x="3360449" y="715689"/>
                    <a:pt x="2974270" y="507453"/>
                    <a:pt x="3214762" y="117322"/>
                  </a:cubicBezTo>
                  <a:cubicBezTo>
                    <a:pt x="3227893" y="80141"/>
                    <a:pt x="3233605" y="36983"/>
                    <a:pt x="3223625" y="0"/>
                  </a:cubicBezTo>
                  <a:lnTo>
                    <a:pt x="0" y="0"/>
                  </a:lnTo>
                  <a:lnTo>
                    <a:pt x="0" y="2285343"/>
                  </a:lnTo>
                  <a:lnTo>
                    <a:pt x="4064591" y="2285343"/>
                  </a:lnTo>
                  <a:lnTo>
                    <a:pt x="4064591" y="1598886"/>
                  </a:lnTo>
                  <a:cubicBezTo>
                    <a:pt x="3998346" y="1512308"/>
                    <a:pt x="3874916" y="1516052"/>
                    <a:pt x="3770329" y="1529387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" name="Google Shape;80;p8"/>
            <p:cNvSpPr/>
            <p:nvPr/>
          </p:nvSpPr>
          <p:spPr>
            <a:xfrm>
              <a:off x="436" y="583"/>
              <a:ext cx="9144886" cy="5142168"/>
            </a:xfrm>
            <a:custGeom>
              <a:avLst/>
              <a:gdLst/>
              <a:ahLst/>
              <a:cxnLst/>
              <a:rect l="l" t="t" r="r" b="b"/>
              <a:pathLst>
                <a:path w="4064394" h="2285408" extrusionOk="0">
                  <a:moveTo>
                    <a:pt x="3518216" y="1610776"/>
                  </a:moveTo>
                  <a:cubicBezTo>
                    <a:pt x="3308123" y="1694859"/>
                    <a:pt x="3276477" y="1573793"/>
                    <a:pt x="3327359" y="1394788"/>
                  </a:cubicBezTo>
                  <a:cubicBezTo>
                    <a:pt x="3353621" y="1255855"/>
                    <a:pt x="3313637" y="1105097"/>
                    <a:pt x="3223691" y="1003935"/>
                  </a:cubicBezTo>
                  <a:cubicBezTo>
                    <a:pt x="3022920" y="804107"/>
                    <a:pt x="3083059" y="820727"/>
                    <a:pt x="3141820" y="584638"/>
                  </a:cubicBezTo>
                  <a:cubicBezTo>
                    <a:pt x="3145891" y="476184"/>
                    <a:pt x="3038415" y="408787"/>
                    <a:pt x="2988780" y="315310"/>
                  </a:cubicBezTo>
                  <a:cubicBezTo>
                    <a:pt x="2935534" y="216184"/>
                    <a:pt x="2953524" y="78302"/>
                    <a:pt x="3036904" y="0"/>
                  </a:cubicBezTo>
                  <a:lnTo>
                    <a:pt x="0" y="0"/>
                  </a:lnTo>
                  <a:lnTo>
                    <a:pt x="0" y="2285409"/>
                  </a:lnTo>
                  <a:lnTo>
                    <a:pt x="4064394" y="2285409"/>
                  </a:lnTo>
                  <a:lnTo>
                    <a:pt x="4064394" y="1775263"/>
                  </a:lnTo>
                  <a:cubicBezTo>
                    <a:pt x="3874128" y="1764358"/>
                    <a:pt x="3706841" y="1566435"/>
                    <a:pt x="3518216" y="1610776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" name="Google Shape;81;p8"/>
            <p:cNvSpPr/>
            <p:nvPr/>
          </p:nvSpPr>
          <p:spPr>
            <a:xfrm>
              <a:off x="731" y="731"/>
              <a:ext cx="9144589" cy="5142022"/>
            </a:xfrm>
            <a:custGeom>
              <a:avLst/>
              <a:gdLst/>
              <a:ahLst/>
              <a:cxnLst/>
              <a:rect l="l" t="t" r="r" b="b"/>
              <a:pathLst>
                <a:path w="4064262" h="2285343" extrusionOk="0">
                  <a:moveTo>
                    <a:pt x="3911354" y="1813823"/>
                  </a:moveTo>
                  <a:cubicBezTo>
                    <a:pt x="3733431" y="1756279"/>
                    <a:pt x="3525766" y="1820392"/>
                    <a:pt x="3358808" y="1722711"/>
                  </a:cubicBezTo>
                  <a:cubicBezTo>
                    <a:pt x="3177667" y="1604864"/>
                    <a:pt x="3210363" y="1445238"/>
                    <a:pt x="3338586" y="1300852"/>
                  </a:cubicBezTo>
                  <a:cubicBezTo>
                    <a:pt x="3453941" y="1143197"/>
                    <a:pt x="3377978" y="1019175"/>
                    <a:pt x="3192965" y="1000454"/>
                  </a:cubicBezTo>
                  <a:cubicBezTo>
                    <a:pt x="2865678" y="937129"/>
                    <a:pt x="3055091" y="791166"/>
                    <a:pt x="3032571" y="594426"/>
                  </a:cubicBezTo>
                  <a:cubicBezTo>
                    <a:pt x="3008870" y="510278"/>
                    <a:pt x="2913277" y="477761"/>
                    <a:pt x="2846901" y="423304"/>
                  </a:cubicBezTo>
                  <a:cubicBezTo>
                    <a:pt x="2723602" y="324770"/>
                    <a:pt x="2700886" y="123037"/>
                    <a:pt x="2803438" y="0"/>
                  </a:cubicBezTo>
                  <a:lnTo>
                    <a:pt x="0" y="0"/>
                  </a:lnTo>
                  <a:lnTo>
                    <a:pt x="0" y="2285343"/>
                  </a:lnTo>
                  <a:lnTo>
                    <a:pt x="4064263" y="2285343"/>
                  </a:lnTo>
                  <a:lnTo>
                    <a:pt x="4064263" y="1916167"/>
                  </a:lnTo>
                  <a:cubicBezTo>
                    <a:pt x="4026118" y="1868214"/>
                    <a:pt x="3969852" y="1832741"/>
                    <a:pt x="3911354" y="1813823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" name="Google Shape;82;p8"/>
            <p:cNvSpPr/>
            <p:nvPr/>
          </p:nvSpPr>
          <p:spPr>
            <a:xfrm>
              <a:off x="436" y="731"/>
              <a:ext cx="9144886" cy="5142022"/>
            </a:xfrm>
            <a:custGeom>
              <a:avLst/>
              <a:gdLst/>
              <a:ahLst/>
              <a:cxnLst/>
              <a:rect l="l" t="t" r="r" b="b"/>
              <a:pathLst>
                <a:path w="4064394" h="2285343" extrusionOk="0">
                  <a:moveTo>
                    <a:pt x="3763435" y="1980675"/>
                  </a:moveTo>
                  <a:cubicBezTo>
                    <a:pt x="3694695" y="2003469"/>
                    <a:pt x="3636788" y="2052539"/>
                    <a:pt x="3567588" y="2074020"/>
                  </a:cubicBezTo>
                  <a:cubicBezTo>
                    <a:pt x="3429714" y="2116718"/>
                    <a:pt x="3273391" y="2032701"/>
                    <a:pt x="3205242" y="1905263"/>
                  </a:cubicBezTo>
                  <a:cubicBezTo>
                    <a:pt x="3082469" y="1678240"/>
                    <a:pt x="3215156" y="1486623"/>
                    <a:pt x="3268861" y="1269453"/>
                  </a:cubicBezTo>
                  <a:cubicBezTo>
                    <a:pt x="3268007" y="941004"/>
                    <a:pt x="3006244" y="1151737"/>
                    <a:pt x="2907172" y="1045583"/>
                  </a:cubicBezTo>
                  <a:cubicBezTo>
                    <a:pt x="2870405" y="1001833"/>
                    <a:pt x="2887935" y="934239"/>
                    <a:pt x="2918530" y="886022"/>
                  </a:cubicBezTo>
                  <a:cubicBezTo>
                    <a:pt x="3044717" y="741505"/>
                    <a:pt x="3036708" y="613476"/>
                    <a:pt x="2871981" y="500030"/>
                  </a:cubicBezTo>
                  <a:cubicBezTo>
                    <a:pt x="2666286" y="390788"/>
                    <a:pt x="2485474" y="247716"/>
                    <a:pt x="2627944" y="0"/>
                  </a:cubicBezTo>
                  <a:lnTo>
                    <a:pt x="0" y="0"/>
                  </a:lnTo>
                  <a:lnTo>
                    <a:pt x="0" y="2285343"/>
                  </a:lnTo>
                  <a:lnTo>
                    <a:pt x="4064394" y="2285343"/>
                  </a:lnTo>
                  <a:lnTo>
                    <a:pt x="4064394" y="2074020"/>
                  </a:lnTo>
                  <a:cubicBezTo>
                    <a:pt x="3992306" y="1989674"/>
                    <a:pt x="3869992" y="1945268"/>
                    <a:pt x="3763435" y="198067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3" name="Google Shape;83;p8"/>
          <p:cNvSpPr txBox="1">
            <a:spLocks noGrp="1"/>
          </p:cNvSpPr>
          <p:nvPr>
            <p:ph type="title"/>
          </p:nvPr>
        </p:nvSpPr>
        <p:spPr>
          <a:xfrm>
            <a:off x="609600" y="792567"/>
            <a:ext cx="6953600" cy="9552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"/>
          <p:cNvSpPr txBox="1">
            <a:spLocks noGrp="1"/>
          </p:cNvSpPr>
          <p:nvPr>
            <p:ph type="body" idx="1"/>
          </p:nvPr>
        </p:nvSpPr>
        <p:spPr>
          <a:xfrm>
            <a:off x="609600" y="2123467"/>
            <a:ext cx="2410400" cy="3921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440256" rtl="0">
              <a:spcBef>
                <a:spcPts val="800"/>
              </a:spcBef>
              <a:spcAft>
                <a:spcPts val="0"/>
              </a:spcAft>
              <a:buSzPts val="1600"/>
              <a:buChar char="●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2133"/>
            </a:lvl2pPr>
            <a:lvl3pPr marL="1828754" lvl="2" indent="-440256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2133"/>
            </a:lvl3pPr>
            <a:lvl4pPr marL="2438339" lvl="3" indent="-440256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2133"/>
            </a:lvl4pPr>
            <a:lvl5pPr marL="3047924" lvl="4" indent="-440256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2133"/>
            </a:lvl5pPr>
            <a:lvl6pPr marL="3657509" lvl="5" indent="-440256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2133"/>
            </a:lvl6pPr>
            <a:lvl7pPr marL="4267093" lvl="6" indent="-440256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2133"/>
            </a:lvl7pPr>
            <a:lvl8pPr marL="4876678" lvl="7" indent="-440256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2133"/>
            </a:lvl8pPr>
            <a:lvl9pPr marL="5486263" lvl="8" indent="-440256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2133"/>
            </a:lvl9pPr>
          </a:lstStyle>
          <a:p>
            <a:endParaRPr/>
          </a:p>
        </p:txBody>
      </p:sp>
      <p:sp>
        <p:nvSpPr>
          <p:cNvPr id="85" name="Google Shape;85;p8"/>
          <p:cNvSpPr txBox="1">
            <a:spLocks noGrp="1"/>
          </p:cNvSpPr>
          <p:nvPr>
            <p:ph type="body" idx="2"/>
          </p:nvPr>
        </p:nvSpPr>
        <p:spPr>
          <a:xfrm>
            <a:off x="3296108" y="2123467"/>
            <a:ext cx="2410400" cy="3921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440256" rtl="0">
              <a:spcBef>
                <a:spcPts val="800"/>
              </a:spcBef>
              <a:spcAft>
                <a:spcPts val="0"/>
              </a:spcAft>
              <a:buSzPts val="1600"/>
              <a:buChar char="●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2133"/>
            </a:lvl2pPr>
            <a:lvl3pPr marL="1828754" lvl="2" indent="-440256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2133"/>
            </a:lvl3pPr>
            <a:lvl4pPr marL="2438339" lvl="3" indent="-440256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2133"/>
            </a:lvl4pPr>
            <a:lvl5pPr marL="3047924" lvl="4" indent="-440256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2133"/>
            </a:lvl5pPr>
            <a:lvl6pPr marL="3657509" lvl="5" indent="-440256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2133"/>
            </a:lvl6pPr>
            <a:lvl7pPr marL="4267093" lvl="6" indent="-440256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2133"/>
            </a:lvl7pPr>
            <a:lvl8pPr marL="4876678" lvl="7" indent="-440256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2133"/>
            </a:lvl8pPr>
            <a:lvl9pPr marL="5486263" lvl="8" indent="-440256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2133"/>
            </a:lvl9pPr>
          </a:lstStyle>
          <a:p>
            <a:endParaRPr/>
          </a:p>
        </p:txBody>
      </p:sp>
      <p:sp>
        <p:nvSpPr>
          <p:cNvPr id="86" name="Google Shape;86;p8"/>
          <p:cNvSpPr txBox="1">
            <a:spLocks noGrp="1"/>
          </p:cNvSpPr>
          <p:nvPr>
            <p:ph type="body" idx="3"/>
          </p:nvPr>
        </p:nvSpPr>
        <p:spPr>
          <a:xfrm>
            <a:off x="5982616" y="2123467"/>
            <a:ext cx="2410400" cy="3921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440256" rtl="0">
              <a:spcBef>
                <a:spcPts val="800"/>
              </a:spcBef>
              <a:spcAft>
                <a:spcPts val="0"/>
              </a:spcAft>
              <a:buSzPts val="1600"/>
              <a:buChar char="●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2133"/>
            </a:lvl2pPr>
            <a:lvl3pPr marL="1828754" lvl="2" indent="-440256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2133"/>
            </a:lvl3pPr>
            <a:lvl4pPr marL="2438339" lvl="3" indent="-440256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2133"/>
            </a:lvl4pPr>
            <a:lvl5pPr marL="3047924" lvl="4" indent="-440256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2133"/>
            </a:lvl5pPr>
            <a:lvl6pPr marL="3657509" lvl="5" indent="-440256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2133"/>
            </a:lvl6pPr>
            <a:lvl7pPr marL="4267093" lvl="6" indent="-440256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2133"/>
            </a:lvl7pPr>
            <a:lvl8pPr marL="4876678" lvl="7" indent="-440256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2133"/>
            </a:lvl8pPr>
            <a:lvl9pPr marL="5486263" lvl="8" indent="-440256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2133"/>
            </a:lvl9pPr>
          </a:lstStyle>
          <a:p>
            <a:endParaRPr/>
          </a:p>
        </p:txBody>
      </p:sp>
      <p:sp>
        <p:nvSpPr>
          <p:cNvPr id="87" name="Google Shape;87;p8"/>
          <p:cNvSpPr txBox="1">
            <a:spLocks noGrp="1"/>
          </p:cNvSpPr>
          <p:nvPr>
            <p:ph type="sldNum" idx="12"/>
          </p:nvPr>
        </p:nvSpPr>
        <p:spPr>
          <a:xfrm>
            <a:off x="11307445" y="6333135"/>
            <a:ext cx="731600" cy="524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n">
                <a:solidFill>
                  <a:srgbClr val="CE0063"/>
                </a:solidFill>
              </a:rPr>
              <a:pPr/>
              <a:t>‹#›</a:t>
            </a:fld>
            <a:endParaRPr>
              <a:solidFill>
                <a:srgbClr val="CE006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4636906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bg>
      <p:bgPr>
        <a:gradFill>
          <a:gsLst>
            <a:gs pos="0">
              <a:schemeClr val="accent1"/>
            </a:gs>
            <a:gs pos="50000">
              <a:schemeClr val="dk2"/>
            </a:gs>
            <a:gs pos="100000">
              <a:schemeClr val="dk2"/>
            </a:gs>
          </a:gsLst>
          <a:path path="circle">
            <a:fillToRect l="100000" b="100000"/>
          </a:path>
          <a:tileRect t="-100000" r="-100000"/>
        </a:gradFill>
        <a:effectLst/>
      </p:bgPr>
    </p:bg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9" name="Google Shape;89;p9"/>
          <p:cNvGrpSpPr/>
          <p:nvPr/>
        </p:nvGrpSpPr>
        <p:grpSpPr>
          <a:xfrm>
            <a:off x="-2" y="-1772"/>
            <a:ext cx="12193179" cy="6862927"/>
            <a:chOff x="-1" y="-1329"/>
            <a:chExt cx="9144884" cy="5147195"/>
          </a:xfrm>
        </p:grpSpPr>
        <p:sp>
          <p:nvSpPr>
            <p:cNvPr id="90" name="Google Shape;90;p9"/>
            <p:cNvSpPr/>
            <p:nvPr/>
          </p:nvSpPr>
          <p:spPr>
            <a:xfrm>
              <a:off x="-1" y="-886"/>
              <a:ext cx="9144884" cy="5146749"/>
            </a:xfrm>
            <a:custGeom>
              <a:avLst/>
              <a:gdLst/>
              <a:ahLst/>
              <a:cxnLst/>
              <a:rect l="l" t="t" r="r" b="b"/>
              <a:pathLst>
                <a:path w="4064393" h="2287444" extrusionOk="0">
                  <a:moveTo>
                    <a:pt x="3788843" y="883066"/>
                  </a:moveTo>
                  <a:cubicBezTo>
                    <a:pt x="3664100" y="932662"/>
                    <a:pt x="3567457" y="1052874"/>
                    <a:pt x="3428795" y="1065618"/>
                  </a:cubicBezTo>
                  <a:cubicBezTo>
                    <a:pt x="3361105" y="1071530"/>
                    <a:pt x="3286456" y="1042298"/>
                    <a:pt x="3256912" y="981141"/>
                  </a:cubicBezTo>
                  <a:cubicBezTo>
                    <a:pt x="3196576" y="857381"/>
                    <a:pt x="3353424" y="685537"/>
                    <a:pt x="3244831" y="575639"/>
                  </a:cubicBezTo>
                  <a:cubicBezTo>
                    <a:pt x="3212792" y="545750"/>
                    <a:pt x="3166506" y="538589"/>
                    <a:pt x="3124553" y="525846"/>
                  </a:cubicBezTo>
                  <a:cubicBezTo>
                    <a:pt x="2907894" y="464426"/>
                    <a:pt x="2780787" y="210535"/>
                    <a:pt x="2861936" y="0"/>
                  </a:cubicBezTo>
                  <a:lnTo>
                    <a:pt x="0" y="0"/>
                  </a:lnTo>
                  <a:lnTo>
                    <a:pt x="0" y="2287445"/>
                  </a:lnTo>
                  <a:lnTo>
                    <a:pt x="4064394" y="2287445"/>
                  </a:lnTo>
                  <a:lnTo>
                    <a:pt x="4064394" y="886022"/>
                  </a:lnTo>
                  <a:cubicBezTo>
                    <a:pt x="3976365" y="849505"/>
                    <a:pt x="3877634" y="848441"/>
                    <a:pt x="3788843" y="88306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" name="Google Shape;91;p9"/>
            <p:cNvSpPr/>
            <p:nvPr/>
          </p:nvSpPr>
          <p:spPr>
            <a:xfrm>
              <a:off x="-1" y="-1181"/>
              <a:ext cx="9144884" cy="5147046"/>
            </a:xfrm>
            <a:custGeom>
              <a:avLst/>
              <a:gdLst/>
              <a:ahLst/>
              <a:cxnLst/>
              <a:rect l="l" t="t" r="r" b="b"/>
              <a:pathLst>
                <a:path w="4064393" h="2287576" extrusionOk="0">
                  <a:moveTo>
                    <a:pt x="3901965" y="939494"/>
                  </a:moveTo>
                  <a:cubicBezTo>
                    <a:pt x="3499701" y="855017"/>
                    <a:pt x="3568310" y="1206588"/>
                    <a:pt x="3260260" y="1099645"/>
                  </a:cubicBezTo>
                  <a:cubicBezTo>
                    <a:pt x="3067828" y="996184"/>
                    <a:pt x="3151603" y="860929"/>
                    <a:pt x="3127442" y="700317"/>
                  </a:cubicBezTo>
                  <a:cubicBezTo>
                    <a:pt x="3105645" y="624183"/>
                    <a:pt x="3033622" y="575901"/>
                    <a:pt x="2981098" y="516715"/>
                  </a:cubicBezTo>
                  <a:cubicBezTo>
                    <a:pt x="2857471" y="377387"/>
                    <a:pt x="2848871" y="151612"/>
                    <a:pt x="2954837" y="0"/>
                  </a:cubicBezTo>
                  <a:lnTo>
                    <a:pt x="0" y="0"/>
                  </a:lnTo>
                  <a:lnTo>
                    <a:pt x="0" y="2287576"/>
                  </a:lnTo>
                  <a:lnTo>
                    <a:pt x="4064394" y="2287576"/>
                  </a:lnTo>
                  <a:lnTo>
                    <a:pt x="4064394" y="955128"/>
                  </a:lnTo>
                  <a:cubicBezTo>
                    <a:pt x="4010557" y="955588"/>
                    <a:pt x="3955277" y="947245"/>
                    <a:pt x="3901965" y="93949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" name="Google Shape;92;p9"/>
            <p:cNvSpPr/>
            <p:nvPr/>
          </p:nvSpPr>
          <p:spPr>
            <a:xfrm>
              <a:off x="-1" y="-1329"/>
              <a:ext cx="9144884" cy="5147195"/>
            </a:xfrm>
            <a:custGeom>
              <a:avLst/>
              <a:gdLst/>
              <a:ahLst/>
              <a:cxnLst/>
              <a:rect l="l" t="t" r="r" b="b"/>
              <a:pathLst>
                <a:path w="4064393" h="2287642" extrusionOk="0">
                  <a:moveTo>
                    <a:pt x="3897961" y="979695"/>
                  </a:moveTo>
                  <a:cubicBezTo>
                    <a:pt x="3674736" y="964390"/>
                    <a:pt x="3602516" y="1073895"/>
                    <a:pt x="3472718" y="1222747"/>
                  </a:cubicBezTo>
                  <a:cubicBezTo>
                    <a:pt x="3361105" y="1334420"/>
                    <a:pt x="3140244" y="1318720"/>
                    <a:pt x="3084963" y="1158306"/>
                  </a:cubicBezTo>
                  <a:cubicBezTo>
                    <a:pt x="3045899" y="1043086"/>
                    <a:pt x="3123962" y="918013"/>
                    <a:pt x="3106498" y="797538"/>
                  </a:cubicBezTo>
                  <a:cubicBezTo>
                    <a:pt x="3020688" y="502395"/>
                    <a:pt x="2709290" y="454573"/>
                    <a:pt x="2826877" y="0"/>
                  </a:cubicBezTo>
                  <a:lnTo>
                    <a:pt x="0" y="0"/>
                  </a:lnTo>
                  <a:lnTo>
                    <a:pt x="0" y="2287642"/>
                  </a:lnTo>
                  <a:lnTo>
                    <a:pt x="4064394" y="2287642"/>
                  </a:lnTo>
                  <a:lnTo>
                    <a:pt x="4064394" y="1009650"/>
                  </a:lnTo>
                  <a:cubicBezTo>
                    <a:pt x="4010098" y="993931"/>
                    <a:pt x="3954324" y="983893"/>
                    <a:pt x="3897961" y="979695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" name="Google Shape;93;p9"/>
            <p:cNvSpPr/>
            <p:nvPr/>
          </p:nvSpPr>
          <p:spPr>
            <a:xfrm>
              <a:off x="-1" y="-1329"/>
              <a:ext cx="9144884" cy="5147195"/>
            </a:xfrm>
            <a:custGeom>
              <a:avLst/>
              <a:gdLst/>
              <a:ahLst/>
              <a:cxnLst/>
              <a:rect l="l" t="t" r="r" b="b"/>
              <a:pathLst>
                <a:path w="4064393" h="2287642" extrusionOk="0">
                  <a:moveTo>
                    <a:pt x="3886668" y="1168356"/>
                  </a:moveTo>
                  <a:cubicBezTo>
                    <a:pt x="3523534" y="864476"/>
                    <a:pt x="3578093" y="1536875"/>
                    <a:pt x="3166834" y="1369892"/>
                  </a:cubicBezTo>
                  <a:cubicBezTo>
                    <a:pt x="2968952" y="1280029"/>
                    <a:pt x="2931661" y="1012343"/>
                    <a:pt x="3042091" y="838988"/>
                  </a:cubicBezTo>
                  <a:cubicBezTo>
                    <a:pt x="3075772" y="781641"/>
                    <a:pt x="3123043" y="717265"/>
                    <a:pt x="3097963" y="655648"/>
                  </a:cubicBezTo>
                  <a:cubicBezTo>
                    <a:pt x="3074787" y="598695"/>
                    <a:pt x="3004406" y="582076"/>
                    <a:pt x="2945711" y="563683"/>
                  </a:cubicBezTo>
                  <a:cubicBezTo>
                    <a:pt x="2704694" y="489125"/>
                    <a:pt x="2524210" y="251788"/>
                    <a:pt x="2514231" y="0"/>
                  </a:cubicBezTo>
                  <a:lnTo>
                    <a:pt x="0" y="0"/>
                  </a:lnTo>
                  <a:lnTo>
                    <a:pt x="0" y="2287642"/>
                  </a:lnTo>
                  <a:lnTo>
                    <a:pt x="4064394" y="2287642"/>
                  </a:lnTo>
                  <a:lnTo>
                    <a:pt x="4064394" y="1364506"/>
                  </a:lnTo>
                  <a:cubicBezTo>
                    <a:pt x="3994275" y="1309983"/>
                    <a:pt x="3950221" y="1229776"/>
                    <a:pt x="3886668" y="1168356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" name="Google Shape;94;p9"/>
            <p:cNvSpPr/>
            <p:nvPr/>
          </p:nvSpPr>
          <p:spPr>
            <a:xfrm>
              <a:off x="-1" y="-886"/>
              <a:ext cx="9144884" cy="5146749"/>
            </a:xfrm>
            <a:custGeom>
              <a:avLst/>
              <a:gdLst/>
              <a:ahLst/>
              <a:cxnLst/>
              <a:rect l="l" t="t" r="r" b="b"/>
              <a:pathLst>
                <a:path w="4064393" h="2287444" extrusionOk="0">
                  <a:moveTo>
                    <a:pt x="3860275" y="1412328"/>
                  </a:moveTo>
                  <a:cubicBezTo>
                    <a:pt x="3499570" y="1212171"/>
                    <a:pt x="3370166" y="1548765"/>
                    <a:pt x="3020622" y="1515723"/>
                  </a:cubicBezTo>
                  <a:cubicBezTo>
                    <a:pt x="2790832" y="1511322"/>
                    <a:pt x="2587895" y="1238973"/>
                    <a:pt x="2748288" y="1041181"/>
                  </a:cubicBezTo>
                  <a:cubicBezTo>
                    <a:pt x="2792933" y="989023"/>
                    <a:pt x="2861476" y="955785"/>
                    <a:pt x="2888657" y="892657"/>
                  </a:cubicBezTo>
                  <a:cubicBezTo>
                    <a:pt x="2920500" y="819019"/>
                    <a:pt x="2882092" y="731848"/>
                    <a:pt x="2824776" y="675552"/>
                  </a:cubicBezTo>
                  <a:cubicBezTo>
                    <a:pt x="2569577" y="494315"/>
                    <a:pt x="2383447" y="351243"/>
                    <a:pt x="2435314" y="0"/>
                  </a:cubicBezTo>
                  <a:lnTo>
                    <a:pt x="0" y="0"/>
                  </a:lnTo>
                  <a:lnTo>
                    <a:pt x="0" y="2287445"/>
                  </a:lnTo>
                  <a:lnTo>
                    <a:pt x="4064394" y="2287445"/>
                  </a:lnTo>
                  <a:lnTo>
                    <a:pt x="4064394" y="1502125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" name="Google Shape;95;p9"/>
            <p:cNvSpPr/>
            <p:nvPr/>
          </p:nvSpPr>
          <p:spPr>
            <a:xfrm>
              <a:off x="-1" y="-1032"/>
              <a:ext cx="9144884" cy="5146898"/>
            </a:xfrm>
            <a:custGeom>
              <a:avLst/>
              <a:gdLst/>
              <a:ahLst/>
              <a:cxnLst/>
              <a:rect l="l" t="t" r="r" b="b"/>
              <a:pathLst>
                <a:path w="4064393" h="2287510" extrusionOk="0">
                  <a:moveTo>
                    <a:pt x="3767571" y="1773029"/>
                  </a:moveTo>
                  <a:cubicBezTo>
                    <a:pt x="3678150" y="1745177"/>
                    <a:pt x="3601400" y="1686056"/>
                    <a:pt x="3513358" y="1654131"/>
                  </a:cubicBezTo>
                  <a:cubicBezTo>
                    <a:pt x="3253038" y="1560523"/>
                    <a:pt x="2846245" y="1725207"/>
                    <a:pt x="2683422" y="1432757"/>
                  </a:cubicBezTo>
                  <a:cubicBezTo>
                    <a:pt x="2593082" y="1250074"/>
                    <a:pt x="2741526" y="1029094"/>
                    <a:pt x="2694714" y="830711"/>
                  </a:cubicBezTo>
                  <a:cubicBezTo>
                    <a:pt x="2667271" y="714506"/>
                    <a:pt x="2577653" y="625234"/>
                    <a:pt x="2512064" y="525517"/>
                  </a:cubicBezTo>
                  <a:cubicBezTo>
                    <a:pt x="2410779" y="370063"/>
                    <a:pt x="2365609" y="184654"/>
                    <a:pt x="2384038" y="0"/>
                  </a:cubicBezTo>
                  <a:lnTo>
                    <a:pt x="0" y="0"/>
                  </a:lnTo>
                  <a:lnTo>
                    <a:pt x="0" y="2287511"/>
                  </a:lnTo>
                  <a:lnTo>
                    <a:pt x="4064394" y="2287511"/>
                  </a:lnTo>
                  <a:lnTo>
                    <a:pt x="4064394" y="1767774"/>
                  </a:lnTo>
                  <a:cubicBezTo>
                    <a:pt x="3965256" y="1794116"/>
                    <a:pt x="3864674" y="1803247"/>
                    <a:pt x="3767571" y="177302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6" name="Google Shape;96;p9"/>
          <p:cNvSpPr txBox="1">
            <a:spLocks noGrp="1"/>
          </p:cNvSpPr>
          <p:nvPr>
            <p:ph type="title"/>
          </p:nvPr>
        </p:nvSpPr>
        <p:spPr>
          <a:xfrm>
            <a:off x="609600" y="792567"/>
            <a:ext cx="6953600" cy="9552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9"/>
          <p:cNvSpPr txBox="1">
            <a:spLocks noGrp="1"/>
          </p:cNvSpPr>
          <p:nvPr>
            <p:ph type="sldNum" idx="12"/>
          </p:nvPr>
        </p:nvSpPr>
        <p:spPr>
          <a:xfrm>
            <a:off x="11307445" y="6333135"/>
            <a:ext cx="731600" cy="524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n">
                <a:solidFill>
                  <a:srgbClr val="CE0063"/>
                </a:solidFill>
              </a:rPr>
              <a:pPr/>
              <a:t>‹#›</a:t>
            </a:fld>
            <a:endParaRPr>
              <a:solidFill>
                <a:srgbClr val="CE006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776083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" name="Google Shape;99;p10"/>
          <p:cNvGrpSpPr/>
          <p:nvPr/>
        </p:nvGrpSpPr>
        <p:grpSpPr>
          <a:xfrm>
            <a:off x="-20" y="1"/>
            <a:ext cx="12192000" cy="6857803"/>
            <a:chOff x="-15" y="1"/>
            <a:chExt cx="9144000" cy="5143352"/>
          </a:xfrm>
        </p:grpSpPr>
        <p:sp>
          <p:nvSpPr>
            <p:cNvPr id="100" name="Google Shape;100;p10"/>
            <p:cNvSpPr/>
            <p:nvPr/>
          </p:nvSpPr>
          <p:spPr>
            <a:xfrm>
              <a:off x="-15" y="594"/>
              <a:ext cx="9144000" cy="5142022"/>
            </a:xfrm>
            <a:custGeom>
              <a:avLst/>
              <a:gdLst/>
              <a:ahLst/>
              <a:cxnLst/>
              <a:rect l="l" t="t" r="r" b="b"/>
              <a:pathLst>
                <a:path w="4064000" h="2285343" extrusionOk="0">
                  <a:moveTo>
                    <a:pt x="4064000" y="0"/>
                  </a:moveTo>
                  <a:lnTo>
                    <a:pt x="3968014" y="0"/>
                  </a:lnTo>
                  <a:cubicBezTo>
                    <a:pt x="3943656" y="81653"/>
                    <a:pt x="3826660" y="80930"/>
                    <a:pt x="3801974" y="0"/>
                  </a:cubicBezTo>
                  <a:lnTo>
                    <a:pt x="0" y="0"/>
                  </a:lnTo>
                  <a:lnTo>
                    <a:pt x="0" y="2145687"/>
                  </a:lnTo>
                  <a:cubicBezTo>
                    <a:pt x="79376" y="2132549"/>
                    <a:pt x="158227" y="2203954"/>
                    <a:pt x="143652" y="2285343"/>
                  </a:cubicBezTo>
                  <a:lnTo>
                    <a:pt x="4064000" y="228534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" name="Google Shape;101;p10"/>
            <p:cNvSpPr/>
            <p:nvPr/>
          </p:nvSpPr>
          <p:spPr>
            <a:xfrm>
              <a:off x="-15" y="594"/>
              <a:ext cx="9144000" cy="5142465"/>
            </a:xfrm>
            <a:custGeom>
              <a:avLst/>
              <a:gdLst/>
              <a:ahLst/>
              <a:cxnLst/>
              <a:rect l="l" t="t" r="r" b="b"/>
              <a:pathLst>
                <a:path w="4064000" h="2285540" extrusionOk="0">
                  <a:moveTo>
                    <a:pt x="3963287" y="130920"/>
                  </a:moveTo>
                  <a:cubicBezTo>
                    <a:pt x="3873866" y="88944"/>
                    <a:pt x="3760678" y="180187"/>
                    <a:pt x="3705331" y="0"/>
                  </a:cubicBezTo>
                  <a:lnTo>
                    <a:pt x="0" y="0"/>
                  </a:lnTo>
                  <a:lnTo>
                    <a:pt x="0" y="1539766"/>
                  </a:lnTo>
                  <a:cubicBezTo>
                    <a:pt x="129076" y="1755950"/>
                    <a:pt x="-47797" y="2028037"/>
                    <a:pt x="237078" y="2154621"/>
                  </a:cubicBezTo>
                  <a:cubicBezTo>
                    <a:pt x="281985" y="2185298"/>
                    <a:pt x="326893" y="2229179"/>
                    <a:pt x="325514" y="2285541"/>
                  </a:cubicBezTo>
                  <a:lnTo>
                    <a:pt x="4064000" y="2285541"/>
                  </a:lnTo>
                  <a:lnTo>
                    <a:pt x="4064000" y="465346"/>
                  </a:lnTo>
                  <a:cubicBezTo>
                    <a:pt x="3972806" y="345725"/>
                    <a:pt x="4041218" y="187281"/>
                    <a:pt x="3963287" y="13092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" name="Google Shape;102;p10"/>
            <p:cNvSpPr/>
            <p:nvPr/>
          </p:nvSpPr>
          <p:spPr>
            <a:xfrm>
              <a:off x="-15" y="1"/>
              <a:ext cx="9144000" cy="5143352"/>
            </a:xfrm>
            <a:custGeom>
              <a:avLst/>
              <a:gdLst/>
              <a:ahLst/>
              <a:cxnLst/>
              <a:rect l="l" t="t" r="r" b="b"/>
              <a:pathLst>
                <a:path w="4064000" h="2285934" extrusionOk="0">
                  <a:moveTo>
                    <a:pt x="4064000" y="541546"/>
                  </a:moveTo>
                  <a:cubicBezTo>
                    <a:pt x="4012396" y="498322"/>
                    <a:pt x="3979175" y="432238"/>
                    <a:pt x="3979832" y="364643"/>
                  </a:cubicBezTo>
                  <a:cubicBezTo>
                    <a:pt x="4024017" y="50055"/>
                    <a:pt x="3727785" y="340666"/>
                    <a:pt x="3594047" y="0"/>
                  </a:cubicBezTo>
                  <a:lnTo>
                    <a:pt x="0" y="0"/>
                  </a:lnTo>
                  <a:lnTo>
                    <a:pt x="0" y="1422904"/>
                  </a:lnTo>
                  <a:cubicBezTo>
                    <a:pt x="175691" y="1522029"/>
                    <a:pt x="10570" y="1742221"/>
                    <a:pt x="70053" y="1889300"/>
                  </a:cubicBezTo>
                  <a:cubicBezTo>
                    <a:pt x="143914" y="2074742"/>
                    <a:pt x="474680" y="2055101"/>
                    <a:pt x="474746" y="2285934"/>
                  </a:cubicBezTo>
                  <a:lnTo>
                    <a:pt x="4064000" y="2285934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" name="Google Shape;103;p10"/>
            <p:cNvSpPr/>
            <p:nvPr/>
          </p:nvSpPr>
          <p:spPr>
            <a:xfrm>
              <a:off x="-15" y="594"/>
              <a:ext cx="9144000" cy="5142022"/>
            </a:xfrm>
            <a:custGeom>
              <a:avLst/>
              <a:gdLst/>
              <a:ahLst/>
              <a:cxnLst/>
              <a:rect l="l" t="t" r="r" b="b"/>
              <a:pathLst>
                <a:path w="4064000" h="2285343" extrusionOk="0">
                  <a:moveTo>
                    <a:pt x="4064000" y="821975"/>
                  </a:moveTo>
                  <a:cubicBezTo>
                    <a:pt x="3904854" y="719696"/>
                    <a:pt x="3874981" y="525583"/>
                    <a:pt x="3912076" y="353739"/>
                  </a:cubicBezTo>
                  <a:cubicBezTo>
                    <a:pt x="3859553" y="89995"/>
                    <a:pt x="3654252" y="499373"/>
                    <a:pt x="3544412" y="242527"/>
                  </a:cubicBezTo>
                  <a:cubicBezTo>
                    <a:pt x="3516575" y="165210"/>
                    <a:pt x="3536927" y="75346"/>
                    <a:pt x="3500818" y="0"/>
                  </a:cubicBezTo>
                  <a:lnTo>
                    <a:pt x="0" y="0"/>
                  </a:lnTo>
                  <a:lnTo>
                    <a:pt x="0" y="1294546"/>
                  </a:lnTo>
                  <a:cubicBezTo>
                    <a:pt x="325974" y="1577931"/>
                    <a:pt x="36372" y="1880366"/>
                    <a:pt x="390774" y="2094121"/>
                  </a:cubicBezTo>
                  <a:cubicBezTo>
                    <a:pt x="460762" y="2144505"/>
                    <a:pt x="536133" y="2199618"/>
                    <a:pt x="560491" y="2285343"/>
                  </a:cubicBezTo>
                  <a:lnTo>
                    <a:pt x="4064000" y="2285343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" name="Google Shape;104;p10"/>
            <p:cNvSpPr/>
            <p:nvPr/>
          </p:nvSpPr>
          <p:spPr>
            <a:xfrm>
              <a:off x="-15" y="1037"/>
              <a:ext cx="9144000" cy="5141430"/>
            </a:xfrm>
            <a:custGeom>
              <a:avLst/>
              <a:gdLst/>
              <a:ahLst/>
              <a:cxnLst/>
              <a:rect l="l" t="t" r="r" b="b"/>
              <a:pathLst>
                <a:path w="4064000" h="2285080" extrusionOk="0">
                  <a:moveTo>
                    <a:pt x="3795803" y="455689"/>
                  </a:moveTo>
                  <a:cubicBezTo>
                    <a:pt x="3726931" y="388883"/>
                    <a:pt x="3601662" y="435325"/>
                    <a:pt x="3523928" y="379095"/>
                  </a:cubicBezTo>
                  <a:cubicBezTo>
                    <a:pt x="3414745" y="300268"/>
                    <a:pt x="3491101" y="102739"/>
                    <a:pt x="3416911" y="0"/>
                  </a:cubicBezTo>
                  <a:lnTo>
                    <a:pt x="0" y="0"/>
                  </a:lnTo>
                  <a:lnTo>
                    <a:pt x="0" y="1221828"/>
                  </a:lnTo>
                  <a:cubicBezTo>
                    <a:pt x="123883" y="1346322"/>
                    <a:pt x="210606" y="1502927"/>
                    <a:pt x="250406" y="1674035"/>
                  </a:cubicBezTo>
                  <a:cubicBezTo>
                    <a:pt x="273056" y="1772569"/>
                    <a:pt x="281394" y="1878856"/>
                    <a:pt x="339761" y="1961362"/>
                  </a:cubicBezTo>
                  <a:cubicBezTo>
                    <a:pt x="403642" y="2051685"/>
                    <a:pt x="513679" y="2094383"/>
                    <a:pt x="604610" y="2157314"/>
                  </a:cubicBezTo>
                  <a:cubicBezTo>
                    <a:pt x="651093" y="2189436"/>
                    <a:pt x="694622" y="2234828"/>
                    <a:pt x="720359" y="2285080"/>
                  </a:cubicBezTo>
                  <a:lnTo>
                    <a:pt x="4064000" y="2285080"/>
                  </a:lnTo>
                  <a:lnTo>
                    <a:pt x="4064000" y="1160473"/>
                  </a:lnTo>
                  <a:cubicBezTo>
                    <a:pt x="3953766" y="987362"/>
                    <a:pt x="3879774" y="793715"/>
                    <a:pt x="3846356" y="591207"/>
                  </a:cubicBezTo>
                  <a:cubicBezTo>
                    <a:pt x="3838609" y="542662"/>
                    <a:pt x="3831125" y="489782"/>
                    <a:pt x="3795803" y="455689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" name="Google Shape;105;p10"/>
            <p:cNvSpPr/>
            <p:nvPr/>
          </p:nvSpPr>
          <p:spPr>
            <a:xfrm>
              <a:off x="-15" y="150"/>
              <a:ext cx="9144000" cy="5142465"/>
            </a:xfrm>
            <a:custGeom>
              <a:avLst/>
              <a:gdLst/>
              <a:ahLst/>
              <a:cxnLst/>
              <a:rect l="l" t="t" r="r" b="b"/>
              <a:pathLst>
                <a:path w="4064000" h="2285540" extrusionOk="0">
                  <a:moveTo>
                    <a:pt x="4064000" y="1293035"/>
                  </a:moveTo>
                  <a:lnTo>
                    <a:pt x="3812282" y="663991"/>
                  </a:lnTo>
                  <a:cubicBezTo>
                    <a:pt x="3789828" y="607958"/>
                    <a:pt x="3764945" y="548640"/>
                    <a:pt x="3716820" y="514941"/>
                  </a:cubicBezTo>
                  <a:cubicBezTo>
                    <a:pt x="3642369" y="462390"/>
                    <a:pt x="3534630" y="487417"/>
                    <a:pt x="3463788" y="429545"/>
                  </a:cubicBezTo>
                  <a:cubicBezTo>
                    <a:pt x="3343313" y="329565"/>
                    <a:pt x="3428204" y="100177"/>
                    <a:pt x="3307400" y="0"/>
                  </a:cubicBezTo>
                  <a:lnTo>
                    <a:pt x="0" y="0"/>
                  </a:lnTo>
                  <a:lnTo>
                    <a:pt x="0" y="1157912"/>
                  </a:lnTo>
                  <a:cubicBezTo>
                    <a:pt x="382108" y="1475521"/>
                    <a:pt x="221517" y="1854222"/>
                    <a:pt x="483084" y="2065217"/>
                  </a:cubicBezTo>
                  <a:cubicBezTo>
                    <a:pt x="561344" y="2118951"/>
                    <a:pt x="661467" y="2128279"/>
                    <a:pt x="747277" y="2168810"/>
                  </a:cubicBezTo>
                  <a:cubicBezTo>
                    <a:pt x="803228" y="2195657"/>
                    <a:pt x="851805" y="2235721"/>
                    <a:pt x="888828" y="2285540"/>
                  </a:cubicBezTo>
                  <a:lnTo>
                    <a:pt x="4064000" y="228554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6" name="Google Shape;106;p10"/>
          <p:cNvSpPr txBox="1">
            <a:spLocks noGrp="1"/>
          </p:cNvSpPr>
          <p:nvPr>
            <p:ph type="body" idx="1"/>
          </p:nvPr>
        </p:nvSpPr>
        <p:spPr>
          <a:xfrm>
            <a:off x="609600" y="5671879"/>
            <a:ext cx="10972800" cy="692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304792" algn="ctr" rtl="0">
              <a:spcBef>
                <a:spcPts val="480"/>
              </a:spcBef>
              <a:spcAft>
                <a:spcPts val="0"/>
              </a:spcAft>
              <a:buSzPts val="1800"/>
              <a:buNone/>
              <a:defRPr sz="2400"/>
            </a:lvl1pPr>
          </a:lstStyle>
          <a:p>
            <a:endParaRPr/>
          </a:p>
        </p:txBody>
      </p:sp>
      <p:sp>
        <p:nvSpPr>
          <p:cNvPr id="107" name="Google Shape;107;p10"/>
          <p:cNvSpPr txBox="1">
            <a:spLocks noGrp="1"/>
          </p:cNvSpPr>
          <p:nvPr>
            <p:ph type="sldNum" idx="12"/>
          </p:nvPr>
        </p:nvSpPr>
        <p:spPr>
          <a:xfrm>
            <a:off x="11307445" y="6333135"/>
            <a:ext cx="731600" cy="524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n">
                <a:solidFill>
                  <a:srgbClr val="CE0063"/>
                </a:solidFill>
              </a:rPr>
              <a:pPr/>
              <a:t>‹#›</a:t>
            </a:fld>
            <a:endParaRPr>
              <a:solidFill>
                <a:srgbClr val="CE006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0301861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- Corners" type="blank">
  <p:cSld name="Blank - Corners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9" name="Google Shape;109;p11"/>
          <p:cNvGrpSpPr/>
          <p:nvPr/>
        </p:nvGrpSpPr>
        <p:grpSpPr>
          <a:xfrm>
            <a:off x="-20" y="1"/>
            <a:ext cx="12192000" cy="6857803"/>
            <a:chOff x="-15" y="1"/>
            <a:chExt cx="9144000" cy="5143352"/>
          </a:xfrm>
        </p:grpSpPr>
        <p:sp>
          <p:nvSpPr>
            <p:cNvPr id="110" name="Google Shape;110;p11"/>
            <p:cNvSpPr/>
            <p:nvPr/>
          </p:nvSpPr>
          <p:spPr>
            <a:xfrm>
              <a:off x="-15" y="594"/>
              <a:ext cx="9144000" cy="5142022"/>
            </a:xfrm>
            <a:custGeom>
              <a:avLst/>
              <a:gdLst/>
              <a:ahLst/>
              <a:cxnLst/>
              <a:rect l="l" t="t" r="r" b="b"/>
              <a:pathLst>
                <a:path w="4064000" h="2285343" extrusionOk="0">
                  <a:moveTo>
                    <a:pt x="4064000" y="0"/>
                  </a:moveTo>
                  <a:lnTo>
                    <a:pt x="3968014" y="0"/>
                  </a:lnTo>
                  <a:cubicBezTo>
                    <a:pt x="3943656" y="81653"/>
                    <a:pt x="3826660" y="80930"/>
                    <a:pt x="3801974" y="0"/>
                  </a:cubicBezTo>
                  <a:lnTo>
                    <a:pt x="0" y="0"/>
                  </a:lnTo>
                  <a:lnTo>
                    <a:pt x="0" y="2145687"/>
                  </a:lnTo>
                  <a:cubicBezTo>
                    <a:pt x="79376" y="2132549"/>
                    <a:pt x="158227" y="2203954"/>
                    <a:pt x="143652" y="2285343"/>
                  </a:cubicBezTo>
                  <a:lnTo>
                    <a:pt x="4064000" y="228534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" name="Google Shape;111;p11"/>
            <p:cNvSpPr/>
            <p:nvPr/>
          </p:nvSpPr>
          <p:spPr>
            <a:xfrm>
              <a:off x="-15" y="594"/>
              <a:ext cx="9144000" cy="5142465"/>
            </a:xfrm>
            <a:custGeom>
              <a:avLst/>
              <a:gdLst/>
              <a:ahLst/>
              <a:cxnLst/>
              <a:rect l="l" t="t" r="r" b="b"/>
              <a:pathLst>
                <a:path w="4064000" h="2285540" extrusionOk="0">
                  <a:moveTo>
                    <a:pt x="3963287" y="130920"/>
                  </a:moveTo>
                  <a:cubicBezTo>
                    <a:pt x="3873866" y="88944"/>
                    <a:pt x="3760678" y="180187"/>
                    <a:pt x="3705331" y="0"/>
                  </a:cubicBezTo>
                  <a:lnTo>
                    <a:pt x="0" y="0"/>
                  </a:lnTo>
                  <a:lnTo>
                    <a:pt x="0" y="1539766"/>
                  </a:lnTo>
                  <a:cubicBezTo>
                    <a:pt x="129076" y="1755950"/>
                    <a:pt x="-47797" y="2028037"/>
                    <a:pt x="237078" y="2154621"/>
                  </a:cubicBezTo>
                  <a:cubicBezTo>
                    <a:pt x="281985" y="2185298"/>
                    <a:pt x="326893" y="2229179"/>
                    <a:pt x="325514" y="2285541"/>
                  </a:cubicBezTo>
                  <a:lnTo>
                    <a:pt x="4064000" y="2285541"/>
                  </a:lnTo>
                  <a:lnTo>
                    <a:pt x="4064000" y="465346"/>
                  </a:lnTo>
                  <a:cubicBezTo>
                    <a:pt x="3972806" y="345725"/>
                    <a:pt x="4041218" y="187281"/>
                    <a:pt x="3963287" y="13092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" name="Google Shape;112;p11"/>
            <p:cNvSpPr/>
            <p:nvPr/>
          </p:nvSpPr>
          <p:spPr>
            <a:xfrm>
              <a:off x="-15" y="1"/>
              <a:ext cx="9144000" cy="5143352"/>
            </a:xfrm>
            <a:custGeom>
              <a:avLst/>
              <a:gdLst/>
              <a:ahLst/>
              <a:cxnLst/>
              <a:rect l="l" t="t" r="r" b="b"/>
              <a:pathLst>
                <a:path w="4064000" h="2285934" extrusionOk="0">
                  <a:moveTo>
                    <a:pt x="4064000" y="541546"/>
                  </a:moveTo>
                  <a:cubicBezTo>
                    <a:pt x="4012396" y="498322"/>
                    <a:pt x="3979175" y="432238"/>
                    <a:pt x="3979832" y="364643"/>
                  </a:cubicBezTo>
                  <a:cubicBezTo>
                    <a:pt x="4024017" y="50055"/>
                    <a:pt x="3727785" y="340666"/>
                    <a:pt x="3594047" y="0"/>
                  </a:cubicBezTo>
                  <a:lnTo>
                    <a:pt x="0" y="0"/>
                  </a:lnTo>
                  <a:lnTo>
                    <a:pt x="0" y="1422904"/>
                  </a:lnTo>
                  <a:cubicBezTo>
                    <a:pt x="175691" y="1522029"/>
                    <a:pt x="10570" y="1742221"/>
                    <a:pt x="70053" y="1889300"/>
                  </a:cubicBezTo>
                  <a:cubicBezTo>
                    <a:pt x="143914" y="2074742"/>
                    <a:pt x="474680" y="2055101"/>
                    <a:pt x="474746" y="2285934"/>
                  </a:cubicBezTo>
                  <a:lnTo>
                    <a:pt x="4064000" y="2285934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" name="Google Shape;113;p11"/>
            <p:cNvSpPr/>
            <p:nvPr/>
          </p:nvSpPr>
          <p:spPr>
            <a:xfrm>
              <a:off x="-15" y="594"/>
              <a:ext cx="9144000" cy="5142022"/>
            </a:xfrm>
            <a:custGeom>
              <a:avLst/>
              <a:gdLst/>
              <a:ahLst/>
              <a:cxnLst/>
              <a:rect l="l" t="t" r="r" b="b"/>
              <a:pathLst>
                <a:path w="4064000" h="2285343" extrusionOk="0">
                  <a:moveTo>
                    <a:pt x="4064000" y="821975"/>
                  </a:moveTo>
                  <a:cubicBezTo>
                    <a:pt x="3904854" y="719696"/>
                    <a:pt x="3874981" y="525583"/>
                    <a:pt x="3912076" y="353739"/>
                  </a:cubicBezTo>
                  <a:cubicBezTo>
                    <a:pt x="3859553" y="89995"/>
                    <a:pt x="3654252" y="499373"/>
                    <a:pt x="3544412" y="242527"/>
                  </a:cubicBezTo>
                  <a:cubicBezTo>
                    <a:pt x="3516575" y="165210"/>
                    <a:pt x="3536927" y="75346"/>
                    <a:pt x="3500818" y="0"/>
                  </a:cubicBezTo>
                  <a:lnTo>
                    <a:pt x="0" y="0"/>
                  </a:lnTo>
                  <a:lnTo>
                    <a:pt x="0" y="1294546"/>
                  </a:lnTo>
                  <a:cubicBezTo>
                    <a:pt x="325974" y="1577931"/>
                    <a:pt x="36372" y="1880366"/>
                    <a:pt x="390774" y="2094121"/>
                  </a:cubicBezTo>
                  <a:cubicBezTo>
                    <a:pt x="460762" y="2144505"/>
                    <a:pt x="536133" y="2199618"/>
                    <a:pt x="560491" y="2285343"/>
                  </a:cubicBezTo>
                  <a:lnTo>
                    <a:pt x="4064000" y="2285343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" name="Google Shape;114;p11"/>
            <p:cNvSpPr/>
            <p:nvPr/>
          </p:nvSpPr>
          <p:spPr>
            <a:xfrm>
              <a:off x="-15" y="1037"/>
              <a:ext cx="9144000" cy="5141430"/>
            </a:xfrm>
            <a:custGeom>
              <a:avLst/>
              <a:gdLst/>
              <a:ahLst/>
              <a:cxnLst/>
              <a:rect l="l" t="t" r="r" b="b"/>
              <a:pathLst>
                <a:path w="4064000" h="2285080" extrusionOk="0">
                  <a:moveTo>
                    <a:pt x="3795803" y="455689"/>
                  </a:moveTo>
                  <a:cubicBezTo>
                    <a:pt x="3726931" y="388883"/>
                    <a:pt x="3601662" y="435325"/>
                    <a:pt x="3523928" y="379095"/>
                  </a:cubicBezTo>
                  <a:cubicBezTo>
                    <a:pt x="3414745" y="300268"/>
                    <a:pt x="3491101" y="102739"/>
                    <a:pt x="3416911" y="0"/>
                  </a:cubicBezTo>
                  <a:lnTo>
                    <a:pt x="0" y="0"/>
                  </a:lnTo>
                  <a:lnTo>
                    <a:pt x="0" y="1221828"/>
                  </a:lnTo>
                  <a:cubicBezTo>
                    <a:pt x="123883" y="1346322"/>
                    <a:pt x="210606" y="1502927"/>
                    <a:pt x="250406" y="1674035"/>
                  </a:cubicBezTo>
                  <a:cubicBezTo>
                    <a:pt x="273056" y="1772569"/>
                    <a:pt x="281394" y="1878856"/>
                    <a:pt x="339761" y="1961362"/>
                  </a:cubicBezTo>
                  <a:cubicBezTo>
                    <a:pt x="403642" y="2051685"/>
                    <a:pt x="513679" y="2094383"/>
                    <a:pt x="604610" y="2157314"/>
                  </a:cubicBezTo>
                  <a:cubicBezTo>
                    <a:pt x="651093" y="2189436"/>
                    <a:pt x="694622" y="2234828"/>
                    <a:pt x="720359" y="2285080"/>
                  </a:cubicBezTo>
                  <a:lnTo>
                    <a:pt x="4064000" y="2285080"/>
                  </a:lnTo>
                  <a:lnTo>
                    <a:pt x="4064000" y="1160473"/>
                  </a:lnTo>
                  <a:cubicBezTo>
                    <a:pt x="3953766" y="987362"/>
                    <a:pt x="3879774" y="793715"/>
                    <a:pt x="3846356" y="591207"/>
                  </a:cubicBezTo>
                  <a:cubicBezTo>
                    <a:pt x="3838609" y="542662"/>
                    <a:pt x="3831125" y="489782"/>
                    <a:pt x="3795803" y="455689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" name="Google Shape;115;p11"/>
            <p:cNvSpPr/>
            <p:nvPr/>
          </p:nvSpPr>
          <p:spPr>
            <a:xfrm>
              <a:off x="-15" y="150"/>
              <a:ext cx="9144000" cy="5142465"/>
            </a:xfrm>
            <a:custGeom>
              <a:avLst/>
              <a:gdLst/>
              <a:ahLst/>
              <a:cxnLst/>
              <a:rect l="l" t="t" r="r" b="b"/>
              <a:pathLst>
                <a:path w="4064000" h="2285540" extrusionOk="0">
                  <a:moveTo>
                    <a:pt x="4064000" y="1293035"/>
                  </a:moveTo>
                  <a:lnTo>
                    <a:pt x="3812282" y="663991"/>
                  </a:lnTo>
                  <a:cubicBezTo>
                    <a:pt x="3789828" y="607958"/>
                    <a:pt x="3764945" y="548640"/>
                    <a:pt x="3716820" y="514941"/>
                  </a:cubicBezTo>
                  <a:cubicBezTo>
                    <a:pt x="3642369" y="462390"/>
                    <a:pt x="3534630" y="487417"/>
                    <a:pt x="3463788" y="429545"/>
                  </a:cubicBezTo>
                  <a:cubicBezTo>
                    <a:pt x="3343313" y="329565"/>
                    <a:pt x="3428204" y="100177"/>
                    <a:pt x="3307400" y="0"/>
                  </a:cubicBezTo>
                  <a:lnTo>
                    <a:pt x="0" y="0"/>
                  </a:lnTo>
                  <a:lnTo>
                    <a:pt x="0" y="1157912"/>
                  </a:lnTo>
                  <a:cubicBezTo>
                    <a:pt x="382108" y="1475521"/>
                    <a:pt x="221517" y="1854222"/>
                    <a:pt x="483084" y="2065217"/>
                  </a:cubicBezTo>
                  <a:cubicBezTo>
                    <a:pt x="561344" y="2118951"/>
                    <a:pt x="661467" y="2128279"/>
                    <a:pt x="747277" y="2168810"/>
                  </a:cubicBezTo>
                  <a:cubicBezTo>
                    <a:pt x="803228" y="2195657"/>
                    <a:pt x="851805" y="2235721"/>
                    <a:pt x="888828" y="2285540"/>
                  </a:cubicBezTo>
                  <a:lnTo>
                    <a:pt x="4064000" y="228554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6" name="Google Shape;116;p11"/>
          <p:cNvSpPr txBox="1">
            <a:spLocks noGrp="1"/>
          </p:cNvSpPr>
          <p:nvPr>
            <p:ph type="sldNum" idx="12"/>
          </p:nvPr>
        </p:nvSpPr>
        <p:spPr>
          <a:xfrm>
            <a:off x="11307445" y="6333135"/>
            <a:ext cx="731600" cy="524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n">
                <a:solidFill>
                  <a:srgbClr val="CE0063"/>
                </a:solidFill>
              </a:rPr>
              <a:pPr/>
              <a:t>‹#›</a:t>
            </a:fld>
            <a:endParaRPr>
              <a:solidFill>
                <a:srgbClr val="CE006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3178274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- Center">
  <p:cSld name="Blank - Center">
    <p:bg>
      <p:bgPr>
        <a:gradFill>
          <a:gsLst>
            <a:gs pos="0">
              <a:schemeClr val="accent1"/>
            </a:gs>
            <a:gs pos="78000">
              <a:schemeClr val="dk2"/>
            </a:gs>
            <a:gs pos="100000">
              <a:schemeClr val="dk2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8" name="Google Shape;118;p12"/>
          <p:cNvGrpSpPr/>
          <p:nvPr/>
        </p:nvGrpSpPr>
        <p:grpSpPr>
          <a:xfrm>
            <a:off x="-20" y="-16"/>
            <a:ext cx="12192000" cy="6857013"/>
            <a:chOff x="-15" y="-12"/>
            <a:chExt cx="9144000" cy="5142760"/>
          </a:xfrm>
        </p:grpSpPr>
        <p:sp>
          <p:nvSpPr>
            <p:cNvPr id="119" name="Google Shape;119;p12"/>
            <p:cNvSpPr/>
            <p:nvPr/>
          </p:nvSpPr>
          <p:spPr>
            <a:xfrm>
              <a:off x="-15" y="-12"/>
              <a:ext cx="9144000" cy="5142022"/>
            </a:xfrm>
            <a:custGeom>
              <a:avLst/>
              <a:gdLst/>
              <a:ahLst/>
              <a:cxnLst/>
              <a:rect l="l" t="t" r="r" b="b"/>
              <a:pathLst>
                <a:path w="4064000" h="2285343" extrusionOk="0">
                  <a:moveTo>
                    <a:pt x="0" y="0"/>
                  </a:moveTo>
                  <a:lnTo>
                    <a:pt x="0" y="2285343"/>
                  </a:lnTo>
                  <a:lnTo>
                    <a:pt x="4064000" y="2285343"/>
                  </a:lnTo>
                  <a:lnTo>
                    <a:pt x="4064000" y="0"/>
                  </a:lnTo>
                  <a:close/>
                  <a:moveTo>
                    <a:pt x="3082140" y="1095966"/>
                  </a:moveTo>
                  <a:cubicBezTo>
                    <a:pt x="3009920" y="1483535"/>
                    <a:pt x="2684604" y="1652423"/>
                    <a:pt x="2340247" y="1756870"/>
                  </a:cubicBezTo>
                  <a:cubicBezTo>
                    <a:pt x="2062726" y="1889038"/>
                    <a:pt x="1710754" y="2209274"/>
                    <a:pt x="1410451" y="1968719"/>
                  </a:cubicBezTo>
                  <a:cubicBezTo>
                    <a:pt x="1225437" y="1799240"/>
                    <a:pt x="1294637" y="1499038"/>
                    <a:pt x="1163131" y="1300130"/>
                  </a:cubicBezTo>
                  <a:cubicBezTo>
                    <a:pt x="1007925" y="1131044"/>
                    <a:pt x="934129" y="954405"/>
                    <a:pt x="1065241" y="739731"/>
                  </a:cubicBezTo>
                  <a:cubicBezTo>
                    <a:pt x="1141071" y="619191"/>
                    <a:pt x="1267193" y="537210"/>
                    <a:pt x="1400931" y="488403"/>
                  </a:cubicBezTo>
                  <a:cubicBezTo>
                    <a:pt x="1570582" y="433092"/>
                    <a:pt x="1749227" y="457725"/>
                    <a:pt x="1892025" y="340141"/>
                  </a:cubicBezTo>
                  <a:cubicBezTo>
                    <a:pt x="2028520" y="295144"/>
                    <a:pt x="2144860" y="404583"/>
                    <a:pt x="2263825" y="452602"/>
                  </a:cubicBezTo>
                  <a:cubicBezTo>
                    <a:pt x="2464399" y="532086"/>
                    <a:pt x="2709749" y="457791"/>
                    <a:pt x="2894895" y="568544"/>
                  </a:cubicBezTo>
                  <a:cubicBezTo>
                    <a:pt x="3071701" y="674370"/>
                    <a:pt x="3124422" y="904546"/>
                    <a:pt x="3082140" y="109596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" name="Google Shape;120;p12"/>
            <p:cNvSpPr/>
            <p:nvPr/>
          </p:nvSpPr>
          <p:spPr>
            <a:xfrm>
              <a:off x="-15" y="-12"/>
              <a:ext cx="9144000" cy="5142022"/>
            </a:xfrm>
            <a:custGeom>
              <a:avLst/>
              <a:gdLst/>
              <a:ahLst/>
              <a:cxnLst/>
              <a:rect l="l" t="t" r="r" b="b"/>
              <a:pathLst>
                <a:path w="4064000" h="2285343" extrusionOk="0">
                  <a:moveTo>
                    <a:pt x="0" y="0"/>
                  </a:moveTo>
                  <a:lnTo>
                    <a:pt x="0" y="2285343"/>
                  </a:lnTo>
                  <a:lnTo>
                    <a:pt x="4064000" y="2285343"/>
                  </a:lnTo>
                  <a:lnTo>
                    <a:pt x="4064000" y="0"/>
                  </a:lnTo>
                  <a:close/>
                  <a:moveTo>
                    <a:pt x="2928181" y="1644672"/>
                  </a:moveTo>
                  <a:cubicBezTo>
                    <a:pt x="2752031" y="1744652"/>
                    <a:pt x="2539574" y="1757330"/>
                    <a:pt x="2353575" y="1837405"/>
                  </a:cubicBezTo>
                  <a:cubicBezTo>
                    <a:pt x="2238351" y="1887067"/>
                    <a:pt x="2135800" y="1961427"/>
                    <a:pt x="2027667" y="2025015"/>
                  </a:cubicBezTo>
                  <a:cubicBezTo>
                    <a:pt x="1831098" y="2157840"/>
                    <a:pt x="1492781" y="2223332"/>
                    <a:pt x="1363048" y="1974828"/>
                  </a:cubicBezTo>
                  <a:cubicBezTo>
                    <a:pt x="1295031" y="1831362"/>
                    <a:pt x="1366725" y="1645657"/>
                    <a:pt x="1283213" y="1510665"/>
                  </a:cubicBezTo>
                  <a:cubicBezTo>
                    <a:pt x="1230296" y="1425269"/>
                    <a:pt x="1129385" y="1384410"/>
                    <a:pt x="1051782" y="1320165"/>
                  </a:cubicBezTo>
                  <a:cubicBezTo>
                    <a:pt x="821992" y="1139256"/>
                    <a:pt x="837289" y="755825"/>
                    <a:pt x="1081129" y="594097"/>
                  </a:cubicBezTo>
                  <a:cubicBezTo>
                    <a:pt x="1196287" y="513825"/>
                    <a:pt x="1340398" y="491227"/>
                    <a:pt x="1474530" y="449580"/>
                  </a:cubicBezTo>
                  <a:cubicBezTo>
                    <a:pt x="1963063" y="306639"/>
                    <a:pt x="1790195" y="86842"/>
                    <a:pt x="2168495" y="320828"/>
                  </a:cubicBezTo>
                  <a:cubicBezTo>
                    <a:pt x="2375700" y="414830"/>
                    <a:pt x="2611268" y="397422"/>
                    <a:pt x="2823988" y="466462"/>
                  </a:cubicBezTo>
                  <a:cubicBezTo>
                    <a:pt x="3336485" y="633839"/>
                    <a:pt x="3403715" y="1390190"/>
                    <a:pt x="2928181" y="1644672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" name="Google Shape;121;p12"/>
            <p:cNvSpPr/>
            <p:nvPr/>
          </p:nvSpPr>
          <p:spPr>
            <a:xfrm>
              <a:off x="-15" y="-12"/>
              <a:ext cx="9144000" cy="5142760"/>
            </a:xfrm>
            <a:custGeom>
              <a:avLst/>
              <a:gdLst/>
              <a:ahLst/>
              <a:cxnLst/>
              <a:rect l="l" t="t" r="r" b="b"/>
              <a:pathLst>
                <a:path w="4064000" h="2285671" extrusionOk="0">
                  <a:moveTo>
                    <a:pt x="0" y="0"/>
                  </a:moveTo>
                  <a:lnTo>
                    <a:pt x="0" y="2285343"/>
                  </a:lnTo>
                  <a:lnTo>
                    <a:pt x="1470656" y="2285343"/>
                  </a:lnTo>
                  <a:cubicBezTo>
                    <a:pt x="1204690" y="2184378"/>
                    <a:pt x="1192479" y="1951180"/>
                    <a:pt x="1261088" y="1710493"/>
                  </a:cubicBezTo>
                  <a:cubicBezTo>
                    <a:pt x="1271330" y="1635344"/>
                    <a:pt x="1261088" y="1550013"/>
                    <a:pt x="1204165" y="1499761"/>
                  </a:cubicBezTo>
                  <a:cubicBezTo>
                    <a:pt x="1167793" y="1467507"/>
                    <a:pt x="1118814" y="1455157"/>
                    <a:pt x="1073448" y="1437290"/>
                  </a:cubicBezTo>
                  <a:cubicBezTo>
                    <a:pt x="859283" y="1352550"/>
                    <a:pt x="718586" y="1111732"/>
                    <a:pt x="749903" y="883395"/>
                  </a:cubicBezTo>
                  <a:cubicBezTo>
                    <a:pt x="781220" y="655057"/>
                    <a:pt x="981532" y="461076"/>
                    <a:pt x="1210665" y="437165"/>
                  </a:cubicBezTo>
                  <a:cubicBezTo>
                    <a:pt x="1329893" y="424749"/>
                    <a:pt x="1459298" y="444982"/>
                    <a:pt x="1559946" y="379949"/>
                  </a:cubicBezTo>
                  <a:cubicBezTo>
                    <a:pt x="1685083" y="299019"/>
                    <a:pt x="1663286" y="117190"/>
                    <a:pt x="1869834" y="106680"/>
                  </a:cubicBezTo>
                  <a:cubicBezTo>
                    <a:pt x="2081175" y="95644"/>
                    <a:pt x="2338737" y="351308"/>
                    <a:pt x="2756167" y="384350"/>
                  </a:cubicBezTo>
                  <a:cubicBezTo>
                    <a:pt x="2901919" y="395911"/>
                    <a:pt x="3039793" y="478024"/>
                    <a:pt x="3144840" y="580302"/>
                  </a:cubicBezTo>
                  <a:cubicBezTo>
                    <a:pt x="3559644" y="1035335"/>
                    <a:pt x="3159810" y="1809684"/>
                    <a:pt x="2608839" y="1934166"/>
                  </a:cubicBezTo>
                  <a:cubicBezTo>
                    <a:pt x="2494863" y="1963070"/>
                    <a:pt x="2375175" y="1970887"/>
                    <a:pt x="2263629" y="2009052"/>
                  </a:cubicBezTo>
                  <a:cubicBezTo>
                    <a:pt x="2066009" y="2076122"/>
                    <a:pt x="1907323" y="2233448"/>
                    <a:pt x="1702678" y="2285672"/>
                  </a:cubicBezTo>
                  <a:lnTo>
                    <a:pt x="4064000" y="2285672"/>
                  </a:lnTo>
                  <a:lnTo>
                    <a:pt x="406400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" name="Google Shape;122;p12"/>
            <p:cNvSpPr/>
            <p:nvPr/>
          </p:nvSpPr>
          <p:spPr>
            <a:xfrm>
              <a:off x="-15" y="-12"/>
              <a:ext cx="9144000" cy="5142022"/>
            </a:xfrm>
            <a:custGeom>
              <a:avLst/>
              <a:gdLst/>
              <a:ahLst/>
              <a:cxnLst/>
              <a:rect l="l" t="t" r="r" b="b"/>
              <a:pathLst>
                <a:path w="4064000" h="2285343" extrusionOk="0">
                  <a:moveTo>
                    <a:pt x="0" y="0"/>
                  </a:moveTo>
                  <a:lnTo>
                    <a:pt x="0" y="2285343"/>
                  </a:lnTo>
                  <a:lnTo>
                    <a:pt x="1416163" y="2285343"/>
                  </a:lnTo>
                  <a:cubicBezTo>
                    <a:pt x="1016131" y="2089260"/>
                    <a:pt x="1245462" y="1851791"/>
                    <a:pt x="1134375" y="1571953"/>
                  </a:cubicBezTo>
                  <a:cubicBezTo>
                    <a:pt x="1082245" y="1479988"/>
                    <a:pt x="974900" y="1438932"/>
                    <a:pt x="887646" y="1379746"/>
                  </a:cubicBezTo>
                  <a:cubicBezTo>
                    <a:pt x="644725" y="1237790"/>
                    <a:pt x="576970" y="844243"/>
                    <a:pt x="798356" y="660378"/>
                  </a:cubicBezTo>
                  <a:cubicBezTo>
                    <a:pt x="1191231" y="477761"/>
                    <a:pt x="1102598" y="589959"/>
                    <a:pt x="1414653" y="229454"/>
                  </a:cubicBezTo>
                  <a:cubicBezTo>
                    <a:pt x="1579183" y="67398"/>
                    <a:pt x="1821709" y="34618"/>
                    <a:pt x="2050515" y="52814"/>
                  </a:cubicBezTo>
                  <a:cubicBezTo>
                    <a:pt x="2243013" y="68120"/>
                    <a:pt x="2368281" y="221046"/>
                    <a:pt x="2554608" y="260788"/>
                  </a:cubicBezTo>
                  <a:cubicBezTo>
                    <a:pt x="2689462" y="289560"/>
                    <a:pt x="2831538" y="284962"/>
                    <a:pt x="2960483" y="339287"/>
                  </a:cubicBezTo>
                  <a:cubicBezTo>
                    <a:pt x="3426629" y="523218"/>
                    <a:pt x="3494318" y="1497133"/>
                    <a:pt x="3143658" y="1800356"/>
                  </a:cubicBezTo>
                  <a:cubicBezTo>
                    <a:pt x="3081681" y="1850543"/>
                    <a:pt x="3007557" y="1882797"/>
                    <a:pt x="2934418" y="1914459"/>
                  </a:cubicBezTo>
                  <a:cubicBezTo>
                    <a:pt x="2621642" y="2045838"/>
                    <a:pt x="2314051" y="2199487"/>
                    <a:pt x="1985254" y="2285343"/>
                  </a:cubicBezTo>
                  <a:lnTo>
                    <a:pt x="4064000" y="2285343"/>
                  </a:lnTo>
                  <a:lnTo>
                    <a:pt x="406400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" name="Google Shape;123;p12"/>
            <p:cNvSpPr/>
            <p:nvPr/>
          </p:nvSpPr>
          <p:spPr>
            <a:xfrm>
              <a:off x="5408537" y="-12"/>
              <a:ext cx="3735448" cy="5142022"/>
            </a:xfrm>
            <a:custGeom>
              <a:avLst/>
              <a:gdLst/>
              <a:ahLst/>
              <a:cxnLst/>
              <a:rect l="l" t="t" r="r" b="b"/>
              <a:pathLst>
                <a:path w="1660199" h="2285343" extrusionOk="0">
                  <a:moveTo>
                    <a:pt x="12277" y="0"/>
                  </a:moveTo>
                  <a:cubicBezTo>
                    <a:pt x="549133" y="201339"/>
                    <a:pt x="949098" y="345528"/>
                    <a:pt x="1082901" y="960974"/>
                  </a:cubicBezTo>
                  <a:cubicBezTo>
                    <a:pt x="1153480" y="1137745"/>
                    <a:pt x="1237780" y="1246921"/>
                    <a:pt x="1196090" y="1454435"/>
                  </a:cubicBezTo>
                  <a:cubicBezTo>
                    <a:pt x="1161162" y="1696304"/>
                    <a:pt x="946604" y="1836289"/>
                    <a:pt x="738676" y="1927860"/>
                  </a:cubicBezTo>
                  <a:lnTo>
                    <a:pt x="0" y="2285343"/>
                  </a:lnTo>
                  <a:lnTo>
                    <a:pt x="1660200" y="2285343"/>
                  </a:lnTo>
                  <a:lnTo>
                    <a:pt x="166020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" name="Google Shape;124;p12"/>
            <p:cNvSpPr/>
            <p:nvPr/>
          </p:nvSpPr>
          <p:spPr>
            <a:xfrm>
              <a:off x="6171372" y="-12"/>
              <a:ext cx="2972610" cy="5142317"/>
            </a:xfrm>
            <a:custGeom>
              <a:avLst/>
              <a:gdLst/>
              <a:ahLst/>
              <a:cxnLst/>
              <a:rect l="l" t="t" r="r" b="b"/>
              <a:pathLst>
                <a:path w="1321160" h="2285474" extrusionOk="0">
                  <a:moveTo>
                    <a:pt x="1321161" y="0"/>
                  </a:moveTo>
                  <a:lnTo>
                    <a:pt x="0" y="0"/>
                  </a:lnTo>
                  <a:cubicBezTo>
                    <a:pt x="438374" y="300136"/>
                    <a:pt x="961113" y="748862"/>
                    <a:pt x="991970" y="1313268"/>
                  </a:cubicBezTo>
                  <a:cubicBezTo>
                    <a:pt x="960391" y="1723828"/>
                    <a:pt x="665340" y="2083873"/>
                    <a:pt x="318226" y="2285475"/>
                  </a:cubicBezTo>
                  <a:lnTo>
                    <a:pt x="1321161" y="2285475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" name="Google Shape;125;p12"/>
            <p:cNvSpPr/>
            <p:nvPr/>
          </p:nvSpPr>
          <p:spPr>
            <a:xfrm>
              <a:off x="-15" y="-12"/>
              <a:ext cx="3691132" cy="5142022"/>
            </a:xfrm>
            <a:custGeom>
              <a:avLst/>
              <a:gdLst/>
              <a:ahLst/>
              <a:cxnLst/>
              <a:rect l="l" t="t" r="r" b="b"/>
              <a:pathLst>
                <a:path w="1640503" h="2285343" extrusionOk="0">
                  <a:moveTo>
                    <a:pt x="962295" y="2241265"/>
                  </a:moveTo>
                  <a:cubicBezTo>
                    <a:pt x="959603" y="1786562"/>
                    <a:pt x="1193923" y="1717653"/>
                    <a:pt x="698693" y="1419356"/>
                  </a:cubicBezTo>
                  <a:cubicBezTo>
                    <a:pt x="447303" y="1226032"/>
                    <a:pt x="409814" y="829857"/>
                    <a:pt x="619908" y="592652"/>
                  </a:cubicBezTo>
                  <a:cubicBezTo>
                    <a:pt x="713925" y="482688"/>
                    <a:pt x="844971" y="412334"/>
                    <a:pt x="972734" y="344608"/>
                  </a:cubicBezTo>
                  <a:cubicBezTo>
                    <a:pt x="1195499" y="230505"/>
                    <a:pt x="1411830" y="101556"/>
                    <a:pt x="1640504" y="0"/>
                  </a:cubicBezTo>
                  <a:lnTo>
                    <a:pt x="0" y="0"/>
                  </a:lnTo>
                  <a:lnTo>
                    <a:pt x="0" y="2285343"/>
                  </a:lnTo>
                  <a:lnTo>
                    <a:pt x="973587" y="2285343"/>
                  </a:lnTo>
                  <a:cubicBezTo>
                    <a:pt x="968722" y="2270957"/>
                    <a:pt x="964947" y="2256223"/>
                    <a:pt x="962295" y="2241265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" name="Google Shape;126;p12"/>
            <p:cNvSpPr/>
            <p:nvPr/>
          </p:nvSpPr>
          <p:spPr>
            <a:xfrm>
              <a:off x="-15" y="-12"/>
              <a:ext cx="2881318" cy="5142022"/>
            </a:xfrm>
            <a:custGeom>
              <a:avLst/>
              <a:gdLst/>
              <a:ahLst/>
              <a:cxnLst/>
              <a:rect l="l" t="t" r="r" b="b"/>
              <a:pathLst>
                <a:path w="1280586" h="2285343" extrusionOk="0">
                  <a:moveTo>
                    <a:pt x="814113" y="2168153"/>
                  </a:moveTo>
                  <a:cubicBezTo>
                    <a:pt x="750954" y="1388022"/>
                    <a:pt x="-112400" y="736578"/>
                    <a:pt x="1008121" y="209813"/>
                  </a:cubicBezTo>
                  <a:cubicBezTo>
                    <a:pt x="1135294" y="165669"/>
                    <a:pt x="1259183" y="161202"/>
                    <a:pt x="1280587" y="0"/>
                  </a:cubicBezTo>
                  <a:lnTo>
                    <a:pt x="0" y="0"/>
                  </a:lnTo>
                  <a:lnTo>
                    <a:pt x="0" y="2285343"/>
                  </a:lnTo>
                  <a:lnTo>
                    <a:pt x="838274" y="2285343"/>
                  </a:lnTo>
                  <a:cubicBezTo>
                    <a:pt x="821880" y="2248478"/>
                    <a:pt x="813640" y="2208499"/>
                    <a:pt x="814113" y="216815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7" name="Google Shape;127;p12"/>
          <p:cNvSpPr txBox="1">
            <a:spLocks noGrp="1"/>
          </p:cNvSpPr>
          <p:nvPr>
            <p:ph type="sldNum" idx="12"/>
          </p:nvPr>
        </p:nvSpPr>
        <p:spPr>
          <a:xfrm>
            <a:off x="11307445" y="6333135"/>
            <a:ext cx="731600" cy="524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n">
                <a:solidFill>
                  <a:srgbClr val="CE0063"/>
                </a:solidFill>
              </a:rPr>
              <a:pPr/>
              <a:t>‹#›</a:t>
            </a:fld>
            <a:endParaRPr>
              <a:solidFill>
                <a:srgbClr val="CE006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3434699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background">
  <p:cSld name="Image background">
    <p:bg>
      <p:bgPr>
        <a:gradFill>
          <a:gsLst>
            <a:gs pos="0">
              <a:schemeClr val="accent1"/>
            </a:gs>
            <a:gs pos="78000">
              <a:schemeClr val="dk2"/>
            </a:gs>
            <a:gs pos="100000">
              <a:schemeClr val="dk2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3"/>
          <p:cNvSpPr txBox="1">
            <a:spLocks noGrp="1"/>
          </p:cNvSpPr>
          <p:nvPr>
            <p:ph type="sldNum" idx="12"/>
          </p:nvPr>
        </p:nvSpPr>
        <p:spPr>
          <a:xfrm>
            <a:off x="11307445" y="6333135"/>
            <a:ext cx="731600" cy="524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fld id="{00000000-1234-1234-1234-123412341234}" type="slidenum">
              <a:rPr lang="en">
                <a:solidFill>
                  <a:srgbClr val="FFFFFF"/>
                </a:solidFill>
              </a:rPr>
              <a:pPr/>
              <a:t>‹#›</a:t>
            </a:fld>
            <a:endParaRPr>
              <a:solidFill>
                <a:srgbClr val="FFFFFF"/>
              </a:solidFill>
            </a:endParaRPr>
          </a:p>
        </p:txBody>
      </p:sp>
      <p:grpSp>
        <p:nvGrpSpPr>
          <p:cNvPr id="130" name="Google Shape;130;p13"/>
          <p:cNvGrpSpPr/>
          <p:nvPr/>
        </p:nvGrpSpPr>
        <p:grpSpPr>
          <a:xfrm>
            <a:off x="0" y="0"/>
            <a:ext cx="12192667" cy="6869371"/>
            <a:chOff x="0" y="0"/>
            <a:chExt cx="9144500" cy="5152028"/>
          </a:xfrm>
        </p:grpSpPr>
        <p:sp>
          <p:nvSpPr>
            <p:cNvPr id="131" name="Google Shape;131;p13"/>
            <p:cNvSpPr/>
            <p:nvPr/>
          </p:nvSpPr>
          <p:spPr>
            <a:xfrm>
              <a:off x="7448736" y="0"/>
              <a:ext cx="1695764" cy="2915696"/>
            </a:xfrm>
            <a:custGeom>
              <a:avLst/>
              <a:gdLst/>
              <a:ahLst/>
              <a:cxnLst/>
              <a:rect l="l" t="t" r="r" b="b"/>
              <a:pathLst>
                <a:path w="650341" h="1112861" extrusionOk="0">
                  <a:moveTo>
                    <a:pt x="132487" y="368402"/>
                  </a:moveTo>
                  <a:cubicBezTo>
                    <a:pt x="193589" y="418171"/>
                    <a:pt x="286581" y="396776"/>
                    <a:pt x="350869" y="441884"/>
                  </a:cubicBezTo>
                  <a:cubicBezTo>
                    <a:pt x="392368" y="471007"/>
                    <a:pt x="413854" y="522153"/>
                    <a:pt x="433215" y="570521"/>
                  </a:cubicBezTo>
                  <a:lnTo>
                    <a:pt x="650341" y="1112861"/>
                  </a:lnTo>
                  <a:lnTo>
                    <a:pt x="650341" y="0"/>
                  </a:lnTo>
                  <a:lnTo>
                    <a:pt x="0" y="0"/>
                  </a:lnTo>
                  <a:cubicBezTo>
                    <a:pt x="100428" y="87537"/>
                    <a:pt x="29356" y="282822"/>
                    <a:pt x="132487" y="36840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285750" dist="9525" algn="bl" rotWithShape="0">
                <a:schemeClr val="dk1">
                  <a:alpha val="6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" name="Google Shape;132;p13"/>
            <p:cNvSpPr/>
            <p:nvPr/>
          </p:nvSpPr>
          <p:spPr>
            <a:xfrm>
              <a:off x="0" y="2610500"/>
              <a:ext cx="1994013" cy="2541528"/>
            </a:xfrm>
            <a:custGeom>
              <a:avLst/>
              <a:gdLst/>
              <a:ahLst/>
              <a:cxnLst/>
              <a:rect l="l" t="t" r="r" b="b"/>
              <a:pathLst>
                <a:path w="764722" h="970049" extrusionOk="0">
                  <a:moveTo>
                    <a:pt x="644837" y="872178"/>
                  </a:moveTo>
                  <a:cubicBezTo>
                    <a:pt x="570748" y="837236"/>
                    <a:pt x="484322" y="829146"/>
                    <a:pt x="416799" y="782830"/>
                  </a:cubicBezTo>
                  <a:cubicBezTo>
                    <a:pt x="191078" y="600537"/>
                    <a:pt x="329601" y="274007"/>
                    <a:pt x="0" y="0"/>
                  </a:cubicBezTo>
                  <a:lnTo>
                    <a:pt x="0" y="970050"/>
                  </a:lnTo>
                  <a:lnTo>
                    <a:pt x="764723" y="970050"/>
                  </a:lnTo>
                  <a:cubicBezTo>
                    <a:pt x="733074" y="928390"/>
                    <a:pt x="691985" y="894843"/>
                    <a:pt x="644837" y="87217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285750" dist="9525" algn="bl" rotWithShape="0">
                <a:schemeClr val="dk1">
                  <a:alpha val="6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" name="Google Shape;133;p13"/>
            <p:cNvSpPr/>
            <p:nvPr/>
          </p:nvSpPr>
          <p:spPr>
            <a:xfrm>
              <a:off x="7692032" y="0"/>
              <a:ext cx="1452406" cy="2617388"/>
            </a:xfrm>
            <a:custGeom>
              <a:avLst/>
              <a:gdLst/>
              <a:ahLst/>
              <a:cxnLst/>
              <a:rect l="l" t="t" r="r" b="b"/>
              <a:pathLst>
                <a:path w="557011" h="999003" extrusionOk="0">
                  <a:moveTo>
                    <a:pt x="90868" y="324815"/>
                  </a:moveTo>
                  <a:cubicBezTo>
                    <a:pt x="157932" y="373401"/>
                    <a:pt x="266109" y="333291"/>
                    <a:pt x="325545" y="390980"/>
                  </a:cubicBezTo>
                  <a:cubicBezTo>
                    <a:pt x="355987" y="420538"/>
                    <a:pt x="362457" y="466177"/>
                    <a:pt x="369313" y="508050"/>
                  </a:cubicBezTo>
                  <a:cubicBezTo>
                    <a:pt x="398137" y="682691"/>
                    <a:pt x="461967" y="849694"/>
                    <a:pt x="557011" y="999003"/>
                  </a:cubicBezTo>
                  <a:lnTo>
                    <a:pt x="557011" y="0"/>
                  </a:lnTo>
                  <a:lnTo>
                    <a:pt x="0" y="0"/>
                  </a:lnTo>
                  <a:cubicBezTo>
                    <a:pt x="61367" y="89348"/>
                    <a:pt x="-2559" y="257176"/>
                    <a:pt x="90868" y="32481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" name="Google Shape;134;p13"/>
            <p:cNvSpPr/>
            <p:nvPr/>
          </p:nvSpPr>
          <p:spPr>
            <a:xfrm>
              <a:off x="0" y="2756070"/>
              <a:ext cx="1616827" cy="2395888"/>
            </a:xfrm>
            <a:custGeom>
              <a:avLst/>
              <a:gdLst/>
              <a:ahLst/>
              <a:cxnLst/>
              <a:rect l="l" t="t" r="r" b="b"/>
              <a:pathLst>
                <a:path w="620068" h="914461" extrusionOk="0">
                  <a:moveTo>
                    <a:pt x="521668" y="806930"/>
                  </a:moveTo>
                  <a:cubicBezTo>
                    <a:pt x="443185" y="752621"/>
                    <a:pt x="348214" y="715795"/>
                    <a:pt x="293099" y="637894"/>
                  </a:cubicBezTo>
                  <a:cubicBezTo>
                    <a:pt x="242692" y="566706"/>
                    <a:pt x="235498" y="474967"/>
                    <a:pt x="215847" y="389942"/>
                  </a:cubicBezTo>
                  <a:cubicBezTo>
                    <a:pt x="181547" y="242415"/>
                    <a:pt x="106799" y="107374"/>
                    <a:pt x="0" y="0"/>
                  </a:cubicBezTo>
                  <a:lnTo>
                    <a:pt x="0" y="914461"/>
                  </a:lnTo>
                  <a:lnTo>
                    <a:pt x="620068" y="914461"/>
                  </a:lnTo>
                  <a:cubicBezTo>
                    <a:pt x="597689" y="872130"/>
                    <a:pt x="560898" y="834169"/>
                    <a:pt x="521668" y="80693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" name="Google Shape;135;p13"/>
            <p:cNvSpPr/>
            <p:nvPr/>
          </p:nvSpPr>
          <p:spPr>
            <a:xfrm>
              <a:off x="7879130" y="0"/>
              <a:ext cx="1265261" cy="1852036"/>
            </a:xfrm>
            <a:custGeom>
              <a:avLst/>
              <a:gdLst/>
              <a:ahLst/>
              <a:cxnLst/>
              <a:rect l="l" t="t" r="r" b="b"/>
              <a:pathLst>
                <a:path w="485239" h="706884" extrusionOk="0">
                  <a:moveTo>
                    <a:pt x="36719" y="207021"/>
                  </a:moveTo>
                  <a:cubicBezTo>
                    <a:pt x="131763" y="428627"/>
                    <a:pt x="309225" y="75390"/>
                    <a:pt x="354273" y="302961"/>
                  </a:cubicBezTo>
                  <a:cubicBezTo>
                    <a:pt x="322286" y="451181"/>
                    <a:pt x="348020" y="618600"/>
                    <a:pt x="485239" y="706885"/>
                  </a:cubicBezTo>
                  <a:lnTo>
                    <a:pt x="485239" y="0"/>
                  </a:lnTo>
                  <a:lnTo>
                    <a:pt x="0" y="0"/>
                  </a:lnTo>
                  <a:cubicBezTo>
                    <a:pt x="29790" y="64523"/>
                    <a:pt x="12964" y="141073"/>
                    <a:pt x="36719" y="20702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" name="Google Shape;136;p13"/>
            <p:cNvSpPr/>
            <p:nvPr/>
          </p:nvSpPr>
          <p:spPr>
            <a:xfrm>
              <a:off x="0" y="2919658"/>
              <a:ext cx="1258526" cy="2232214"/>
            </a:xfrm>
            <a:custGeom>
              <a:avLst/>
              <a:gdLst/>
              <a:ahLst/>
              <a:cxnLst/>
              <a:rect l="l" t="t" r="r" b="b"/>
              <a:pathLst>
                <a:path w="482656" h="851990" extrusionOk="0">
                  <a:moveTo>
                    <a:pt x="337133" y="689788"/>
                  </a:moveTo>
                  <a:cubicBezTo>
                    <a:pt x="31384" y="505394"/>
                    <a:pt x="281053" y="244595"/>
                    <a:pt x="0" y="0"/>
                  </a:cubicBezTo>
                  <a:lnTo>
                    <a:pt x="0" y="851990"/>
                  </a:lnTo>
                  <a:lnTo>
                    <a:pt x="482656" y="851990"/>
                  </a:lnTo>
                  <a:cubicBezTo>
                    <a:pt x="460784" y="779667"/>
                    <a:pt x="396713" y="732723"/>
                    <a:pt x="337133" y="689788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7" name="Google Shape;137;p13"/>
            <p:cNvSpPr/>
            <p:nvPr/>
          </p:nvSpPr>
          <p:spPr>
            <a:xfrm>
              <a:off x="8089575" y="0"/>
              <a:ext cx="1054762" cy="1217967"/>
            </a:xfrm>
            <a:custGeom>
              <a:avLst/>
              <a:gdLst/>
              <a:ahLst/>
              <a:cxnLst/>
              <a:rect l="l" t="t" r="r" b="b"/>
              <a:pathLst>
                <a:path w="404511" h="464873" extrusionOk="0">
                  <a:moveTo>
                    <a:pt x="332087" y="312355"/>
                  </a:moveTo>
                  <a:cubicBezTo>
                    <a:pt x="331532" y="370648"/>
                    <a:pt x="360091" y="427541"/>
                    <a:pt x="404511" y="464873"/>
                  </a:cubicBezTo>
                  <a:lnTo>
                    <a:pt x="404511" y="0"/>
                  </a:lnTo>
                  <a:lnTo>
                    <a:pt x="0" y="0"/>
                  </a:lnTo>
                  <a:cubicBezTo>
                    <a:pt x="115854" y="290307"/>
                    <a:pt x="370086" y="41607"/>
                    <a:pt x="332087" y="312355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" name="Google Shape;138;p13"/>
            <p:cNvSpPr/>
            <p:nvPr/>
          </p:nvSpPr>
          <p:spPr>
            <a:xfrm>
              <a:off x="0" y="3209153"/>
              <a:ext cx="1067917" cy="1942573"/>
            </a:xfrm>
            <a:custGeom>
              <a:avLst/>
              <a:gdLst/>
              <a:ahLst/>
              <a:cxnLst/>
              <a:rect l="l" t="t" r="r" b="b"/>
              <a:pathLst>
                <a:path w="409556" h="741440" extrusionOk="0">
                  <a:moveTo>
                    <a:pt x="60353" y="402089"/>
                  </a:moveTo>
                  <a:cubicBezTo>
                    <a:pt x="9029" y="275481"/>
                    <a:pt x="151438" y="85556"/>
                    <a:pt x="0" y="0"/>
                  </a:cubicBezTo>
                  <a:lnTo>
                    <a:pt x="0" y="741441"/>
                  </a:lnTo>
                  <a:lnTo>
                    <a:pt x="409556" y="741441"/>
                  </a:lnTo>
                  <a:cubicBezTo>
                    <a:pt x="406756" y="545262"/>
                    <a:pt x="123748" y="561248"/>
                    <a:pt x="60353" y="402089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" name="Google Shape;139;p13"/>
            <p:cNvSpPr/>
            <p:nvPr/>
          </p:nvSpPr>
          <p:spPr>
            <a:xfrm>
              <a:off x="8338976" y="0"/>
              <a:ext cx="805298" cy="1045498"/>
            </a:xfrm>
            <a:custGeom>
              <a:avLst/>
              <a:gdLst/>
              <a:ahLst/>
              <a:cxnLst/>
              <a:rect l="l" t="t" r="r" b="b"/>
              <a:pathLst>
                <a:path w="308839" h="399045" extrusionOk="0">
                  <a:moveTo>
                    <a:pt x="221931" y="110694"/>
                  </a:moveTo>
                  <a:cubicBezTo>
                    <a:pt x="289164" y="159280"/>
                    <a:pt x="230259" y="295813"/>
                    <a:pt x="308839" y="399046"/>
                  </a:cubicBezTo>
                  <a:lnTo>
                    <a:pt x="308839" y="0"/>
                  </a:lnTo>
                  <a:lnTo>
                    <a:pt x="0" y="0"/>
                  </a:lnTo>
                  <a:cubicBezTo>
                    <a:pt x="48114" y="152398"/>
                    <a:pt x="145137" y="74666"/>
                    <a:pt x="221931" y="11069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" name="Google Shape;140;p13"/>
            <p:cNvSpPr/>
            <p:nvPr/>
          </p:nvSpPr>
          <p:spPr>
            <a:xfrm>
              <a:off x="0" y="3473794"/>
              <a:ext cx="731962" cy="1677798"/>
            </a:xfrm>
            <a:custGeom>
              <a:avLst/>
              <a:gdLst/>
              <a:ahLst/>
              <a:cxnLst/>
              <a:rect l="l" t="t" r="r" b="b"/>
              <a:pathLst>
                <a:path w="280714" h="640381" extrusionOk="0">
                  <a:moveTo>
                    <a:pt x="204452" y="530242"/>
                  </a:moveTo>
                  <a:cubicBezTo>
                    <a:pt x="-41306" y="421045"/>
                    <a:pt x="111050" y="186471"/>
                    <a:pt x="0" y="0"/>
                  </a:cubicBezTo>
                  <a:lnTo>
                    <a:pt x="0" y="640381"/>
                  </a:lnTo>
                  <a:lnTo>
                    <a:pt x="280715" y="640381"/>
                  </a:lnTo>
                  <a:cubicBezTo>
                    <a:pt x="280377" y="593220"/>
                    <a:pt x="242475" y="556201"/>
                    <a:pt x="204452" y="530242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" name="Google Shape;141;p13"/>
            <p:cNvSpPr/>
            <p:nvPr/>
          </p:nvSpPr>
          <p:spPr>
            <a:xfrm>
              <a:off x="8556976" y="0"/>
              <a:ext cx="369694" cy="131794"/>
            </a:xfrm>
            <a:custGeom>
              <a:avLst/>
              <a:gdLst/>
              <a:ahLst/>
              <a:cxnLst/>
              <a:rect l="l" t="t" r="r" b="b"/>
              <a:pathLst>
                <a:path w="141781" h="50303" extrusionOk="0">
                  <a:moveTo>
                    <a:pt x="141782" y="0"/>
                  </a:moveTo>
                  <a:lnTo>
                    <a:pt x="0" y="0"/>
                  </a:lnTo>
                  <a:cubicBezTo>
                    <a:pt x="22572" y="66793"/>
                    <a:pt x="119499" y="67349"/>
                    <a:pt x="14178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" name="Google Shape;142;p13"/>
            <p:cNvSpPr/>
            <p:nvPr/>
          </p:nvSpPr>
          <p:spPr>
            <a:xfrm>
              <a:off x="0" y="4839027"/>
              <a:ext cx="326660" cy="311874"/>
            </a:xfrm>
            <a:custGeom>
              <a:avLst/>
              <a:gdLst/>
              <a:ahLst/>
              <a:cxnLst/>
              <a:rect l="l" t="t" r="r" b="b"/>
              <a:pathLst>
                <a:path w="125277" h="119036" extrusionOk="0">
                  <a:moveTo>
                    <a:pt x="0" y="1339"/>
                  </a:moveTo>
                  <a:lnTo>
                    <a:pt x="0" y="119037"/>
                  </a:lnTo>
                  <a:lnTo>
                    <a:pt x="124231" y="119037"/>
                  </a:lnTo>
                  <a:cubicBezTo>
                    <a:pt x="134491" y="50143"/>
                    <a:pt x="67596" y="-9793"/>
                    <a:pt x="0" y="133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96596185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bg>
      <p:bgPr>
        <a:gradFill>
          <a:gsLst>
            <a:gs pos="0">
              <a:schemeClr val="accent1"/>
            </a:gs>
            <a:gs pos="37000">
              <a:schemeClr val="dk2"/>
            </a:gs>
            <a:gs pos="100000">
              <a:schemeClr val="dk2"/>
            </a:gs>
          </a:gsLst>
          <a:lin ang="10800025" scaled="0"/>
        </a:gra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-11" y="-17"/>
            <a:ext cx="10281021" cy="6856029"/>
            <a:chOff x="-8" y="-13"/>
            <a:chExt cx="7710766" cy="5142022"/>
          </a:xfrm>
        </p:grpSpPr>
        <p:sp>
          <p:nvSpPr>
            <p:cNvPr id="11" name="Google Shape;11;p2"/>
            <p:cNvSpPr/>
            <p:nvPr/>
          </p:nvSpPr>
          <p:spPr>
            <a:xfrm>
              <a:off x="-8" y="-13"/>
              <a:ext cx="7710766" cy="5142022"/>
            </a:xfrm>
            <a:custGeom>
              <a:avLst/>
              <a:gdLst/>
              <a:ahLst/>
              <a:cxnLst/>
              <a:rect l="l" t="t" r="r" b="b"/>
              <a:pathLst>
                <a:path w="3427007" h="2285343" extrusionOk="0">
                  <a:moveTo>
                    <a:pt x="3264200" y="1931013"/>
                  </a:moveTo>
                  <a:cubicBezTo>
                    <a:pt x="3059555" y="1738083"/>
                    <a:pt x="2707189" y="1625228"/>
                    <a:pt x="2663923" y="1311888"/>
                  </a:cubicBezTo>
                  <a:cubicBezTo>
                    <a:pt x="2646918" y="776320"/>
                    <a:pt x="3405816" y="668129"/>
                    <a:pt x="3258554" y="0"/>
                  </a:cubicBezTo>
                  <a:lnTo>
                    <a:pt x="0" y="0"/>
                  </a:lnTo>
                  <a:lnTo>
                    <a:pt x="0" y="2285343"/>
                  </a:lnTo>
                  <a:lnTo>
                    <a:pt x="3426103" y="2285343"/>
                  </a:lnTo>
                  <a:cubicBezTo>
                    <a:pt x="3436148" y="2153964"/>
                    <a:pt x="3361302" y="2023504"/>
                    <a:pt x="3264200" y="193101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-8" y="-13"/>
              <a:ext cx="7536339" cy="5142022"/>
            </a:xfrm>
            <a:custGeom>
              <a:avLst/>
              <a:gdLst/>
              <a:ahLst/>
              <a:cxnLst/>
              <a:rect l="l" t="t" r="r" b="b"/>
              <a:pathLst>
                <a:path w="3349484" h="2285343" extrusionOk="0">
                  <a:moveTo>
                    <a:pt x="3135123" y="1986849"/>
                  </a:moveTo>
                  <a:cubicBezTo>
                    <a:pt x="3002568" y="1888315"/>
                    <a:pt x="2836659" y="1848901"/>
                    <a:pt x="2687952" y="1777628"/>
                  </a:cubicBezTo>
                  <a:cubicBezTo>
                    <a:pt x="2379377" y="1643884"/>
                    <a:pt x="2269472" y="1317800"/>
                    <a:pt x="2551129" y="1092748"/>
                  </a:cubicBezTo>
                  <a:cubicBezTo>
                    <a:pt x="2647246" y="1012409"/>
                    <a:pt x="2763520" y="961040"/>
                    <a:pt x="2873688" y="901459"/>
                  </a:cubicBezTo>
                  <a:cubicBezTo>
                    <a:pt x="3268796" y="717528"/>
                    <a:pt x="3285865" y="371278"/>
                    <a:pt x="3154688" y="0"/>
                  </a:cubicBezTo>
                  <a:lnTo>
                    <a:pt x="0" y="0"/>
                  </a:lnTo>
                  <a:lnTo>
                    <a:pt x="0" y="2285343"/>
                  </a:lnTo>
                  <a:lnTo>
                    <a:pt x="3349485" y="2285343"/>
                  </a:lnTo>
                  <a:cubicBezTo>
                    <a:pt x="3310420" y="2166169"/>
                    <a:pt x="3235575" y="2061939"/>
                    <a:pt x="3135123" y="1986849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-8" y="-13"/>
              <a:ext cx="6852517" cy="5142022"/>
            </a:xfrm>
            <a:custGeom>
              <a:avLst/>
              <a:gdLst/>
              <a:ahLst/>
              <a:cxnLst/>
              <a:rect l="l" t="t" r="r" b="b"/>
              <a:pathLst>
                <a:path w="3045563" h="2285343" extrusionOk="0">
                  <a:moveTo>
                    <a:pt x="2807574" y="2063115"/>
                  </a:moveTo>
                  <a:cubicBezTo>
                    <a:pt x="2956478" y="1994404"/>
                    <a:pt x="2840008" y="1887198"/>
                    <a:pt x="2727411" y="1875177"/>
                  </a:cubicBezTo>
                  <a:cubicBezTo>
                    <a:pt x="2250301" y="1750695"/>
                    <a:pt x="2181824" y="1070150"/>
                    <a:pt x="2624661" y="853112"/>
                  </a:cubicBezTo>
                  <a:cubicBezTo>
                    <a:pt x="2701215" y="814552"/>
                    <a:pt x="2785909" y="794451"/>
                    <a:pt x="2863446" y="757796"/>
                  </a:cubicBezTo>
                  <a:cubicBezTo>
                    <a:pt x="3297881" y="540560"/>
                    <a:pt x="2793262" y="253036"/>
                    <a:pt x="2983397" y="0"/>
                  </a:cubicBezTo>
                  <a:lnTo>
                    <a:pt x="0" y="0"/>
                  </a:lnTo>
                  <a:lnTo>
                    <a:pt x="0" y="2285343"/>
                  </a:lnTo>
                  <a:lnTo>
                    <a:pt x="2681190" y="2285343"/>
                  </a:lnTo>
                  <a:cubicBezTo>
                    <a:pt x="2683685" y="2196596"/>
                    <a:pt x="2730299" y="2108047"/>
                    <a:pt x="2807574" y="2063115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-8" y="-13"/>
              <a:ext cx="6478551" cy="5142022"/>
            </a:xfrm>
            <a:custGeom>
              <a:avLst/>
              <a:gdLst/>
              <a:ahLst/>
              <a:cxnLst/>
              <a:rect l="l" t="t" r="r" b="b"/>
              <a:pathLst>
                <a:path w="2879356" h="2285343" extrusionOk="0">
                  <a:moveTo>
                    <a:pt x="2483636" y="1975748"/>
                  </a:moveTo>
                  <a:cubicBezTo>
                    <a:pt x="2425729" y="1949472"/>
                    <a:pt x="2357974" y="1946319"/>
                    <a:pt x="2304203" y="1912292"/>
                  </a:cubicBezTo>
                  <a:cubicBezTo>
                    <a:pt x="2200338" y="1846602"/>
                    <a:pt x="2149981" y="1693020"/>
                    <a:pt x="2194297" y="1578391"/>
                  </a:cubicBezTo>
                  <a:cubicBezTo>
                    <a:pt x="2362898" y="1262161"/>
                    <a:pt x="2082226" y="851863"/>
                    <a:pt x="2213994" y="698938"/>
                  </a:cubicBezTo>
                  <a:cubicBezTo>
                    <a:pt x="2289890" y="640671"/>
                    <a:pt x="2476086" y="701106"/>
                    <a:pt x="2569840" y="720484"/>
                  </a:cubicBezTo>
                  <a:cubicBezTo>
                    <a:pt x="3121795" y="827427"/>
                    <a:pt x="2785252" y="260657"/>
                    <a:pt x="2696422" y="0"/>
                  </a:cubicBezTo>
                  <a:lnTo>
                    <a:pt x="0" y="0"/>
                  </a:lnTo>
                  <a:lnTo>
                    <a:pt x="0" y="2285343"/>
                  </a:lnTo>
                  <a:lnTo>
                    <a:pt x="2605819" y="2285343"/>
                  </a:lnTo>
                  <a:cubicBezTo>
                    <a:pt x="2646787" y="2172291"/>
                    <a:pt x="2595314" y="2026460"/>
                    <a:pt x="2483636" y="197574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-8" y="-13"/>
              <a:ext cx="6272190" cy="5142022"/>
            </a:xfrm>
            <a:custGeom>
              <a:avLst/>
              <a:gdLst/>
              <a:ahLst/>
              <a:cxnLst/>
              <a:rect l="l" t="t" r="r" b="b"/>
              <a:pathLst>
                <a:path w="2787640" h="2285343" extrusionOk="0">
                  <a:moveTo>
                    <a:pt x="2551129" y="2165460"/>
                  </a:moveTo>
                  <a:cubicBezTo>
                    <a:pt x="2474839" y="1961822"/>
                    <a:pt x="2182086" y="2092478"/>
                    <a:pt x="2041192" y="1984090"/>
                  </a:cubicBezTo>
                  <a:cubicBezTo>
                    <a:pt x="1755530" y="1606309"/>
                    <a:pt x="2254765" y="1476178"/>
                    <a:pt x="2067125" y="765219"/>
                  </a:cubicBezTo>
                  <a:cubicBezTo>
                    <a:pt x="2053010" y="702617"/>
                    <a:pt x="2051631" y="620702"/>
                    <a:pt x="2107765" y="589762"/>
                  </a:cubicBezTo>
                  <a:cubicBezTo>
                    <a:pt x="2139214" y="572223"/>
                    <a:pt x="2178081" y="579120"/>
                    <a:pt x="2213403" y="586543"/>
                  </a:cubicBezTo>
                  <a:cubicBezTo>
                    <a:pt x="2363423" y="609994"/>
                    <a:pt x="2512983" y="669378"/>
                    <a:pt x="2665433" y="663991"/>
                  </a:cubicBezTo>
                  <a:cubicBezTo>
                    <a:pt x="2829568" y="636467"/>
                    <a:pt x="2809872" y="484724"/>
                    <a:pt x="2714805" y="382445"/>
                  </a:cubicBezTo>
                  <a:cubicBezTo>
                    <a:pt x="2614157" y="255007"/>
                    <a:pt x="2513443" y="127523"/>
                    <a:pt x="2412795" y="0"/>
                  </a:cubicBezTo>
                  <a:lnTo>
                    <a:pt x="0" y="0"/>
                  </a:lnTo>
                  <a:lnTo>
                    <a:pt x="0" y="2285343"/>
                  </a:lnTo>
                  <a:lnTo>
                    <a:pt x="2536094" y="2285343"/>
                  </a:lnTo>
                  <a:cubicBezTo>
                    <a:pt x="2555134" y="2247966"/>
                    <a:pt x="2563012" y="2205202"/>
                    <a:pt x="2551129" y="216546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-8" y="-13"/>
              <a:ext cx="5978795" cy="5142022"/>
            </a:xfrm>
            <a:custGeom>
              <a:avLst/>
              <a:gdLst/>
              <a:ahLst/>
              <a:cxnLst/>
              <a:rect l="l" t="t" r="r" b="b"/>
              <a:pathLst>
                <a:path w="2657242" h="2285343" extrusionOk="0">
                  <a:moveTo>
                    <a:pt x="2007248" y="2113499"/>
                  </a:moveTo>
                  <a:cubicBezTo>
                    <a:pt x="1570122" y="1477098"/>
                    <a:pt x="2433082" y="1775854"/>
                    <a:pt x="2003441" y="835244"/>
                  </a:cubicBezTo>
                  <a:cubicBezTo>
                    <a:pt x="1977901" y="745052"/>
                    <a:pt x="1922620" y="648094"/>
                    <a:pt x="1965558" y="564800"/>
                  </a:cubicBezTo>
                  <a:cubicBezTo>
                    <a:pt x="2004426" y="489322"/>
                    <a:pt x="2106518" y="470798"/>
                    <a:pt x="2189570" y="488337"/>
                  </a:cubicBezTo>
                  <a:cubicBezTo>
                    <a:pt x="2272623" y="505876"/>
                    <a:pt x="2348716" y="549428"/>
                    <a:pt x="2432491" y="564274"/>
                  </a:cubicBezTo>
                  <a:cubicBezTo>
                    <a:pt x="2646524" y="602374"/>
                    <a:pt x="2740016" y="398211"/>
                    <a:pt x="2567739" y="263810"/>
                  </a:cubicBezTo>
                  <a:cubicBezTo>
                    <a:pt x="2468142" y="185967"/>
                    <a:pt x="2311687" y="141430"/>
                    <a:pt x="2287855" y="0"/>
                  </a:cubicBezTo>
                  <a:lnTo>
                    <a:pt x="0" y="0"/>
                  </a:lnTo>
                  <a:lnTo>
                    <a:pt x="0" y="2285343"/>
                  </a:lnTo>
                  <a:lnTo>
                    <a:pt x="2023268" y="2285343"/>
                  </a:lnTo>
                  <a:cubicBezTo>
                    <a:pt x="2055570" y="2233645"/>
                    <a:pt x="2039156" y="2165000"/>
                    <a:pt x="2007248" y="211349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" name="Google Shape;17;p2"/>
          <p:cNvSpPr txBox="1">
            <a:spLocks noGrp="1"/>
          </p:cNvSpPr>
          <p:nvPr>
            <p:ph type="ctrTitle"/>
          </p:nvPr>
        </p:nvSpPr>
        <p:spPr>
          <a:xfrm>
            <a:off x="914400" y="878100"/>
            <a:ext cx="4826800" cy="5101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9916461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ubtitle">
  <p:cSld name="Subtitle">
    <p:bg>
      <p:bgPr>
        <a:gradFill>
          <a:gsLst>
            <a:gs pos="0">
              <a:schemeClr val="accent1"/>
            </a:gs>
            <a:gs pos="37000">
              <a:schemeClr val="dk2"/>
            </a:gs>
            <a:gs pos="100000">
              <a:schemeClr val="dk2"/>
            </a:gs>
          </a:gsLst>
          <a:lin ang="10800025" scaled="0"/>
        </a:gradFill>
        <a:effectLst/>
      </p:bgPr>
    </p:bg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oogle Shape;19;p3"/>
          <p:cNvGrpSpPr/>
          <p:nvPr/>
        </p:nvGrpSpPr>
        <p:grpSpPr>
          <a:xfrm>
            <a:off x="-10" y="-20"/>
            <a:ext cx="11928345" cy="6856029"/>
            <a:chOff x="-8" y="-15"/>
            <a:chExt cx="8946259" cy="5142022"/>
          </a:xfrm>
        </p:grpSpPr>
        <p:sp>
          <p:nvSpPr>
            <p:cNvPr id="20" name="Google Shape;20;p3"/>
            <p:cNvSpPr/>
            <p:nvPr/>
          </p:nvSpPr>
          <p:spPr>
            <a:xfrm>
              <a:off x="-8" y="-15"/>
              <a:ext cx="8946259" cy="5142022"/>
            </a:xfrm>
            <a:custGeom>
              <a:avLst/>
              <a:gdLst/>
              <a:ahLst/>
              <a:cxnLst/>
              <a:rect l="l" t="t" r="r" b="b"/>
              <a:pathLst>
                <a:path w="3976115" h="2285343" extrusionOk="0">
                  <a:moveTo>
                    <a:pt x="3715113" y="1727704"/>
                  </a:moveTo>
                  <a:cubicBezTo>
                    <a:pt x="3553145" y="1479660"/>
                    <a:pt x="3183314" y="1298028"/>
                    <a:pt x="3214303" y="961828"/>
                  </a:cubicBezTo>
                  <a:cubicBezTo>
                    <a:pt x="3275164" y="519540"/>
                    <a:pt x="4004911" y="481834"/>
                    <a:pt x="3975235" y="0"/>
                  </a:cubicBezTo>
                  <a:lnTo>
                    <a:pt x="0" y="0"/>
                  </a:lnTo>
                  <a:lnTo>
                    <a:pt x="0" y="2285343"/>
                  </a:lnTo>
                  <a:lnTo>
                    <a:pt x="3797837" y="2285343"/>
                  </a:lnTo>
                  <a:cubicBezTo>
                    <a:pt x="3851674" y="2096210"/>
                    <a:pt x="3821539" y="1893038"/>
                    <a:pt x="3715113" y="172770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" name="Google Shape;21;p3"/>
            <p:cNvSpPr/>
            <p:nvPr/>
          </p:nvSpPr>
          <p:spPr>
            <a:xfrm>
              <a:off x="-8" y="279"/>
              <a:ext cx="8777943" cy="5141725"/>
            </a:xfrm>
            <a:custGeom>
              <a:avLst/>
              <a:gdLst/>
              <a:ahLst/>
              <a:cxnLst/>
              <a:rect l="l" t="t" r="r" b="b"/>
              <a:pathLst>
                <a:path w="3901308" h="2285211" extrusionOk="0">
                  <a:moveTo>
                    <a:pt x="3708416" y="1627264"/>
                  </a:moveTo>
                  <a:cubicBezTo>
                    <a:pt x="3572709" y="1407927"/>
                    <a:pt x="3290527" y="1355375"/>
                    <a:pt x="3101311" y="1197194"/>
                  </a:cubicBezTo>
                  <a:cubicBezTo>
                    <a:pt x="2819851" y="972075"/>
                    <a:pt x="2929822" y="645861"/>
                    <a:pt x="3238200" y="512379"/>
                  </a:cubicBezTo>
                  <a:cubicBezTo>
                    <a:pt x="3501671" y="404123"/>
                    <a:pt x="3817403" y="307231"/>
                    <a:pt x="3901309" y="0"/>
                  </a:cubicBezTo>
                  <a:lnTo>
                    <a:pt x="0" y="0"/>
                  </a:lnTo>
                  <a:lnTo>
                    <a:pt x="0" y="2285212"/>
                  </a:lnTo>
                  <a:lnTo>
                    <a:pt x="3706316" y="2285212"/>
                  </a:lnTo>
                  <a:cubicBezTo>
                    <a:pt x="3772955" y="2075136"/>
                    <a:pt x="3829155" y="1827421"/>
                    <a:pt x="3708416" y="162726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" name="Google Shape;22;p3"/>
            <p:cNvSpPr/>
            <p:nvPr/>
          </p:nvSpPr>
          <p:spPr>
            <a:xfrm>
              <a:off x="-8" y="-15"/>
              <a:ext cx="8089742" cy="5142022"/>
            </a:xfrm>
            <a:custGeom>
              <a:avLst/>
              <a:gdLst/>
              <a:ahLst/>
              <a:cxnLst/>
              <a:rect l="l" t="t" r="r" b="b"/>
              <a:pathLst>
                <a:path w="3595441" h="2285343" extrusionOk="0">
                  <a:moveTo>
                    <a:pt x="3552685" y="1939028"/>
                  </a:moveTo>
                  <a:cubicBezTo>
                    <a:pt x="3582951" y="1866769"/>
                    <a:pt x="3608688" y="1786430"/>
                    <a:pt x="3587941" y="1710756"/>
                  </a:cubicBezTo>
                  <a:cubicBezTo>
                    <a:pt x="3534498" y="1533394"/>
                    <a:pt x="3320006" y="1508301"/>
                    <a:pt x="3174975" y="1437027"/>
                  </a:cubicBezTo>
                  <a:cubicBezTo>
                    <a:pt x="2668322" y="1141424"/>
                    <a:pt x="2837184" y="491490"/>
                    <a:pt x="3386710" y="375811"/>
                  </a:cubicBezTo>
                  <a:cubicBezTo>
                    <a:pt x="3539619" y="223214"/>
                    <a:pt x="3233605" y="269393"/>
                    <a:pt x="3231504" y="0"/>
                  </a:cubicBezTo>
                  <a:lnTo>
                    <a:pt x="0" y="0"/>
                  </a:lnTo>
                  <a:lnTo>
                    <a:pt x="0" y="2285343"/>
                  </a:lnTo>
                  <a:lnTo>
                    <a:pt x="3529771" y="2285343"/>
                  </a:lnTo>
                  <a:cubicBezTo>
                    <a:pt x="3445799" y="2181620"/>
                    <a:pt x="3505348" y="2046627"/>
                    <a:pt x="3552685" y="1939028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" name="Google Shape;23;p3"/>
            <p:cNvSpPr/>
            <p:nvPr/>
          </p:nvSpPr>
          <p:spPr>
            <a:xfrm>
              <a:off x="-8" y="-15"/>
              <a:ext cx="7722567" cy="5142022"/>
            </a:xfrm>
            <a:custGeom>
              <a:avLst/>
              <a:gdLst/>
              <a:ahLst/>
              <a:cxnLst/>
              <a:rect l="l" t="t" r="r" b="b"/>
              <a:pathLst>
                <a:path w="3432252" h="2285343" extrusionOk="0">
                  <a:moveTo>
                    <a:pt x="3391175" y="1610448"/>
                  </a:moveTo>
                  <a:cubicBezTo>
                    <a:pt x="3154820" y="1398993"/>
                    <a:pt x="2585794" y="1926152"/>
                    <a:pt x="2757348" y="1289817"/>
                  </a:cubicBezTo>
                  <a:cubicBezTo>
                    <a:pt x="2798382" y="1034087"/>
                    <a:pt x="2836134" y="949413"/>
                    <a:pt x="2744218" y="711748"/>
                  </a:cubicBezTo>
                  <a:cubicBezTo>
                    <a:pt x="2699901" y="597119"/>
                    <a:pt x="2750258" y="443405"/>
                    <a:pt x="2854123" y="377781"/>
                  </a:cubicBezTo>
                  <a:cubicBezTo>
                    <a:pt x="2907894" y="343820"/>
                    <a:pt x="2975649" y="340667"/>
                    <a:pt x="3033622" y="314391"/>
                  </a:cubicBezTo>
                  <a:cubicBezTo>
                    <a:pt x="3146810" y="262956"/>
                    <a:pt x="3198151" y="113643"/>
                    <a:pt x="3154032" y="0"/>
                  </a:cubicBezTo>
                  <a:lnTo>
                    <a:pt x="0" y="0"/>
                  </a:lnTo>
                  <a:lnTo>
                    <a:pt x="0" y="2285343"/>
                  </a:lnTo>
                  <a:lnTo>
                    <a:pt x="3248902" y="2285343"/>
                  </a:lnTo>
                  <a:cubicBezTo>
                    <a:pt x="3296108" y="2104303"/>
                    <a:pt x="3524059" y="1769220"/>
                    <a:pt x="3391175" y="161044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" name="Google Shape;24;p3"/>
            <p:cNvSpPr/>
            <p:nvPr/>
          </p:nvSpPr>
          <p:spPr>
            <a:xfrm>
              <a:off x="-8" y="279"/>
              <a:ext cx="7515353" cy="5141725"/>
            </a:xfrm>
            <a:custGeom>
              <a:avLst/>
              <a:gdLst/>
              <a:ahLst/>
              <a:cxnLst/>
              <a:rect l="l" t="t" r="r" b="b"/>
              <a:pathLst>
                <a:path w="3340157" h="2285211" extrusionOk="0">
                  <a:moveTo>
                    <a:pt x="3332546" y="1708063"/>
                  </a:moveTo>
                  <a:cubicBezTo>
                    <a:pt x="3232751" y="1497856"/>
                    <a:pt x="2822478" y="1757067"/>
                    <a:pt x="2658145" y="1700246"/>
                  </a:cubicBezTo>
                  <a:cubicBezTo>
                    <a:pt x="2602077" y="1669043"/>
                    <a:pt x="2603390" y="1587391"/>
                    <a:pt x="2617571" y="1524788"/>
                  </a:cubicBezTo>
                  <a:cubicBezTo>
                    <a:pt x="2805211" y="813501"/>
                    <a:pt x="2305910" y="683961"/>
                    <a:pt x="2591309" y="305851"/>
                  </a:cubicBezTo>
                  <a:cubicBezTo>
                    <a:pt x="2667271" y="248438"/>
                    <a:pt x="2771859" y="256978"/>
                    <a:pt x="2867057" y="253299"/>
                  </a:cubicBezTo>
                  <a:cubicBezTo>
                    <a:pt x="3011497" y="258160"/>
                    <a:pt x="3169526" y="147013"/>
                    <a:pt x="3083716" y="0"/>
                  </a:cubicBezTo>
                  <a:lnTo>
                    <a:pt x="0" y="0"/>
                  </a:lnTo>
                  <a:lnTo>
                    <a:pt x="0" y="2285212"/>
                  </a:lnTo>
                  <a:lnTo>
                    <a:pt x="2966654" y="2285212"/>
                  </a:lnTo>
                  <a:lnTo>
                    <a:pt x="3265185" y="1907496"/>
                  </a:lnTo>
                  <a:cubicBezTo>
                    <a:pt x="3310814" y="1849755"/>
                    <a:pt x="3359202" y="1776708"/>
                    <a:pt x="3332546" y="1708063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" name="Google Shape;25;p3"/>
            <p:cNvSpPr/>
            <p:nvPr/>
          </p:nvSpPr>
          <p:spPr>
            <a:xfrm>
              <a:off x="-8" y="-15"/>
              <a:ext cx="6899245" cy="5142022"/>
            </a:xfrm>
            <a:custGeom>
              <a:avLst/>
              <a:gdLst/>
              <a:ahLst/>
              <a:cxnLst/>
              <a:rect l="l" t="t" r="r" b="b"/>
              <a:pathLst>
                <a:path w="3066331" h="2285343" extrusionOk="0">
                  <a:moveTo>
                    <a:pt x="2774025" y="2159416"/>
                  </a:moveTo>
                  <a:cubicBezTo>
                    <a:pt x="2884784" y="2071195"/>
                    <a:pt x="3113261" y="1994798"/>
                    <a:pt x="3057783" y="1815794"/>
                  </a:cubicBezTo>
                  <a:cubicBezTo>
                    <a:pt x="2965867" y="1636921"/>
                    <a:pt x="2740147" y="1764293"/>
                    <a:pt x="2598203" y="1801802"/>
                  </a:cubicBezTo>
                  <a:cubicBezTo>
                    <a:pt x="2515150" y="1819341"/>
                    <a:pt x="2413058" y="1800751"/>
                    <a:pt x="2374190" y="1725339"/>
                  </a:cubicBezTo>
                  <a:cubicBezTo>
                    <a:pt x="2293436" y="1490236"/>
                    <a:pt x="2625778" y="1181823"/>
                    <a:pt x="2584810" y="955785"/>
                  </a:cubicBezTo>
                  <a:cubicBezTo>
                    <a:pt x="2401896" y="572091"/>
                    <a:pt x="2113871" y="610914"/>
                    <a:pt x="2415881" y="176640"/>
                  </a:cubicBezTo>
                  <a:cubicBezTo>
                    <a:pt x="2448708" y="123562"/>
                    <a:pt x="2465253" y="51829"/>
                    <a:pt x="2429011" y="0"/>
                  </a:cubicBezTo>
                  <a:lnTo>
                    <a:pt x="0" y="0"/>
                  </a:lnTo>
                  <a:lnTo>
                    <a:pt x="0" y="2285343"/>
                  </a:lnTo>
                  <a:lnTo>
                    <a:pt x="2697013" y="2285343"/>
                  </a:lnTo>
                  <a:cubicBezTo>
                    <a:pt x="2706335" y="2237916"/>
                    <a:pt x="2736733" y="2191604"/>
                    <a:pt x="2774025" y="215941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6" name="Google Shape;26;p3"/>
          <p:cNvSpPr txBox="1">
            <a:spLocks noGrp="1"/>
          </p:cNvSpPr>
          <p:nvPr>
            <p:ph type="ctrTitle"/>
          </p:nvPr>
        </p:nvSpPr>
        <p:spPr>
          <a:xfrm>
            <a:off x="914400" y="2831467"/>
            <a:ext cx="6088400" cy="627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endParaRPr/>
          </a:p>
        </p:txBody>
      </p:sp>
      <p:sp>
        <p:nvSpPr>
          <p:cNvPr id="27" name="Google Shape;27;p3"/>
          <p:cNvSpPr txBox="1">
            <a:spLocks noGrp="1"/>
          </p:cNvSpPr>
          <p:nvPr>
            <p:ph type="subTitle" idx="1"/>
          </p:nvPr>
        </p:nvSpPr>
        <p:spPr>
          <a:xfrm>
            <a:off x="914400" y="3588103"/>
            <a:ext cx="6088400" cy="436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None/>
              <a:defRPr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4000">
                <a:solidFill>
                  <a:schemeClr val="accen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4000">
                <a:solidFill>
                  <a:schemeClr val="accen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4000">
                <a:solidFill>
                  <a:schemeClr val="accen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4000">
                <a:solidFill>
                  <a:schemeClr val="accen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4000">
                <a:solidFill>
                  <a:schemeClr val="accen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4000">
                <a:solidFill>
                  <a:schemeClr val="accen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4000">
                <a:solidFill>
                  <a:schemeClr val="accen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40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6446958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Quote">
    <p:bg>
      <p:bgPr>
        <a:gradFill>
          <a:gsLst>
            <a:gs pos="0">
              <a:schemeClr val="accent1"/>
            </a:gs>
            <a:gs pos="78000">
              <a:schemeClr val="dk2"/>
            </a:gs>
            <a:gs pos="100000">
              <a:schemeClr val="dk2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oogle Shape;29;p4"/>
          <p:cNvGrpSpPr/>
          <p:nvPr/>
        </p:nvGrpSpPr>
        <p:grpSpPr>
          <a:xfrm>
            <a:off x="-20" y="-16"/>
            <a:ext cx="12192000" cy="6857013"/>
            <a:chOff x="-15" y="-12"/>
            <a:chExt cx="9144000" cy="5142760"/>
          </a:xfrm>
        </p:grpSpPr>
        <p:sp>
          <p:nvSpPr>
            <p:cNvPr id="30" name="Google Shape;30;p4"/>
            <p:cNvSpPr/>
            <p:nvPr/>
          </p:nvSpPr>
          <p:spPr>
            <a:xfrm>
              <a:off x="-15" y="-12"/>
              <a:ext cx="9144000" cy="5142022"/>
            </a:xfrm>
            <a:custGeom>
              <a:avLst/>
              <a:gdLst/>
              <a:ahLst/>
              <a:cxnLst/>
              <a:rect l="l" t="t" r="r" b="b"/>
              <a:pathLst>
                <a:path w="4064000" h="2285343" extrusionOk="0">
                  <a:moveTo>
                    <a:pt x="0" y="0"/>
                  </a:moveTo>
                  <a:lnTo>
                    <a:pt x="0" y="2285343"/>
                  </a:lnTo>
                  <a:lnTo>
                    <a:pt x="4064000" y="2285343"/>
                  </a:lnTo>
                  <a:lnTo>
                    <a:pt x="4064000" y="0"/>
                  </a:lnTo>
                  <a:close/>
                  <a:moveTo>
                    <a:pt x="3082140" y="1095966"/>
                  </a:moveTo>
                  <a:cubicBezTo>
                    <a:pt x="3009920" y="1483535"/>
                    <a:pt x="2684604" y="1652423"/>
                    <a:pt x="2340247" y="1756870"/>
                  </a:cubicBezTo>
                  <a:cubicBezTo>
                    <a:pt x="2062726" y="1889038"/>
                    <a:pt x="1710754" y="2209274"/>
                    <a:pt x="1410451" y="1968719"/>
                  </a:cubicBezTo>
                  <a:cubicBezTo>
                    <a:pt x="1225437" y="1799240"/>
                    <a:pt x="1294637" y="1499038"/>
                    <a:pt x="1163131" y="1300130"/>
                  </a:cubicBezTo>
                  <a:cubicBezTo>
                    <a:pt x="1007925" y="1131044"/>
                    <a:pt x="934129" y="954405"/>
                    <a:pt x="1065241" y="739731"/>
                  </a:cubicBezTo>
                  <a:cubicBezTo>
                    <a:pt x="1141071" y="619191"/>
                    <a:pt x="1267193" y="537210"/>
                    <a:pt x="1400931" y="488403"/>
                  </a:cubicBezTo>
                  <a:cubicBezTo>
                    <a:pt x="1570582" y="433092"/>
                    <a:pt x="1749227" y="457725"/>
                    <a:pt x="1892025" y="340141"/>
                  </a:cubicBezTo>
                  <a:cubicBezTo>
                    <a:pt x="2028520" y="295144"/>
                    <a:pt x="2144860" y="404583"/>
                    <a:pt x="2263825" y="452602"/>
                  </a:cubicBezTo>
                  <a:cubicBezTo>
                    <a:pt x="2464399" y="532086"/>
                    <a:pt x="2709749" y="457791"/>
                    <a:pt x="2894895" y="568544"/>
                  </a:cubicBezTo>
                  <a:cubicBezTo>
                    <a:pt x="3071701" y="674370"/>
                    <a:pt x="3124422" y="904546"/>
                    <a:pt x="3082140" y="109596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" name="Google Shape;31;p4"/>
            <p:cNvSpPr/>
            <p:nvPr/>
          </p:nvSpPr>
          <p:spPr>
            <a:xfrm>
              <a:off x="-15" y="-12"/>
              <a:ext cx="9144000" cy="5142022"/>
            </a:xfrm>
            <a:custGeom>
              <a:avLst/>
              <a:gdLst/>
              <a:ahLst/>
              <a:cxnLst/>
              <a:rect l="l" t="t" r="r" b="b"/>
              <a:pathLst>
                <a:path w="4064000" h="2285343" extrusionOk="0">
                  <a:moveTo>
                    <a:pt x="0" y="0"/>
                  </a:moveTo>
                  <a:lnTo>
                    <a:pt x="0" y="2285343"/>
                  </a:lnTo>
                  <a:lnTo>
                    <a:pt x="4064000" y="2285343"/>
                  </a:lnTo>
                  <a:lnTo>
                    <a:pt x="4064000" y="0"/>
                  </a:lnTo>
                  <a:close/>
                  <a:moveTo>
                    <a:pt x="2928181" y="1644672"/>
                  </a:moveTo>
                  <a:cubicBezTo>
                    <a:pt x="2752031" y="1744652"/>
                    <a:pt x="2539574" y="1757330"/>
                    <a:pt x="2353575" y="1837405"/>
                  </a:cubicBezTo>
                  <a:cubicBezTo>
                    <a:pt x="2238351" y="1887067"/>
                    <a:pt x="2135800" y="1961427"/>
                    <a:pt x="2027667" y="2025015"/>
                  </a:cubicBezTo>
                  <a:cubicBezTo>
                    <a:pt x="1831098" y="2157840"/>
                    <a:pt x="1492781" y="2223332"/>
                    <a:pt x="1363048" y="1974828"/>
                  </a:cubicBezTo>
                  <a:cubicBezTo>
                    <a:pt x="1295031" y="1831362"/>
                    <a:pt x="1366725" y="1645657"/>
                    <a:pt x="1283213" y="1510665"/>
                  </a:cubicBezTo>
                  <a:cubicBezTo>
                    <a:pt x="1230296" y="1425269"/>
                    <a:pt x="1129385" y="1384410"/>
                    <a:pt x="1051782" y="1320165"/>
                  </a:cubicBezTo>
                  <a:cubicBezTo>
                    <a:pt x="821992" y="1139256"/>
                    <a:pt x="837289" y="755825"/>
                    <a:pt x="1081129" y="594097"/>
                  </a:cubicBezTo>
                  <a:cubicBezTo>
                    <a:pt x="1196287" y="513825"/>
                    <a:pt x="1340398" y="491227"/>
                    <a:pt x="1474530" y="449580"/>
                  </a:cubicBezTo>
                  <a:cubicBezTo>
                    <a:pt x="1963063" y="306639"/>
                    <a:pt x="1790195" y="86842"/>
                    <a:pt x="2168495" y="320828"/>
                  </a:cubicBezTo>
                  <a:cubicBezTo>
                    <a:pt x="2375700" y="414830"/>
                    <a:pt x="2611268" y="397422"/>
                    <a:pt x="2823988" y="466462"/>
                  </a:cubicBezTo>
                  <a:cubicBezTo>
                    <a:pt x="3336485" y="633839"/>
                    <a:pt x="3403715" y="1390190"/>
                    <a:pt x="2928181" y="1644672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" name="Google Shape;32;p4"/>
            <p:cNvSpPr/>
            <p:nvPr/>
          </p:nvSpPr>
          <p:spPr>
            <a:xfrm>
              <a:off x="-15" y="-12"/>
              <a:ext cx="9144000" cy="5142760"/>
            </a:xfrm>
            <a:custGeom>
              <a:avLst/>
              <a:gdLst/>
              <a:ahLst/>
              <a:cxnLst/>
              <a:rect l="l" t="t" r="r" b="b"/>
              <a:pathLst>
                <a:path w="4064000" h="2285671" extrusionOk="0">
                  <a:moveTo>
                    <a:pt x="0" y="0"/>
                  </a:moveTo>
                  <a:lnTo>
                    <a:pt x="0" y="2285343"/>
                  </a:lnTo>
                  <a:lnTo>
                    <a:pt x="1470656" y="2285343"/>
                  </a:lnTo>
                  <a:cubicBezTo>
                    <a:pt x="1204690" y="2184378"/>
                    <a:pt x="1192479" y="1951180"/>
                    <a:pt x="1261088" y="1710493"/>
                  </a:cubicBezTo>
                  <a:cubicBezTo>
                    <a:pt x="1271330" y="1635344"/>
                    <a:pt x="1261088" y="1550013"/>
                    <a:pt x="1204165" y="1499761"/>
                  </a:cubicBezTo>
                  <a:cubicBezTo>
                    <a:pt x="1167793" y="1467507"/>
                    <a:pt x="1118814" y="1455157"/>
                    <a:pt x="1073448" y="1437290"/>
                  </a:cubicBezTo>
                  <a:cubicBezTo>
                    <a:pt x="859283" y="1352550"/>
                    <a:pt x="718586" y="1111732"/>
                    <a:pt x="749903" y="883395"/>
                  </a:cubicBezTo>
                  <a:cubicBezTo>
                    <a:pt x="781220" y="655057"/>
                    <a:pt x="981532" y="461076"/>
                    <a:pt x="1210665" y="437165"/>
                  </a:cubicBezTo>
                  <a:cubicBezTo>
                    <a:pt x="1329893" y="424749"/>
                    <a:pt x="1459298" y="444982"/>
                    <a:pt x="1559946" y="379949"/>
                  </a:cubicBezTo>
                  <a:cubicBezTo>
                    <a:pt x="1685083" y="299019"/>
                    <a:pt x="1663286" y="117190"/>
                    <a:pt x="1869834" y="106680"/>
                  </a:cubicBezTo>
                  <a:cubicBezTo>
                    <a:pt x="2081175" y="95644"/>
                    <a:pt x="2338737" y="351308"/>
                    <a:pt x="2756167" y="384350"/>
                  </a:cubicBezTo>
                  <a:cubicBezTo>
                    <a:pt x="2901919" y="395911"/>
                    <a:pt x="3039793" y="478024"/>
                    <a:pt x="3144840" y="580302"/>
                  </a:cubicBezTo>
                  <a:cubicBezTo>
                    <a:pt x="3559644" y="1035335"/>
                    <a:pt x="3159810" y="1809684"/>
                    <a:pt x="2608839" y="1934166"/>
                  </a:cubicBezTo>
                  <a:cubicBezTo>
                    <a:pt x="2494863" y="1963070"/>
                    <a:pt x="2375175" y="1970887"/>
                    <a:pt x="2263629" y="2009052"/>
                  </a:cubicBezTo>
                  <a:cubicBezTo>
                    <a:pt x="2066009" y="2076122"/>
                    <a:pt x="1907323" y="2233448"/>
                    <a:pt x="1702678" y="2285672"/>
                  </a:cubicBezTo>
                  <a:lnTo>
                    <a:pt x="4064000" y="2285672"/>
                  </a:lnTo>
                  <a:lnTo>
                    <a:pt x="406400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" name="Google Shape;33;p4"/>
            <p:cNvSpPr/>
            <p:nvPr/>
          </p:nvSpPr>
          <p:spPr>
            <a:xfrm>
              <a:off x="-15" y="-12"/>
              <a:ext cx="9144000" cy="5142022"/>
            </a:xfrm>
            <a:custGeom>
              <a:avLst/>
              <a:gdLst/>
              <a:ahLst/>
              <a:cxnLst/>
              <a:rect l="l" t="t" r="r" b="b"/>
              <a:pathLst>
                <a:path w="4064000" h="2285343" extrusionOk="0">
                  <a:moveTo>
                    <a:pt x="0" y="0"/>
                  </a:moveTo>
                  <a:lnTo>
                    <a:pt x="0" y="2285343"/>
                  </a:lnTo>
                  <a:lnTo>
                    <a:pt x="1416163" y="2285343"/>
                  </a:lnTo>
                  <a:cubicBezTo>
                    <a:pt x="1016131" y="2089260"/>
                    <a:pt x="1245462" y="1851791"/>
                    <a:pt x="1134375" y="1571953"/>
                  </a:cubicBezTo>
                  <a:cubicBezTo>
                    <a:pt x="1082245" y="1479988"/>
                    <a:pt x="974900" y="1438932"/>
                    <a:pt x="887646" y="1379746"/>
                  </a:cubicBezTo>
                  <a:cubicBezTo>
                    <a:pt x="644725" y="1237790"/>
                    <a:pt x="576970" y="844243"/>
                    <a:pt x="798356" y="660378"/>
                  </a:cubicBezTo>
                  <a:cubicBezTo>
                    <a:pt x="1191231" y="477761"/>
                    <a:pt x="1102598" y="589959"/>
                    <a:pt x="1414653" y="229454"/>
                  </a:cubicBezTo>
                  <a:cubicBezTo>
                    <a:pt x="1579183" y="67398"/>
                    <a:pt x="1821709" y="34618"/>
                    <a:pt x="2050515" y="52814"/>
                  </a:cubicBezTo>
                  <a:cubicBezTo>
                    <a:pt x="2243013" y="68120"/>
                    <a:pt x="2368281" y="221046"/>
                    <a:pt x="2554608" y="260788"/>
                  </a:cubicBezTo>
                  <a:cubicBezTo>
                    <a:pt x="2689462" y="289560"/>
                    <a:pt x="2831538" y="284962"/>
                    <a:pt x="2960483" y="339287"/>
                  </a:cubicBezTo>
                  <a:cubicBezTo>
                    <a:pt x="3426629" y="523218"/>
                    <a:pt x="3494318" y="1497133"/>
                    <a:pt x="3143658" y="1800356"/>
                  </a:cubicBezTo>
                  <a:cubicBezTo>
                    <a:pt x="3081681" y="1850543"/>
                    <a:pt x="3007557" y="1882797"/>
                    <a:pt x="2934418" y="1914459"/>
                  </a:cubicBezTo>
                  <a:cubicBezTo>
                    <a:pt x="2621642" y="2045838"/>
                    <a:pt x="2314051" y="2199487"/>
                    <a:pt x="1985254" y="2285343"/>
                  </a:cubicBezTo>
                  <a:lnTo>
                    <a:pt x="4064000" y="2285343"/>
                  </a:lnTo>
                  <a:lnTo>
                    <a:pt x="406400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" name="Google Shape;34;p4"/>
            <p:cNvSpPr/>
            <p:nvPr/>
          </p:nvSpPr>
          <p:spPr>
            <a:xfrm>
              <a:off x="5408537" y="-12"/>
              <a:ext cx="3735448" cy="5142022"/>
            </a:xfrm>
            <a:custGeom>
              <a:avLst/>
              <a:gdLst/>
              <a:ahLst/>
              <a:cxnLst/>
              <a:rect l="l" t="t" r="r" b="b"/>
              <a:pathLst>
                <a:path w="1660199" h="2285343" extrusionOk="0">
                  <a:moveTo>
                    <a:pt x="12277" y="0"/>
                  </a:moveTo>
                  <a:cubicBezTo>
                    <a:pt x="549133" y="201339"/>
                    <a:pt x="949098" y="345528"/>
                    <a:pt x="1082901" y="960974"/>
                  </a:cubicBezTo>
                  <a:cubicBezTo>
                    <a:pt x="1153480" y="1137745"/>
                    <a:pt x="1237780" y="1246921"/>
                    <a:pt x="1196090" y="1454435"/>
                  </a:cubicBezTo>
                  <a:cubicBezTo>
                    <a:pt x="1161162" y="1696304"/>
                    <a:pt x="946604" y="1836289"/>
                    <a:pt x="738676" y="1927860"/>
                  </a:cubicBezTo>
                  <a:lnTo>
                    <a:pt x="0" y="2285343"/>
                  </a:lnTo>
                  <a:lnTo>
                    <a:pt x="1660200" y="2285343"/>
                  </a:lnTo>
                  <a:lnTo>
                    <a:pt x="166020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" name="Google Shape;35;p4"/>
            <p:cNvSpPr/>
            <p:nvPr/>
          </p:nvSpPr>
          <p:spPr>
            <a:xfrm>
              <a:off x="6171372" y="-12"/>
              <a:ext cx="2972610" cy="5142317"/>
            </a:xfrm>
            <a:custGeom>
              <a:avLst/>
              <a:gdLst/>
              <a:ahLst/>
              <a:cxnLst/>
              <a:rect l="l" t="t" r="r" b="b"/>
              <a:pathLst>
                <a:path w="1321160" h="2285474" extrusionOk="0">
                  <a:moveTo>
                    <a:pt x="1321161" y="0"/>
                  </a:moveTo>
                  <a:lnTo>
                    <a:pt x="0" y="0"/>
                  </a:lnTo>
                  <a:cubicBezTo>
                    <a:pt x="438374" y="300136"/>
                    <a:pt x="961113" y="748862"/>
                    <a:pt x="991970" y="1313268"/>
                  </a:cubicBezTo>
                  <a:cubicBezTo>
                    <a:pt x="960391" y="1723828"/>
                    <a:pt x="665340" y="2083873"/>
                    <a:pt x="318226" y="2285475"/>
                  </a:cubicBezTo>
                  <a:lnTo>
                    <a:pt x="1321161" y="2285475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" name="Google Shape;36;p4"/>
            <p:cNvSpPr/>
            <p:nvPr/>
          </p:nvSpPr>
          <p:spPr>
            <a:xfrm>
              <a:off x="-15" y="-12"/>
              <a:ext cx="3691132" cy="5142022"/>
            </a:xfrm>
            <a:custGeom>
              <a:avLst/>
              <a:gdLst/>
              <a:ahLst/>
              <a:cxnLst/>
              <a:rect l="l" t="t" r="r" b="b"/>
              <a:pathLst>
                <a:path w="1640503" h="2285343" extrusionOk="0">
                  <a:moveTo>
                    <a:pt x="962295" y="2241265"/>
                  </a:moveTo>
                  <a:cubicBezTo>
                    <a:pt x="959603" y="1786562"/>
                    <a:pt x="1193923" y="1717653"/>
                    <a:pt x="698693" y="1419356"/>
                  </a:cubicBezTo>
                  <a:cubicBezTo>
                    <a:pt x="447303" y="1226032"/>
                    <a:pt x="409814" y="829857"/>
                    <a:pt x="619908" y="592652"/>
                  </a:cubicBezTo>
                  <a:cubicBezTo>
                    <a:pt x="713925" y="482688"/>
                    <a:pt x="844971" y="412334"/>
                    <a:pt x="972734" y="344608"/>
                  </a:cubicBezTo>
                  <a:cubicBezTo>
                    <a:pt x="1195499" y="230505"/>
                    <a:pt x="1411830" y="101556"/>
                    <a:pt x="1640504" y="0"/>
                  </a:cubicBezTo>
                  <a:lnTo>
                    <a:pt x="0" y="0"/>
                  </a:lnTo>
                  <a:lnTo>
                    <a:pt x="0" y="2285343"/>
                  </a:lnTo>
                  <a:lnTo>
                    <a:pt x="973587" y="2285343"/>
                  </a:lnTo>
                  <a:cubicBezTo>
                    <a:pt x="968722" y="2270957"/>
                    <a:pt x="964947" y="2256223"/>
                    <a:pt x="962295" y="2241265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" name="Google Shape;37;p4"/>
            <p:cNvSpPr/>
            <p:nvPr/>
          </p:nvSpPr>
          <p:spPr>
            <a:xfrm>
              <a:off x="-15" y="-12"/>
              <a:ext cx="2881318" cy="5142022"/>
            </a:xfrm>
            <a:custGeom>
              <a:avLst/>
              <a:gdLst/>
              <a:ahLst/>
              <a:cxnLst/>
              <a:rect l="l" t="t" r="r" b="b"/>
              <a:pathLst>
                <a:path w="1280586" h="2285343" extrusionOk="0">
                  <a:moveTo>
                    <a:pt x="814113" y="2168153"/>
                  </a:moveTo>
                  <a:cubicBezTo>
                    <a:pt x="750954" y="1388022"/>
                    <a:pt x="-112400" y="736578"/>
                    <a:pt x="1008121" y="209813"/>
                  </a:cubicBezTo>
                  <a:cubicBezTo>
                    <a:pt x="1135294" y="165669"/>
                    <a:pt x="1259183" y="161202"/>
                    <a:pt x="1280587" y="0"/>
                  </a:cubicBezTo>
                  <a:lnTo>
                    <a:pt x="0" y="0"/>
                  </a:lnTo>
                  <a:lnTo>
                    <a:pt x="0" y="2285343"/>
                  </a:lnTo>
                  <a:lnTo>
                    <a:pt x="838274" y="2285343"/>
                  </a:lnTo>
                  <a:cubicBezTo>
                    <a:pt x="821880" y="2248478"/>
                    <a:pt x="813640" y="2208499"/>
                    <a:pt x="814113" y="216815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8" name="Google Shape;38;p4"/>
          <p:cNvSpPr txBox="1">
            <a:spLocks noGrp="1"/>
          </p:cNvSpPr>
          <p:nvPr>
            <p:ph type="body" idx="1"/>
          </p:nvPr>
        </p:nvSpPr>
        <p:spPr>
          <a:xfrm>
            <a:off x="3590800" y="2882400"/>
            <a:ext cx="5010800" cy="1093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marL="609585" lvl="0" indent="-474121" algn="ctr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000"/>
              <a:buChar char="●"/>
              <a:defRPr sz="2667">
                <a:solidFill>
                  <a:schemeClr val="lt1"/>
                </a:solidFill>
              </a:defRPr>
            </a:lvl1pPr>
            <a:lvl2pPr marL="1219170" lvl="1" indent="-47412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○"/>
              <a:defRPr sz="2667">
                <a:solidFill>
                  <a:schemeClr val="lt1"/>
                </a:solidFill>
              </a:defRPr>
            </a:lvl2pPr>
            <a:lvl3pPr marL="1828754" lvl="2" indent="-47412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■"/>
              <a:defRPr sz="2667">
                <a:solidFill>
                  <a:schemeClr val="lt1"/>
                </a:solidFill>
              </a:defRPr>
            </a:lvl3pPr>
            <a:lvl4pPr marL="2438339" lvl="3" indent="-47412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●"/>
              <a:defRPr sz="2667">
                <a:solidFill>
                  <a:schemeClr val="lt1"/>
                </a:solidFill>
              </a:defRPr>
            </a:lvl4pPr>
            <a:lvl5pPr marL="3047924" lvl="4" indent="-47412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○"/>
              <a:defRPr sz="2667">
                <a:solidFill>
                  <a:schemeClr val="lt1"/>
                </a:solidFill>
              </a:defRPr>
            </a:lvl5pPr>
            <a:lvl6pPr marL="3657509" lvl="5" indent="-47412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■"/>
              <a:defRPr sz="2667">
                <a:solidFill>
                  <a:schemeClr val="lt1"/>
                </a:solidFill>
              </a:defRPr>
            </a:lvl6pPr>
            <a:lvl7pPr marL="4267093" lvl="6" indent="-47412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●"/>
              <a:defRPr sz="2667">
                <a:solidFill>
                  <a:schemeClr val="lt1"/>
                </a:solidFill>
              </a:defRPr>
            </a:lvl7pPr>
            <a:lvl8pPr marL="4876678" lvl="7" indent="-47412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○"/>
              <a:defRPr sz="2667">
                <a:solidFill>
                  <a:schemeClr val="lt1"/>
                </a:solidFill>
              </a:defRPr>
            </a:lvl8pPr>
            <a:lvl9pPr marL="5486263" lvl="8" indent="-47412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■"/>
              <a:defRPr sz="2667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9" name="Google Shape;39;p4"/>
          <p:cNvSpPr txBox="1"/>
          <p:nvPr/>
        </p:nvSpPr>
        <p:spPr>
          <a:xfrm>
            <a:off x="4791200" y="940225"/>
            <a:ext cx="2609600" cy="871600"/>
          </a:xfrm>
          <a:prstGeom prst="rect">
            <a:avLst/>
          </a:prstGeom>
          <a:noFill/>
          <a:ln>
            <a:noFill/>
          </a:ln>
          <a:effectLst>
            <a:outerShdw blurRad="142875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0" tIns="0" rIns="0" bIns="0" anchor="t" anchorCtr="0">
            <a:noAutofit/>
          </a:bodyPr>
          <a:lstStyle/>
          <a:p>
            <a:pPr algn="ctr">
              <a:buClr>
                <a:srgbClr val="000000"/>
              </a:buClr>
              <a:buFont typeface="Arial"/>
              <a:buNone/>
            </a:pPr>
            <a:r>
              <a:rPr lang="en" sz="12800" kern="0">
                <a:solidFill>
                  <a:srgbClr val="F97830"/>
                </a:solidFill>
                <a:latin typeface="Kulim Park"/>
                <a:ea typeface="Kulim Park"/>
                <a:cs typeface="Kulim Park"/>
                <a:sym typeface="Kulim Park"/>
              </a:rPr>
              <a:t>“</a:t>
            </a:r>
            <a:endParaRPr sz="12800" kern="0">
              <a:solidFill>
                <a:srgbClr val="F97830"/>
              </a:solidFill>
              <a:latin typeface="Kulim Park"/>
              <a:ea typeface="Kulim Park"/>
              <a:cs typeface="Kulim Park"/>
              <a:sym typeface="Kulim Park"/>
            </a:endParaRPr>
          </a:p>
        </p:txBody>
      </p:sp>
      <p:sp>
        <p:nvSpPr>
          <p:cNvPr id="40" name="Google Shape;40;p4"/>
          <p:cNvSpPr txBox="1">
            <a:spLocks noGrp="1"/>
          </p:cNvSpPr>
          <p:nvPr>
            <p:ph type="sldNum" idx="12"/>
          </p:nvPr>
        </p:nvSpPr>
        <p:spPr>
          <a:xfrm>
            <a:off x="11307445" y="6333135"/>
            <a:ext cx="731600" cy="524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n">
                <a:solidFill>
                  <a:srgbClr val="CE0063"/>
                </a:solidFill>
              </a:rPr>
              <a:pPr/>
              <a:t>‹#›</a:t>
            </a:fld>
            <a:endParaRPr>
              <a:solidFill>
                <a:srgbClr val="CE006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92650670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" type="tx">
  <p:cSld name="Title + 1 column">
    <p:bg>
      <p:bgPr>
        <a:gradFill>
          <a:gsLst>
            <a:gs pos="0">
              <a:schemeClr val="accent1"/>
            </a:gs>
            <a:gs pos="50000">
              <a:schemeClr val="dk2"/>
            </a:gs>
            <a:gs pos="100000">
              <a:schemeClr val="dk2"/>
            </a:gs>
          </a:gsLst>
          <a:path path="circle">
            <a:fillToRect l="100000" b="100000"/>
          </a:path>
          <a:tileRect t="-100000" r="-100000"/>
        </a:gradFill>
        <a:effectLst/>
      </p:bgPr>
    </p:bg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5"/>
          <p:cNvGrpSpPr/>
          <p:nvPr/>
        </p:nvGrpSpPr>
        <p:grpSpPr>
          <a:xfrm>
            <a:off x="-2" y="-1772"/>
            <a:ext cx="12193179" cy="6862927"/>
            <a:chOff x="-1" y="-1329"/>
            <a:chExt cx="9144884" cy="5147195"/>
          </a:xfrm>
        </p:grpSpPr>
        <p:sp>
          <p:nvSpPr>
            <p:cNvPr id="43" name="Google Shape;43;p5"/>
            <p:cNvSpPr/>
            <p:nvPr/>
          </p:nvSpPr>
          <p:spPr>
            <a:xfrm>
              <a:off x="-1" y="-886"/>
              <a:ext cx="9144884" cy="5146749"/>
            </a:xfrm>
            <a:custGeom>
              <a:avLst/>
              <a:gdLst/>
              <a:ahLst/>
              <a:cxnLst/>
              <a:rect l="l" t="t" r="r" b="b"/>
              <a:pathLst>
                <a:path w="4064393" h="2287444" extrusionOk="0">
                  <a:moveTo>
                    <a:pt x="3788843" y="883066"/>
                  </a:moveTo>
                  <a:cubicBezTo>
                    <a:pt x="3664100" y="932662"/>
                    <a:pt x="3567457" y="1052874"/>
                    <a:pt x="3428795" y="1065618"/>
                  </a:cubicBezTo>
                  <a:cubicBezTo>
                    <a:pt x="3361105" y="1071530"/>
                    <a:pt x="3286456" y="1042298"/>
                    <a:pt x="3256912" y="981141"/>
                  </a:cubicBezTo>
                  <a:cubicBezTo>
                    <a:pt x="3196576" y="857381"/>
                    <a:pt x="3353424" y="685537"/>
                    <a:pt x="3244831" y="575639"/>
                  </a:cubicBezTo>
                  <a:cubicBezTo>
                    <a:pt x="3212792" y="545750"/>
                    <a:pt x="3166506" y="538589"/>
                    <a:pt x="3124553" y="525846"/>
                  </a:cubicBezTo>
                  <a:cubicBezTo>
                    <a:pt x="2907894" y="464426"/>
                    <a:pt x="2780787" y="210535"/>
                    <a:pt x="2861936" y="0"/>
                  </a:cubicBezTo>
                  <a:lnTo>
                    <a:pt x="0" y="0"/>
                  </a:lnTo>
                  <a:lnTo>
                    <a:pt x="0" y="2287445"/>
                  </a:lnTo>
                  <a:lnTo>
                    <a:pt x="4064394" y="2287445"/>
                  </a:lnTo>
                  <a:lnTo>
                    <a:pt x="4064394" y="886022"/>
                  </a:lnTo>
                  <a:cubicBezTo>
                    <a:pt x="3976365" y="849505"/>
                    <a:pt x="3877634" y="848441"/>
                    <a:pt x="3788843" y="88306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" name="Google Shape;44;p5"/>
            <p:cNvSpPr/>
            <p:nvPr/>
          </p:nvSpPr>
          <p:spPr>
            <a:xfrm>
              <a:off x="-1" y="-1181"/>
              <a:ext cx="9144884" cy="5147046"/>
            </a:xfrm>
            <a:custGeom>
              <a:avLst/>
              <a:gdLst/>
              <a:ahLst/>
              <a:cxnLst/>
              <a:rect l="l" t="t" r="r" b="b"/>
              <a:pathLst>
                <a:path w="4064393" h="2287576" extrusionOk="0">
                  <a:moveTo>
                    <a:pt x="3901965" y="939494"/>
                  </a:moveTo>
                  <a:cubicBezTo>
                    <a:pt x="3499701" y="855017"/>
                    <a:pt x="3568310" y="1206588"/>
                    <a:pt x="3260260" y="1099645"/>
                  </a:cubicBezTo>
                  <a:cubicBezTo>
                    <a:pt x="3067828" y="996184"/>
                    <a:pt x="3151603" y="860929"/>
                    <a:pt x="3127442" y="700317"/>
                  </a:cubicBezTo>
                  <a:cubicBezTo>
                    <a:pt x="3105645" y="624183"/>
                    <a:pt x="3033622" y="575901"/>
                    <a:pt x="2981098" y="516715"/>
                  </a:cubicBezTo>
                  <a:cubicBezTo>
                    <a:pt x="2857471" y="377387"/>
                    <a:pt x="2848871" y="151612"/>
                    <a:pt x="2954837" y="0"/>
                  </a:cubicBezTo>
                  <a:lnTo>
                    <a:pt x="0" y="0"/>
                  </a:lnTo>
                  <a:lnTo>
                    <a:pt x="0" y="2287576"/>
                  </a:lnTo>
                  <a:lnTo>
                    <a:pt x="4064394" y="2287576"/>
                  </a:lnTo>
                  <a:lnTo>
                    <a:pt x="4064394" y="955128"/>
                  </a:lnTo>
                  <a:cubicBezTo>
                    <a:pt x="4010557" y="955588"/>
                    <a:pt x="3955277" y="947245"/>
                    <a:pt x="3901965" y="93949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" name="Google Shape;45;p5"/>
            <p:cNvSpPr/>
            <p:nvPr/>
          </p:nvSpPr>
          <p:spPr>
            <a:xfrm>
              <a:off x="-1" y="-1329"/>
              <a:ext cx="9144884" cy="5147195"/>
            </a:xfrm>
            <a:custGeom>
              <a:avLst/>
              <a:gdLst/>
              <a:ahLst/>
              <a:cxnLst/>
              <a:rect l="l" t="t" r="r" b="b"/>
              <a:pathLst>
                <a:path w="4064393" h="2287642" extrusionOk="0">
                  <a:moveTo>
                    <a:pt x="3897961" y="979695"/>
                  </a:moveTo>
                  <a:cubicBezTo>
                    <a:pt x="3674736" y="964390"/>
                    <a:pt x="3602516" y="1073895"/>
                    <a:pt x="3472718" y="1222747"/>
                  </a:cubicBezTo>
                  <a:cubicBezTo>
                    <a:pt x="3361105" y="1334420"/>
                    <a:pt x="3140244" y="1318720"/>
                    <a:pt x="3084963" y="1158306"/>
                  </a:cubicBezTo>
                  <a:cubicBezTo>
                    <a:pt x="3045899" y="1043086"/>
                    <a:pt x="3123962" y="918013"/>
                    <a:pt x="3106498" y="797538"/>
                  </a:cubicBezTo>
                  <a:cubicBezTo>
                    <a:pt x="3020688" y="502395"/>
                    <a:pt x="2709290" y="454573"/>
                    <a:pt x="2826877" y="0"/>
                  </a:cubicBezTo>
                  <a:lnTo>
                    <a:pt x="0" y="0"/>
                  </a:lnTo>
                  <a:lnTo>
                    <a:pt x="0" y="2287642"/>
                  </a:lnTo>
                  <a:lnTo>
                    <a:pt x="4064394" y="2287642"/>
                  </a:lnTo>
                  <a:lnTo>
                    <a:pt x="4064394" y="1009650"/>
                  </a:lnTo>
                  <a:cubicBezTo>
                    <a:pt x="4010098" y="993931"/>
                    <a:pt x="3954324" y="983893"/>
                    <a:pt x="3897961" y="979695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" name="Google Shape;46;p5"/>
            <p:cNvSpPr/>
            <p:nvPr/>
          </p:nvSpPr>
          <p:spPr>
            <a:xfrm>
              <a:off x="-1" y="-1329"/>
              <a:ext cx="9144884" cy="5147195"/>
            </a:xfrm>
            <a:custGeom>
              <a:avLst/>
              <a:gdLst/>
              <a:ahLst/>
              <a:cxnLst/>
              <a:rect l="l" t="t" r="r" b="b"/>
              <a:pathLst>
                <a:path w="4064393" h="2287642" extrusionOk="0">
                  <a:moveTo>
                    <a:pt x="3886668" y="1168356"/>
                  </a:moveTo>
                  <a:cubicBezTo>
                    <a:pt x="3523534" y="864476"/>
                    <a:pt x="3578093" y="1536875"/>
                    <a:pt x="3166834" y="1369892"/>
                  </a:cubicBezTo>
                  <a:cubicBezTo>
                    <a:pt x="2968952" y="1280029"/>
                    <a:pt x="2931661" y="1012343"/>
                    <a:pt x="3042091" y="838988"/>
                  </a:cubicBezTo>
                  <a:cubicBezTo>
                    <a:pt x="3075772" y="781641"/>
                    <a:pt x="3123043" y="717265"/>
                    <a:pt x="3097963" y="655648"/>
                  </a:cubicBezTo>
                  <a:cubicBezTo>
                    <a:pt x="3074787" y="598695"/>
                    <a:pt x="3004406" y="582076"/>
                    <a:pt x="2945711" y="563683"/>
                  </a:cubicBezTo>
                  <a:cubicBezTo>
                    <a:pt x="2704694" y="489125"/>
                    <a:pt x="2524210" y="251788"/>
                    <a:pt x="2514231" y="0"/>
                  </a:cubicBezTo>
                  <a:lnTo>
                    <a:pt x="0" y="0"/>
                  </a:lnTo>
                  <a:lnTo>
                    <a:pt x="0" y="2287642"/>
                  </a:lnTo>
                  <a:lnTo>
                    <a:pt x="4064394" y="2287642"/>
                  </a:lnTo>
                  <a:lnTo>
                    <a:pt x="4064394" y="1364506"/>
                  </a:lnTo>
                  <a:cubicBezTo>
                    <a:pt x="3994275" y="1309983"/>
                    <a:pt x="3950221" y="1229776"/>
                    <a:pt x="3886668" y="1168356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" name="Google Shape;47;p5"/>
            <p:cNvSpPr/>
            <p:nvPr/>
          </p:nvSpPr>
          <p:spPr>
            <a:xfrm>
              <a:off x="-1" y="-886"/>
              <a:ext cx="9144884" cy="5146749"/>
            </a:xfrm>
            <a:custGeom>
              <a:avLst/>
              <a:gdLst/>
              <a:ahLst/>
              <a:cxnLst/>
              <a:rect l="l" t="t" r="r" b="b"/>
              <a:pathLst>
                <a:path w="4064393" h="2287444" extrusionOk="0">
                  <a:moveTo>
                    <a:pt x="3860275" y="1412328"/>
                  </a:moveTo>
                  <a:cubicBezTo>
                    <a:pt x="3499570" y="1212171"/>
                    <a:pt x="3370166" y="1548765"/>
                    <a:pt x="3020622" y="1515723"/>
                  </a:cubicBezTo>
                  <a:cubicBezTo>
                    <a:pt x="2790832" y="1511322"/>
                    <a:pt x="2587895" y="1238973"/>
                    <a:pt x="2748288" y="1041181"/>
                  </a:cubicBezTo>
                  <a:cubicBezTo>
                    <a:pt x="2792933" y="989023"/>
                    <a:pt x="2861476" y="955785"/>
                    <a:pt x="2888657" y="892657"/>
                  </a:cubicBezTo>
                  <a:cubicBezTo>
                    <a:pt x="2920500" y="819019"/>
                    <a:pt x="2882092" y="731848"/>
                    <a:pt x="2824776" y="675552"/>
                  </a:cubicBezTo>
                  <a:cubicBezTo>
                    <a:pt x="2569577" y="494315"/>
                    <a:pt x="2383447" y="351243"/>
                    <a:pt x="2435314" y="0"/>
                  </a:cubicBezTo>
                  <a:lnTo>
                    <a:pt x="0" y="0"/>
                  </a:lnTo>
                  <a:lnTo>
                    <a:pt x="0" y="2287445"/>
                  </a:lnTo>
                  <a:lnTo>
                    <a:pt x="4064394" y="2287445"/>
                  </a:lnTo>
                  <a:lnTo>
                    <a:pt x="4064394" y="1502125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" name="Google Shape;48;p5"/>
            <p:cNvSpPr/>
            <p:nvPr/>
          </p:nvSpPr>
          <p:spPr>
            <a:xfrm>
              <a:off x="-1" y="-1032"/>
              <a:ext cx="9144884" cy="5146898"/>
            </a:xfrm>
            <a:custGeom>
              <a:avLst/>
              <a:gdLst/>
              <a:ahLst/>
              <a:cxnLst/>
              <a:rect l="l" t="t" r="r" b="b"/>
              <a:pathLst>
                <a:path w="4064393" h="2287510" extrusionOk="0">
                  <a:moveTo>
                    <a:pt x="3767571" y="1773029"/>
                  </a:moveTo>
                  <a:cubicBezTo>
                    <a:pt x="3678150" y="1745177"/>
                    <a:pt x="3601400" y="1686056"/>
                    <a:pt x="3513358" y="1654131"/>
                  </a:cubicBezTo>
                  <a:cubicBezTo>
                    <a:pt x="3253038" y="1560523"/>
                    <a:pt x="2846245" y="1725207"/>
                    <a:pt x="2683422" y="1432757"/>
                  </a:cubicBezTo>
                  <a:cubicBezTo>
                    <a:pt x="2593082" y="1250074"/>
                    <a:pt x="2741526" y="1029094"/>
                    <a:pt x="2694714" y="830711"/>
                  </a:cubicBezTo>
                  <a:cubicBezTo>
                    <a:pt x="2667271" y="714506"/>
                    <a:pt x="2577653" y="625234"/>
                    <a:pt x="2512064" y="525517"/>
                  </a:cubicBezTo>
                  <a:cubicBezTo>
                    <a:pt x="2410779" y="370063"/>
                    <a:pt x="2365609" y="184654"/>
                    <a:pt x="2384038" y="0"/>
                  </a:cubicBezTo>
                  <a:lnTo>
                    <a:pt x="0" y="0"/>
                  </a:lnTo>
                  <a:lnTo>
                    <a:pt x="0" y="2287511"/>
                  </a:lnTo>
                  <a:lnTo>
                    <a:pt x="4064394" y="2287511"/>
                  </a:lnTo>
                  <a:lnTo>
                    <a:pt x="4064394" y="1767774"/>
                  </a:lnTo>
                  <a:cubicBezTo>
                    <a:pt x="3965256" y="1794116"/>
                    <a:pt x="3864674" y="1803247"/>
                    <a:pt x="3767571" y="177302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9" name="Google Shape;49;p5"/>
          <p:cNvSpPr txBox="1">
            <a:spLocks noGrp="1"/>
          </p:cNvSpPr>
          <p:nvPr>
            <p:ph type="title"/>
          </p:nvPr>
        </p:nvSpPr>
        <p:spPr>
          <a:xfrm>
            <a:off x="609600" y="792567"/>
            <a:ext cx="6953600" cy="9552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5"/>
          <p:cNvSpPr txBox="1">
            <a:spLocks noGrp="1"/>
          </p:cNvSpPr>
          <p:nvPr>
            <p:ph type="body" idx="1"/>
          </p:nvPr>
        </p:nvSpPr>
        <p:spPr>
          <a:xfrm>
            <a:off x="609600" y="2123467"/>
            <a:ext cx="6953600" cy="3926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491054" rtl="0">
              <a:spcBef>
                <a:spcPts val="800"/>
              </a:spcBef>
              <a:spcAft>
                <a:spcPts val="0"/>
              </a:spcAft>
              <a:buSzPts val="2200"/>
              <a:buChar char="●"/>
              <a:defRPr/>
            </a:lvl1pPr>
            <a:lvl2pPr marL="1219170" lvl="1" indent="-491054" rtl="0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marL="1828754" lvl="2" indent="-491054" rtl="0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3pPr>
            <a:lvl4pPr marL="2438339" lvl="3" indent="-491054" rtl="0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4pPr>
            <a:lvl5pPr marL="3047924" lvl="4" indent="-491054" rtl="0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5pPr>
            <a:lvl6pPr marL="3657509" lvl="5" indent="-491054" rtl="0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6pPr>
            <a:lvl7pPr marL="4267093" lvl="6" indent="-491054" rtl="0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7pPr>
            <a:lvl8pPr marL="4876678" lvl="7" indent="-491054" rtl="0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8pPr>
            <a:lvl9pPr marL="5486263" lvl="8" indent="-491054" rtl="0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9pPr>
          </a:lstStyle>
          <a:p>
            <a:endParaRPr/>
          </a:p>
        </p:txBody>
      </p:sp>
      <p:sp>
        <p:nvSpPr>
          <p:cNvPr id="51" name="Google Shape;51;p5"/>
          <p:cNvSpPr txBox="1">
            <a:spLocks noGrp="1"/>
          </p:cNvSpPr>
          <p:nvPr>
            <p:ph type="sldNum" idx="12"/>
          </p:nvPr>
        </p:nvSpPr>
        <p:spPr>
          <a:xfrm>
            <a:off x="11307445" y="6333135"/>
            <a:ext cx="731600" cy="524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n">
                <a:solidFill>
                  <a:srgbClr val="CE0063"/>
                </a:solidFill>
              </a:rPr>
              <a:pPr/>
              <a:t>‹#›</a:t>
            </a:fld>
            <a:endParaRPr>
              <a:solidFill>
                <a:srgbClr val="CE006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03105571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 + Image">
  <p:cSld name="Title + 1 column + Image">
    <p:bg>
      <p:bgPr>
        <a:gradFill>
          <a:gsLst>
            <a:gs pos="0">
              <a:schemeClr val="accent1"/>
            </a:gs>
            <a:gs pos="37000">
              <a:schemeClr val="dk2"/>
            </a:gs>
            <a:gs pos="100000">
              <a:schemeClr val="dk2"/>
            </a:gs>
          </a:gsLst>
          <a:lin ang="10800025" scaled="0"/>
        </a:gradFill>
        <a:effectLst/>
      </p:bgPr>
    </p:bg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" name="Google Shape;53;p6"/>
          <p:cNvGrpSpPr/>
          <p:nvPr/>
        </p:nvGrpSpPr>
        <p:grpSpPr>
          <a:xfrm>
            <a:off x="9" y="-49"/>
            <a:ext cx="8342020" cy="6856029"/>
            <a:chOff x="-8" y="-13"/>
            <a:chExt cx="7710766" cy="5142022"/>
          </a:xfrm>
        </p:grpSpPr>
        <p:sp>
          <p:nvSpPr>
            <p:cNvPr id="54" name="Google Shape;54;p6"/>
            <p:cNvSpPr/>
            <p:nvPr/>
          </p:nvSpPr>
          <p:spPr>
            <a:xfrm>
              <a:off x="-8" y="-13"/>
              <a:ext cx="7710766" cy="5142022"/>
            </a:xfrm>
            <a:custGeom>
              <a:avLst/>
              <a:gdLst/>
              <a:ahLst/>
              <a:cxnLst/>
              <a:rect l="l" t="t" r="r" b="b"/>
              <a:pathLst>
                <a:path w="3427007" h="2285343" extrusionOk="0">
                  <a:moveTo>
                    <a:pt x="3264200" y="1931013"/>
                  </a:moveTo>
                  <a:cubicBezTo>
                    <a:pt x="3059555" y="1738083"/>
                    <a:pt x="2707189" y="1625228"/>
                    <a:pt x="2663923" y="1311888"/>
                  </a:cubicBezTo>
                  <a:cubicBezTo>
                    <a:pt x="2646918" y="776320"/>
                    <a:pt x="3405816" y="668129"/>
                    <a:pt x="3258554" y="0"/>
                  </a:cubicBezTo>
                  <a:lnTo>
                    <a:pt x="0" y="0"/>
                  </a:lnTo>
                  <a:lnTo>
                    <a:pt x="0" y="2285343"/>
                  </a:lnTo>
                  <a:lnTo>
                    <a:pt x="3426103" y="2285343"/>
                  </a:lnTo>
                  <a:cubicBezTo>
                    <a:pt x="3436148" y="2153964"/>
                    <a:pt x="3361302" y="2023504"/>
                    <a:pt x="3264200" y="193101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285750" dist="9525" algn="bl" rotWithShape="0">
                <a:schemeClr val="dk1">
                  <a:alpha val="75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" name="Google Shape;55;p6"/>
            <p:cNvSpPr/>
            <p:nvPr/>
          </p:nvSpPr>
          <p:spPr>
            <a:xfrm>
              <a:off x="-8" y="-13"/>
              <a:ext cx="7536339" cy="5142022"/>
            </a:xfrm>
            <a:custGeom>
              <a:avLst/>
              <a:gdLst/>
              <a:ahLst/>
              <a:cxnLst/>
              <a:rect l="l" t="t" r="r" b="b"/>
              <a:pathLst>
                <a:path w="3349484" h="2285343" extrusionOk="0">
                  <a:moveTo>
                    <a:pt x="3135123" y="1986849"/>
                  </a:moveTo>
                  <a:cubicBezTo>
                    <a:pt x="3002568" y="1888315"/>
                    <a:pt x="2836659" y="1848901"/>
                    <a:pt x="2687952" y="1777628"/>
                  </a:cubicBezTo>
                  <a:cubicBezTo>
                    <a:pt x="2379377" y="1643884"/>
                    <a:pt x="2269472" y="1317800"/>
                    <a:pt x="2551129" y="1092748"/>
                  </a:cubicBezTo>
                  <a:cubicBezTo>
                    <a:pt x="2647246" y="1012409"/>
                    <a:pt x="2763520" y="961040"/>
                    <a:pt x="2873688" y="901459"/>
                  </a:cubicBezTo>
                  <a:cubicBezTo>
                    <a:pt x="3268796" y="717528"/>
                    <a:pt x="3285865" y="371278"/>
                    <a:pt x="3154688" y="0"/>
                  </a:cubicBezTo>
                  <a:lnTo>
                    <a:pt x="0" y="0"/>
                  </a:lnTo>
                  <a:lnTo>
                    <a:pt x="0" y="2285343"/>
                  </a:lnTo>
                  <a:lnTo>
                    <a:pt x="3349485" y="2285343"/>
                  </a:lnTo>
                  <a:cubicBezTo>
                    <a:pt x="3310420" y="2166169"/>
                    <a:pt x="3235575" y="2061939"/>
                    <a:pt x="3135123" y="1986849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" name="Google Shape;56;p6"/>
            <p:cNvSpPr/>
            <p:nvPr/>
          </p:nvSpPr>
          <p:spPr>
            <a:xfrm>
              <a:off x="-8" y="-13"/>
              <a:ext cx="6852517" cy="5142022"/>
            </a:xfrm>
            <a:custGeom>
              <a:avLst/>
              <a:gdLst/>
              <a:ahLst/>
              <a:cxnLst/>
              <a:rect l="l" t="t" r="r" b="b"/>
              <a:pathLst>
                <a:path w="3045563" h="2285343" extrusionOk="0">
                  <a:moveTo>
                    <a:pt x="2807574" y="2063115"/>
                  </a:moveTo>
                  <a:cubicBezTo>
                    <a:pt x="2956478" y="1994404"/>
                    <a:pt x="2840008" y="1887198"/>
                    <a:pt x="2727411" y="1875177"/>
                  </a:cubicBezTo>
                  <a:cubicBezTo>
                    <a:pt x="2250301" y="1750695"/>
                    <a:pt x="2181824" y="1070150"/>
                    <a:pt x="2624661" y="853112"/>
                  </a:cubicBezTo>
                  <a:cubicBezTo>
                    <a:pt x="2701215" y="814552"/>
                    <a:pt x="2785909" y="794451"/>
                    <a:pt x="2863446" y="757796"/>
                  </a:cubicBezTo>
                  <a:cubicBezTo>
                    <a:pt x="3297881" y="540560"/>
                    <a:pt x="2793262" y="253036"/>
                    <a:pt x="2983397" y="0"/>
                  </a:cubicBezTo>
                  <a:lnTo>
                    <a:pt x="0" y="0"/>
                  </a:lnTo>
                  <a:lnTo>
                    <a:pt x="0" y="2285343"/>
                  </a:lnTo>
                  <a:lnTo>
                    <a:pt x="2681190" y="2285343"/>
                  </a:lnTo>
                  <a:cubicBezTo>
                    <a:pt x="2683685" y="2196596"/>
                    <a:pt x="2730299" y="2108047"/>
                    <a:pt x="2807574" y="2063115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" name="Google Shape;57;p6"/>
            <p:cNvSpPr/>
            <p:nvPr/>
          </p:nvSpPr>
          <p:spPr>
            <a:xfrm>
              <a:off x="-8" y="-13"/>
              <a:ext cx="6478551" cy="5142022"/>
            </a:xfrm>
            <a:custGeom>
              <a:avLst/>
              <a:gdLst/>
              <a:ahLst/>
              <a:cxnLst/>
              <a:rect l="l" t="t" r="r" b="b"/>
              <a:pathLst>
                <a:path w="2879356" h="2285343" extrusionOk="0">
                  <a:moveTo>
                    <a:pt x="2483636" y="1975748"/>
                  </a:moveTo>
                  <a:cubicBezTo>
                    <a:pt x="2425729" y="1949472"/>
                    <a:pt x="2357974" y="1946319"/>
                    <a:pt x="2304203" y="1912292"/>
                  </a:cubicBezTo>
                  <a:cubicBezTo>
                    <a:pt x="2200338" y="1846602"/>
                    <a:pt x="2149981" y="1693020"/>
                    <a:pt x="2194297" y="1578391"/>
                  </a:cubicBezTo>
                  <a:cubicBezTo>
                    <a:pt x="2362898" y="1262161"/>
                    <a:pt x="2082226" y="851863"/>
                    <a:pt x="2213994" y="698938"/>
                  </a:cubicBezTo>
                  <a:cubicBezTo>
                    <a:pt x="2289890" y="640671"/>
                    <a:pt x="2476086" y="701106"/>
                    <a:pt x="2569840" y="720484"/>
                  </a:cubicBezTo>
                  <a:cubicBezTo>
                    <a:pt x="3121795" y="827427"/>
                    <a:pt x="2785252" y="260657"/>
                    <a:pt x="2696422" y="0"/>
                  </a:cubicBezTo>
                  <a:lnTo>
                    <a:pt x="0" y="0"/>
                  </a:lnTo>
                  <a:lnTo>
                    <a:pt x="0" y="2285343"/>
                  </a:lnTo>
                  <a:lnTo>
                    <a:pt x="2605819" y="2285343"/>
                  </a:lnTo>
                  <a:cubicBezTo>
                    <a:pt x="2646787" y="2172291"/>
                    <a:pt x="2595314" y="2026460"/>
                    <a:pt x="2483636" y="197574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" name="Google Shape;58;p6"/>
            <p:cNvSpPr/>
            <p:nvPr/>
          </p:nvSpPr>
          <p:spPr>
            <a:xfrm>
              <a:off x="-8" y="-13"/>
              <a:ext cx="6272190" cy="5142022"/>
            </a:xfrm>
            <a:custGeom>
              <a:avLst/>
              <a:gdLst/>
              <a:ahLst/>
              <a:cxnLst/>
              <a:rect l="l" t="t" r="r" b="b"/>
              <a:pathLst>
                <a:path w="2787640" h="2285343" extrusionOk="0">
                  <a:moveTo>
                    <a:pt x="2551129" y="2165460"/>
                  </a:moveTo>
                  <a:cubicBezTo>
                    <a:pt x="2474839" y="1961822"/>
                    <a:pt x="2182086" y="2092478"/>
                    <a:pt x="2041192" y="1984090"/>
                  </a:cubicBezTo>
                  <a:cubicBezTo>
                    <a:pt x="1755530" y="1606309"/>
                    <a:pt x="2254765" y="1476178"/>
                    <a:pt x="2067125" y="765219"/>
                  </a:cubicBezTo>
                  <a:cubicBezTo>
                    <a:pt x="2053010" y="702617"/>
                    <a:pt x="2051631" y="620702"/>
                    <a:pt x="2107765" y="589762"/>
                  </a:cubicBezTo>
                  <a:cubicBezTo>
                    <a:pt x="2139214" y="572223"/>
                    <a:pt x="2178081" y="579120"/>
                    <a:pt x="2213403" y="586543"/>
                  </a:cubicBezTo>
                  <a:cubicBezTo>
                    <a:pt x="2363423" y="609994"/>
                    <a:pt x="2512983" y="669378"/>
                    <a:pt x="2665433" y="663991"/>
                  </a:cubicBezTo>
                  <a:cubicBezTo>
                    <a:pt x="2829568" y="636467"/>
                    <a:pt x="2809872" y="484724"/>
                    <a:pt x="2714805" y="382445"/>
                  </a:cubicBezTo>
                  <a:cubicBezTo>
                    <a:pt x="2614157" y="255007"/>
                    <a:pt x="2513443" y="127523"/>
                    <a:pt x="2412795" y="0"/>
                  </a:cubicBezTo>
                  <a:lnTo>
                    <a:pt x="0" y="0"/>
                  </a:lnTo>
                  <a:lnTo>
                    <a:pt x="0" y="2285343"/>
                  </a:lnTo>
                  <a:lnTo>
                    <a:pt x="2536094" y="2285343"/>
                  </a:lnTo>
                  <a:cubicBezTo>
                    <a:pt x="2555134" y="2247966"/>
                    <a:pt x="2563012" y="2205202"/>
                    <a:pt x="2551129" y="216546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" name="Google Shape;59;p6"/>
            <p:cNvSpPr/>
            <p:nvPr/>
          </p:nvSpPr>
          <p:spPr>
            <a:xfrm>
              <a:off x="-8" y="-13"/>
              <a:ext cx="5978795" cy="5142022"/>
            </a:xfrm>
            <a:custGeom>
              <a:avLst/>
              <a:gdLst/>
              <a:ahLst/>
              <a:cxnLst/>
              <a:rect l="l" t="t" r="r" b="b"/>
              <a:pathLst>
                <a:path w="2657242" h="2285343" extrusionOk="0">
                  <a:moveTo>
                    <a:pt x="2007248" y="2113499"/>
                  </a:moveTo>
                  <a:cubicBezTo>
                    <a:pt x="1570122" y="1477098"/>
                    <a:pt x="2433082" y="1775854"/>
                    <a:pt x="2003441" y="835244"/>
                  </a:cubicBezTo>
                  <a:cubicBezTo>
                    <a:pt x="1977901" y="745052"/>
                    <a:pt x="1922620" y="648094"/>
                    <a:pt x="1965558" y="564800"/>
                  </a:cubicBezTo>
                  <a:cubicBezTo>
                    <a:pt x="2004426" y="489322"/>
                    <a:pt x="2106518" y="470798"/>
                    <a:pt x="2189570" y="488337"/>
                  </a:cubicBezTo>
                  <a:cubicBezTo>
                    <a:pt x="2272623" y="505876"/>
                    <a:pt x="2348716" y="549428"/>
                    <a:pt x="2432491" y="564274"/>
                  </a:cubicBezTo>
                  <a:cubicBezTo>
                    <a:pt x="2646524" y="602374"/>
                    <a:pt x="2740016" y="398211"/>
                    <a:pt x="2567739" y="263810"/>
                  </a:cubicBezTo>
                  <a:cubicBezTo>
                    <a:pt x="2468142" y="185967"/>
                    <a:pt x="2311687" y="141430"/>
                    <a:pt x="2287855" y="0"/>
                  </a:cubicBezTo>
                  <a:lnTo>
                    <a:pt x="0" y="0"/>
                  </a:lnTo>
                  <a:lnTo>
                    <a:pt x="0" y="2285343"/>
                  </a:lnTo>
                  <a:lnTo>
                    <a:pt x="2023268" y="2285343"/>
                  </a:lnTo>
                  <a:cubicBezTo>
                    <a:pt x="2055570" y="2233645"/>
                    <a:pt x="2039156" y="2165000"/>
                    <a:pt x="2007248" y="211349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0" name="Google Shape;60;p6"/>
          <p:cNvSpPr txBox="1">
            <a:spLocks noGrp="1"/>
          </p:cNvSpPr>
          <p:nvPr>
            <p:ph type="title"/>
          </p:nvPr>
        </p:nvSpPr>
        <p:spPr>
          <a:xfrm>
            <a:off x="609600" y="1402167"/>
            <a:ext cx="3696400" cy="9552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6"/>
          <p:cNvSpPr txBox="1">
            <a:spLocks noGrp="1"/>
          </p:cNvSpPr>
          <p:nvPr>
            <p:ph type="body" idx="1"/>
          </p:nvPr>
        </p:nvSpPr>
        <p:spPr>
          <a:xfrm>
            <a:off x="609600" y="2733067"/>
            <a:ext cx="3696400" cy="332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457189" rtl="0">
              <a:spcBef>
                <a:spcPts val="800"/>
              </a:spcBef>
              <a:spcAft>
                <a:spcPts val="0"/>
              </a:spcAft>
              <a:buSzPts val="1800"/>
              <a:buChar char="●"/>
              <a:defRPr sz="2400"/>
            </a:lvl1pPr>
            <a:lvl2pPr marL="1219170" lvl="1" indent="-457189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2400"/>
            </a:lvl2pPr>
            <a:lvl3pPr marL="1828754" lvl="2" indent="-457189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2400"/>
            </a:lvl3pPr>
            <a:lvl4pPr marL="2438339" lvl="3" indent="-457189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2400"/>
            </a:lvl4pPr>
            <a:lvl5pPr marL="3047924" lvl="4" indent="-457189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2400"/>
            </a:lvl5pPr>
            <a:lvl6pPr marL="3657509" lvl="5" indent="-457189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2400"/>
            </a:lvl6pPr>
            <a:lvl7pPr marL="4267093" lvl="6" indent="-457189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2400"/>
            </a:lvl7pPr>
            <a:lvl8pPr marL="4876678" lvl="7" indent="-457189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2400"/>
            </a:lvl8pPr>
            <a:lvl9pPr marL="5486263" lvl="8" indent="-457189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2400"/>
            </a:lvl9pPr>
          </a:lstStyle>
          <a:p>
            <a:endParaRPr/>
          </a:p>
        </p:txBody>
      </p:sp>
      <p:sp>
        <p:nvSpPr>
          <p:cNvPr id="62" name="Google Shape;62;p6"/>
          <p:cNvSpPr txBox="1">
            <a:spLocks noGrp="1"/>
          </p:cNvSpPr>
          <p:nvPr>
            <p:ph type="sldNum" idx="12"/>
          </p:nvPr>
        </p:nvSpPr>
        <p:spPr>
          <a:xfrm>
            <a:off x="11307445" y="6333135"/>
            <a:ext cx="731600" cy="524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fld id="{00000000-1234-1234-1234-123412341234}" type="slidenum">
              <a:rPr lang="en">
                <a:solidFill>
                  <a:srgbClr val="FFFFFF"/>
                </a:solidFill>
              </a:rPr>
              <a:pPr/>
              <a:t>‹#›</a:t>
            </a:fld>
            <a:endParaRPr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18989850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2 columns" type="twoColTx">
  <p:cSld name="Title + 2 columns">
    <p:bg>
      <p:bgPr>
        <a:gradFill>
          <a:gsLst>
            <a:gs pos="0">
              <a:schemeClr val="accent1"/>
            </a:gs>
            <a:gs pos="50000">
              <a:schemeClr val="dk2"/>
            </a:gs>
            <a:gs pos="100000">
              <a:schemeClr val="dk2"/>
            </a:gs>
          </a:gsLst>
          <a:path path="circle">
            <a:fillToRect l="100000" b="100000"/>
          </a:path>
          <a:tileRect t="-100000" r="-100000"/>
        </a:gradFill>
        <a:effectLst/>
      </p:bgPr>
    </p:bg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4" name="Google Shape;64;p7"/>
          <p:cNvGrpSpPr/>
          <p:nvPr/>
        </p:nvGrpSpPr>
        <p:grpSpPr>
          <a:xfrm>
            <a:off x="-7" y="-13"/>
            <a:ext cx="12193773" cy="6857017"/>
            <a:chOff x="-5" y="-10"/>
            <a:chExt cx="9145330" cy="5142763"/>
          </a:xfrm>
        </p:grpSpPr>
        <p:sp>
          <p:nvSpPr>
            <p:cNvPr id="65" name="Google Shape;65;p7"/>
            <p:cNvSpPr/>
            <p:nvPr/>
          </p:nvSpPr>
          <p:spPr>
            <a:xfrm>
              <a:off x="436" y="-10"/>
              <a:ext cx="9144886" cy="5142760"/>
            </a:xfrm>
            <a:custGeom>
              <a:avLst/>
              <a:gdLst/>
              <a:ahLst/>
              <a:cxnLst/>
              <a:rect l="l" t="t" r="r" b="b"/>
              <a:pathLst>
                <a:path w="4064394" h="2285671" extrusionOk="0">
                  <a:moveTo>
                    <a:pt x="3915359" y="1249483"/>
                  </a:moveTo>
                  <a:cubicBezTo>
                    <a:pt x="3758905" y="1375673"/>
                    <a:pt x="3604486" y="1367725"/>
                    <a:pt x="3572381" y="1142869"/>
                  </a:cubicBezTo>
                  <a:cubicBezTo>
                    <a:pt x="3564371" y="1057472"/>
                    <a:pt x="3585512" y="972535"/>
                    <a:pt x="3594835" y="887270"/>
                  </a:cubicBezTo>
                  <a:cubicBezTo>
                    <a:pt x="3604157" y="802005"/>
                    <a:pt x="3597723" y="707609"/>
                    <a:pt x="3544938" y="644219"/>
                  </a:cubicBezTo>
                  <a:cubicBezTo>
                    <a:pt x="3492151" y="580828"/>
                    <a:pt x="3402533" y="563289"/>
                    <a:pt x="3347252" y="501147"/>
                  </a:cubicBezTo>
                  <a:cubicBezTo>
                    <a:pt x="3215944" y="341980"/>
                    <a:pt x="3347252" y="113972"/>
                    <a:pt x="3484470" y="0"/>
                  </a:cubicBezTo>
                  <a:lnTo>
                    <a:pt x="0" y="0"/>
                  </a:lnTo>
                  <a:lnTo>
                    <a:pt x="0" y="2285672"/>
                  </a:lnTo>
                  <a:lnTo>
                    <a:pt x="4064394" y="2285672"/>
                  </a:lnTo>
                  <a:lnTo>
                    <a:pt x="4064394" y="1205077"/>
                  </a:lnTo>
                  <a:cubicBezTo>
                    <a:pt x="4016007" y="1198508"/>
                    <a:pt x="3959741" y="1220908"/>
                    <a:pt x="3915359" y="124948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" name="Google Shape;66;p7"/>
            <p:cNvSpPr/>
            <p:nvPr/>
          </p:nvSpPr>
          <p:spPr>
            <a:xfrm>
              <a:off x="436" y="731"/>
              <a:ext cx="9144886" cy="5142022"/>
            </a:xfrm>
            <a:custGeom>
              <a:avLst/>
              <a:gdLst/>
              <a:ahLst/>
              <a:cxnLst/>
              <a:rect l="l" t="t" r="r" b="b"/>
              <a:pathLst>
                <a:path w="4064394" h="2285343" extrusionOk="0">
                  <a:moveTo>
                    <a:pt x="3921596" y="1306896"/>
                  </a:moveTo>
                  <a:cubicBezTo>
                    <a:pt x="3827382" y="1355046"/>
                    <a:pt x="3758839" y="1489579"/>
                    <a:pt x="3641252" y="1479923"/>
                  </a:cubicBezTo>
                  <a:cubicBezTo>
                    <a:pt x="3438840" y="1433940"/>
                    <a:pt x="3511651" y="1152459"/>
                    <a:pt x="3489000" y="998483"/>
                  </a:cubicBezTo>
                  <a:cubicBezTo>
                    <a:pt x="3445274" y="740060"/>
                    <a:pt x="3136174" y="567099"/>
                    <a:pt x="3190076" y="285685"/>
                  </a:cubicBezTo>
                  <a:cubicBezTo>
                    <a:pt x="3210823" y="187938"/>
                    <a:pt x="3283305" y="103593"/>
                    <a:pt x="3278381" y="0"/>
                  </a:cubicBezTo>
                  <a:lnTo>
                    <a:pt x="0" y="0"/>
                  </a:lnTo>
                  <a:lnTo>
                    <a:pt x="0" y="2285343"/>
                  </a:lnTo>
                  <a:lnTo>
                    <a:pt x="4064394" y="2285343"/>
                  </a:lnTo>
                  <a:lnTo>
                    <a:pt x="4064394" y="1314779"/>
                  </a:lnTo>
                  <a:cubicBezTo>
                    <a:pt x="4026971" y="1280751"/>
                    <a:pt x="3967291" y="1283576"/>
                    <a:pt x="3921596" y="1306896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" name="Google Shape;67;p7"/>
            <p:cNvSpPr/>
            <p:nvPr/>
          </p:nvSpPr>
          <p:spPr>
            <a:xfrm>
              <a:off x="-5" y="731"/>
              <a:ext cx="9145330" cy="5142022"/>
            </a:xfrm>
            <a:custGeom>
              <a:avLst/>
              <a:gdLst/>
              <a:ahLst/>
              <a:cxnLst/>
              <a:rect l="l" t="t" r="r" b="b"/>
              <a:pathLst>
                <a:path w="4064591" h="2285343" extrusionOk="0">
                  <a:moveTo>
                    <a:pt x="3770329" y="1529387"/>
                  </a:moveTo>
                  <a:cubicBezTo>
                    <a:pt x="3385594" y="1586602"/>
                    <a:pt x="3413301" y="1366017"/>
                    <a:pt x="3417043" y="1072384"/>
                  </a:cubicBezTo>
                  <a:cubicBezTo>
                    <a:pt x="3360449" y="715689"/>
                    <a:pt x="2974270" y="507453"/>
                    <a:pt x="3214762" y="117322"/>
                  </a:cubicBezTo>
                  <a:cubicBezTo>
                    <a:pt x="3227893" y="80141"/>
                    <a:pt x="3233605" y="36983"/>
                    <a:pt x="3223625" y="0"/>
                  </a:cubicBezTo>
                  <a:lnTo>
                    <a:pt x="0" y="0"/>
                  </a:lnTo>
                  <a:lnTo>
                    <a:pt x="0" y="2285343"/>
                  </a:lnTo>
                  <a:lnTo>
                    <a:pt x="4064591" y="2285343"/>
                  </a:lnTo>
                  <a:lnTo>
                    <a:pt x="4064591" y="1598886"/>
                  </a:lnTo>
                  <a:cubicBezTo>
                    <a:pt x="3998346" y="1512308"/>
                    <a:pt x="3874916" y="1516052"/>
                    <a:pt x="3770329" y="1529387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" name="Google Shape;68;p7"/>
            <p:cNvSpPr/>
            <p:nvPr/>
          </p:nvSpPr>
          <p:spPr>
            <a:xfrm>
              <a:off x="436" y="583"/>
              <a:ext cx="9144886" cy="5142168"/>
            </a:xfrm>
            <a:custGeom>
              <a:avLst/>
              <a:gdLst/>
              <a:ahLst/>
              <a:cxnLst/>
              <a:rect l="l" t="t" r="r" b="b"/>
              <a:pathLst>
                <a:path w="4064394" h="2285408" extrusionOk="0">
                  <a:moveTo>
                    <a:pt x="3518216" y="1610776"/>
                  </a:moveTo>
                  <a:cubicBezTo>
                    <a:pt x="3308123" y="1694859"/>
                    <a:pt x="3276477" y="1573793"/>
                    <a:pt x="3327359" y="1394788"/>
                  </a:cubicBezTo>
                  <a:cubicBezTo>
                    <a:pt x="3353621" y="1255855"/>
                    <a:pt x="3313637" y="1105097"/>
                    <a:pt x="3223691" y="1003935"/>
                  </a:cubicBezTo>
                  <a:cubicBezTo>
                    <a:pt x="3022920" y="804107"/>
                    <a:pt x="3083059" y="820727"/>
                    <a:pt x="3141820" y="584638"/>
                  </a:cubicBezTo>
                  <a:cubicBezTo>
                    <a:pt x="3145891" y="476184"/>
                    <a:pt x="3038415" y="408787"/>
                    <a:pt x="2988780" y="315310"/>
                  </a:cubicBezTo>
                  <a:cubicBezTo>
                    <a:pt x="2935534" y="216184"/>
                    <a:pt x="2953524" y="78302"/>
                    <a:pt x="3036904" y="0"/>
                  </a:cubicBezTo>
                  <a:lnTo>
                    <a:pt x="0" y="0"/>
                  </a:lnTo>
                  <a:lnTo>
                    <a:pt x="0" y="2285409"/>
                  </a:lnTo>
                  <a:lnTo>
                    <a:pt x="4064394" y="2285409"/>
                  </a:lnTo>
                  <a:lnTo>
                    <a:pt x="4064394" y="1775263"/>
                  </a:lnTo>
                  <a:cubicBezTo>
                    <a:pt x="3874128" y="1764358"/>
                    <a:pt x="3706841" y="1566435"/>
                    <a:pt x="3518216" y="1610776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" name="Google Shape;69;p7"/>
            <p:cNvSpPr/>
            <p:nvPr/>
          </p:nvSpPr>
          <p:spPr>
            <a:xfrm>
              <a:off x="731" y="731"/>
              <a:ext cx="9144589" cy="5142022"/>
            </a:xfrm>
            <a:custGeom>
              <a:avLst/>
              <a:gdLst/>
              <a:ahLst/>
              <a:cxnLst/>
              <a:rect l="l" t="t" r="r" b="b"/>
              <a:pathLst>
                <a:path w="4064262" h="2285343" extrusionOk="0">
                  <a:moveTo>
                    <a:pt x="3911354" y="1813823"/>
                  </a:moveTo>
                  <a:cubicBezTo>
                    <a:pt x="3733431" y="1756279"/>
                    <a:pt x="3525766" y="1820392"/>
                    <a:pt x="3358808" y="1722711"/>
                  </a:cubicBezTo>
                  <a:cubicBezTo>
                    <a:pt x="3177667" y="1604864"/>
                    <a:pt x="3210363" y="1445238"/>
                    <a:pt x="3338586" y="1300852"/>
                  </a:cubicBezTo>
                  <a:cubicBezTo>
                    <a:pt x="3453941" y="1143197"/>
                    <a:pt x="3377978" y="1019175"/>
                    <a:pt x="3192965" y="1000454"/>
                  </a:cubicBezTo>
                  <a:cubicBezTo>
                    <a:pt x="2865678" y="937129"/>
                    <a:pt x="3055091" y="791166"/>
                    <a:pt x="3032571" y="594426"/>
                  </a:cubicBezTo>
                  <a:cubicBezTo>
                    <a:pt x="3008870" y="510278"/>
                    <a:pt x="2913277" y="477761"/>
                    <a:pt x="2846901" y="423304"/>
                  </a:cubicBezTo>
                  <a:cubicBezTo>
                    <a:pt x="2723602" y="324770"/>
                    <a:pt x="2700886" y="123037"/>
                    <a:pt x="2803438" y="0"/>
                  </a:cubicBezTo>
                  <a:lnTo>
                    <a:pt x="0" y="0"/>
                  </a:lnTo>
                  <a:lnTo>
                    <a:pt x="0" y="2285343"/>
                  </a:lnTo>
                  <a:lnTo>
                    <a:pt x="4064263" y="2285343"/>
                  </a:lnTo>
                  <a:lnTo>
                    <a:pt x="4064263" y="1916167"/>
                  </a:lnTo>
                  <a:cubicBezTo>
                    <a:pt x="4026118" y="1868214"/>
                    <a:pt x="3969852" y="1832741"/>
                    <a:pt x="3911354" y="1813823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" name="Google Shape;70;p7"/>
            <p:cNvSpPr/>
            <p:nvPr/>
          </p:nvSpPr>
          <p:spPr>
            <a:xfrm>
              <a:off x="436" y="731"/>
              <a:ext cx="9144886" cy="5142022"/>
            </a:xfrm>
            <a:custGeom>
              <a:avLst/>
              <a:gdLst/>
              <a:ahLst/>
              <a:cxnLst/>
              <a:rect l="l" t="t" r="r" b="b"/>
              <a:pathLst>
                <a:path w="4064394" h="2285343" extrusionOk="0">
                  <a:moveTo>
                    <a:pt x="3763435" y="1980675"/>
                  </a:moveTo>
                  <a:cubicBezTo>
                    <a:pt x="3694695" y="2003469"/>
                    <a:pt x="3636788" y="2052539"/>
                    <a:pt x="3567588" y="2074020"/>
                  </a:cubicBezTo>
                  <a:cubicBezTo>
                    <a:pt x="3429714" y="2116718"/>
                    <a:pt x="3273391" y="2032701"/>
                    <a:pt x="3205242" y="1905263"/>
                  </a:cubicBezTo>
                  <a:cubicBezTo>
                    <a:pt x="3082469" y="1678240"/>
                    <a:pt x="3215156" y="1486623"/>
                    <a:pt x="3268861" y="1269453"/>
                  </a:cubicBezTo>
                  <a:cubicBezTo>
                    <a:pt x="3268007" y="941004"/>
                    <a:pt x="3006244" y="1151737"/>
                    <a:pt x="2907172" y="1045583"/>
                  </a:cubicBezTo>
                  <a:cubicBezTo>
                    <a:pt x="2870405" y="1001833"/>
                    <a:pt x="2887935" y="934239"/>
                    <a:pt x="2918530" y="886022"/>
                  </a:cubicBezTo>
                  <a:cubicBezTo>
                    <a:pt x="3044717" y="741505"/>
                    <a:pt x="3036708" y="613476"/>
                    <a:pt x="2871981" y="500030"/>
                  </a:cubicBezTo>
                  <a:cubicBezTo>
                    <a:pt x="2666286" y="390788"/>
                    <a:pt x="2485474" y="247716"/>
                    <a:pt x="2627944" y="0"/>
                  </a:cubicBezTo>
                  <a:lnTo>
                    <a:pt x="0" y="0"/>
                  </a:lnTo>
                  <a:lnTo>
                    <a:pt x="0" y="2285343"/>
                  </a:lnTo>
                  <a:lnTo>
                    <a:pt x="4064394" y="2285343"/>
                  </a:lnTo>
                  <a:lnTo>
                    <a:pt x="4064394" y="2074020"/>
                  </a:lnTo>
                  <a:cubicBezTo>
                    <a:pt x="3992306" y="1989674"/>
                    <a:pt x="3869992" y="1945268"/>
                    <a:pt x="3763435" y="198067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1" name="Google Shape;71;p7"/>
          <p:cNvSpPr txBox="1">
            <a:spLocks noGrp="1"/>
          </p:cNvSpPr>
          <p:nvPr>
            <p:ph type="title"/>
          </p:nvPr>
        </p:nvSpPr>
        <p:spPr>
          <a:xfrm>
            <a:off x="609600" y="792567"/>
            <a:ext cx="6953600" cy="9552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7"/>
          <p:cNvSpPr txBox="1">
            <a:spLocks noGrp="1"/>
          </p:cNvSpPr>
          <p:nvPr>
            <p:ph type="body" idx="1"/>
          </p:nvPr>
        </p:nvSpPr>
        <p:spPr>
          <a:xfrm>
            <a:off x="609600" y="2123467"/>
            <a:ext cx="3554800" cy="3921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474121" rtl="0">
              <a:spcBef>
                <a:spcPts val="800"/>
              </a:spcBef>
              <a:spcAft>
                <a:spcPts val="0"/>
              </a:spcAft>
              <a:buSzPts val="2000"/>
              <a:buChar char="●"/>
              <a:defRPr sz="2667"/>
            </a:lvl1pPr>
            <a:lvl2pPr marL="1219170" lvl="1" indent="-474121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667"/>
            </a:lvl2pPr>
            <a:lvl3pPr marL="1828754" lvl="2" indent="-474121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667"/>
            </a:lvl3pPr>
            <a:lvl4pPr marL="2438339" lvl="3" indent="-474121" rtl="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667"/>
            </a:lvl4pPr>
            <a:lvl5pPr marL="3047924" lvl="4" indent="-474121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667"/>
            </a:lvl5pPr>
            <a:lvl6pPr marL="3657509" lvl="5" indent="-474121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667"/>
            </a:lvl6pPr>
            <a:lvl7pPr marL="4267093" lvl="6" indent="-474121" rtl="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667"/>
            </a:lvl7pPr>
            <a:lvl8pPr marL="4876678" lvl="7" indent="-474121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667"/>
            </a:lvl8pPr>
            <a:lvl9pPr marL="5486263" lvl="8" indent="-474121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667"/>
            </a:lvl9pPr>
          </a:lstStyle>
          <a:p>
            <a:endParaRPr/>
          </a:p>
        </p:txBody>
      </p:sp>
      <p:sp>
        <p:nvSpPr>
          <p:cNvPr id="73" name="Google Shape;73;p7"/>
          <p:cNvSpPr txBox="1">
            <a:spLocks noGrp="1"/>
          </p:cNvSpPr>
          <p:nvPr>
            <p:ph type="body" idx="2"/>
          </p:nvPr>
        </p:nvSpPr>
        <p:spPr>
          <a:xfrm>
            <a:off x="4533605" y="2123467"/>
            <a:ext cx="3554800" cy="3921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474121" rtl="0">
              <a:spcBef>
                <a:spcPts val="800"/>
              </a:spcBef>
              <a:spcAft>
                <a:spcPts val="0"/>
              </a:spcAft>
              <a:buSzPts val="2000"/>
              <a:buChar char="●"/>
              <a:defRPr sz="2667"/>
            </a:lvl1pPr>
            <a:lvl2pPr marL="1219170" lvl="1" indent="-474121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667"/>
            </a:lvl2pPr>
            <a:lvl3pPr marL="1828754" lvl="2" indent="-474121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667"/>
            </a:lvl3pPr>
            <a:lvl4pPr marL="2438339" lvl="3" indent="-474121" rtl="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667"/>
            </a:lvl4pPr>
            <a:lvl5pPr marL="3047924" lvl="4" indent="-474121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667"/>
            </a:lvl5pPr>
            <a:lvl6pPr marL="3657509" lvl="5" indent="-474121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667"/>
            </a:lvl6pPr>
            <a:lvl7pPr marL="4267093" lvl="6" indent="-474121" rtl="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667"/>
            </a:lvl7pPr>
            <a:lvl8pPr marL="4876678" lvl="7" indent="-474121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667"/>
            </a:lvl8pPr>
            <a:lvl9pPr marL="5486263" lvl="8" indent="-474121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667"/>
            </a:lvl9pPr>
          </a:lstStyle>
          <a:p>
            <a:endParaRPr/>
          </a:p>
        </p:txBody>
      </p:sp>
      <p:sp>
        <p:nvSpPr>
          <p:cNvPr id="74" name="Google Shape;74;p7"/>
          <p:cNvSpPr txBox="1">
            <a:spLocks noGrp="1"/>
          </p:cNvSpPr>
          <p:nvPr>
            <p:ph type="sldNum" idx="12"/>
          </p:nvPr>
        </p:nvSpPr>
        <p:spPr>
          <a:xfrm>
            <a:off x="11307445" y="6333135"/>
            <a:ext cx="731600" cy="524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n">
                <a:solidFill>
                  <a:srgbClr val="CE0063"/>
                </a:solidFill>
              </a:rPr>
              <a:pPr/>
              <a:t>‹#›</a:t>
            </a:fld>
            <a:endParaRPr>
              <a:solidFill>
                <a:srgbClr val="CE006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29875344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3 columns">
  <p:cSld name="Title + 3 columns">
    <p:bg>
      <p:bgPr>
        <a:gradFill>
          <a:gsLst>
            <a:gs pos="0">
              <a:schemeClr val="accent1"/>
            </a:gs>
            <a:gs pos="50000">
              <a:schemeClr val="dk2"/>
            </a:gs>
            <a:gs pos="100000">
              <a:schemeClr val="dk2"/>
            </a:gs>
          </a:gsLst>
          <a:path path="circle">
            <a:fillToRect l="100000" b="100000"/>
          </a:path>
          <a:tileRect t="-100000" r="-100000"/>
        </a:gradFill>
        <a:effectLst/>
      </p:bgPr>
    </p:bg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6" name="Google Shape;76;p8"/>
          <p:cNvGrpSpPr/>
          <p:nvPr/>
        </p:nvGrpSpPr>
        <p:grpSpPr>
          <a:xfrm>
            <a:off x="-7" y="-13"/>
            <a:ext cx="12193773" cy="6857017"/>
            <a:chOff x="-5" y="-10"/>
            <a:chExt cx="9145330" cy="5142763"/>
          </a:xfrm>
        </p:grpSpPr>
        <p:sp>
          <p:nvSpPr>
            <p:cNvPr id="77" name="Google Shape;77;p8"/>
            <p:cNvSpPr/>
            <p:nvPr/>
          </p:nvSpPr>
          <p:spPr>
            <a:xfrm>
              <a:off x="436" y="-10"/>
              <a:ext cx="9144886" cy="5142760"/>
            </a:xfrm>
            <a:custGeom>
              <a:avLst/>
              <a:gdLst/>
              <a:ahLst/>
              <a:cxnLst/>
              <a:rect l="l" t="t" r="r" b="b"/>
              <a:pathLst>
                <a:path w="4064394" h="2285671" extrusionOk="0">
                  <a:moveTo>
                    <a:pt x="3915359" y="1249483"/>
                  </a:moveTo>
                  <a:cubicBezTo>
                    <a:pt x="3758905" y="1375673"/>
                    <a:pt x="3604486" y="1367725"/>
                    <a:pt x="3572381" y="1142869"/>
                  </a:cubicBezTo>
                  <a:cubicBezTo>
                    <a:pt x="3564371" y="1057472"/>
                    <a:pt x="3585512" y="972535"/>
                    <a:pt x="3594835" y="887270"/>
                  </a:cubicBezTo>
                  <a:cubicBezTo>
                    <a:pt x="3604157" y="802005"/>
                    <a:pt x="3597723" y="707609"/>
                    <a:pt x="3544938" y="644219"/>
                  </a:cubicBezTo>
                  <a:cubicBezTo>
                    <a:pt x="3492151" y="580828"/>
                    <a:pt x="3402533" y="563289"/>
                    <a:pt x="3347252" y="501147"/>
                  </a:cubicBezTo>
                  <a:cubicBezTo>
                    <a:pt x="3215944" y="341980"/>
                    <a:pt x="3347252" y="113972"/>
                    <a:pt x="3484470" y="0"/>
                  </a:cubicBezTo>
                  <a:lnTo>
                    <a:pt x="0" y="0"/>
                  </a:lnTo>
                  <a:lnTo>
                    <a:pt x="0" y="2285672"/>
                  </a:lnTo>
                  <a:lnTo>
                    <a:pt x="4064394" y="2285672"/>
                  </a:lnTo>
                  <a:lnTo>
                    <a:pt x="4064394" y="1205077"/>
                  </a:lnTo>
                  <a:cubicBezTo>
                    <a:pt x="4016007" y="1198508"/>
                    <a:pt x="3959741" y="1220908"/>
                    <a:pt x="3915359" y="124948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" name="Google Shape;78;p8"/>
            <p:cNvSpPr/>
            <p:nvPr/>
          </p:nvSpPr>
          <p:spPr>
            <a:xfrm>
              <a:off x="436" y="731"/>
              <a:ext cx="9144886" cy="5142022"/>
            </a:xfrm>
            <a:custGeom>
              <a:avLst/>
              <a:gdLst/>
              <a:ahLst/>
              <a:cxnLst/>
              <a:rect l="l" t="t" r="r" b="b"/>
              <a:pathLst>
                <a:path w="4064394" h="2285343" extrusionOk="0">
                  <a:moveTo>
                    <a:pt x="3921596" y="1306896"/>
                  </a:moveTo>
                  <a:cubicBezTo>
                    <a:pt x="3827382" y="1355046"/>
                    <a:pt x="3758839" y="1489579"/>
                    <a:pt x="3641252" y="1479923"/>
                  </a:cubicBezTo>
                  <a:cubicBezTo>
                    <a:pt x="3438840" y="1433940"/>
                    <a:pt x="3511651" y="1152459"/>
                    <a:pt x="3489000" y="998483"/>
                  </a:cubicBezTo>
                  <a:cubicBezTo>
                    <a:pt x="3445274" y="740060"/>
                    <a:pt x="3136174" y="567099"/>
                    <a:pt x="3190076" y="285685"/>
                  </a:cubicBezTo>
                  <a:cubicBezTo>
                    <a:pt x="3210823" y="187938"/>
                    <a:pt x="3283305" y="103593"/>
                    <a:pt x="3278381" y="0"/>
                  </a:cubicBezTo>
                  <a:lnTo>
                    <a:pt x="0" y="0"/>
                  </a:lnTo>
                  <a:lnTo>
                    <a:pt x="0" y="2285343"/>
                  </a:lnTo>
                  <a:lnTo>
                    <a:pt x="4064394" y="2285343"/>
                  </a:lnTo>
                  <a:lnTo>
                    <a:pt x="4064394" y="1314779"/>
                  </a:lnTo>
                  <a:cubicBezTo>
                    <a:pt x="4026971" y="1280751"/>
                    <a:pt x="3967291" y="1283576"/>
                    <a:pt x="3921596" y="1306896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" name="Google Shape;79;p8"/>
            <p:cNvSpPr/>
            <p:nvPr/>
          </p:nvSpPr>
          <p:spPr>
            <a:xfrm>
              <a:off x="-5" y="731"/>
              <a:ext cx="9145330" cy="5142022"/>
            </a:xfrm>
            <a:custGeom>
              <a:avLst/>
              <a:gdLst/>
              <a:ahLst/>
              <a:cxnLst/>
              <a:rect l="l" t="t" r="r" b="b"/>
              <a:pathLst>
                <a:path w="4064591" h="2285343" extrusionOk="0">
                  <a:moveTo>
                    <a:pt x="3770329" y="1529387"/>
                  </a:moveTo>
                  <a:cubicBezTo>
                    <a:pt x="3385594" y="1586602"/>
                    <a:pt x="3413301" y="1366017"/>
                    <a:pt x="3417043" y="1072384"/>
                  </a:cubicBezTo>
                  <a:cubicBezTo>
                    <a:pt x="3360449" y="715689"/>
                    <a:pt x="2974270" y="507453"/>
                    <a:pt x="3214762" y="117322"/>
                  </a:cubicBezTo>
                  <a:cubicBezTo>
                    <a:pt x="3227893" y="80141"/>
                    <a:pt x="3233605" y="36983"/>
                    <a:pt x="3223625" y="0"/>
                  </a:cubicBezTo>
                  <a:lnTo>
                    <a:pt x="0" y="0"/>
                  </a:lnTo>
                  <a:lnTo>
                    <a:pt x="0" y="2285343"/>
                  </a:lnTo>
                  <a:lnTo>
                    <a:pt x="4064591" y="2285343"/>
                  </a:lnTo>
                  <a:lnTo>
                    <a:pt x="4064591" y="1598886"/>
                  </a:lnTo>
                  <a:cubicBezTo>
                    <a:pt x="3998346" y="1512308"/>
                    <a:pt x="3874916" y="1516052"/>
                    <a:pt x="3770329" y="1529387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" name="Google Shape;80;p8"/>
            <p:cNvSpPr/>
            <p:nvPr/>
          </p:nvSpPr>
          <p:spPr>
            <a:xfrm>
              <a:off x="436" y="583"/>
              <a:ext cx="9144886" cy="5142168"/>
            </a:xfrm>
            <a:custGeom>
              <a:avLst/>
              <a:gdLst/>
              <a:ahLst/>
              <a:cxnLst/>
              <a:rect l="l" t="t" r="r" b="b"/>
              <a:pathLst>
                <a:path w="4064394" h="2285408" extrusionOk="0">
                  <a:moveTo>
                    <a:pt x="3518216" y="1610776"/>
                  </a:moveTo>
                  <a:cubicBezTo>
                    <a:pt x="3308123" y="1694859"/>
                    <a:pt x="3276477" y="1573793"/>
                    <a:pt x="3327359" y="1394788"/>
                  </a:cubicBezTo>
                  <a:cubicBezTo>
                    <a:pt x="3353621" y="1255855"/>
                    <a:pt x="3313637" y="1105097"/>
                    <a:pt x="3223691" y="1003935"/>
                  </a:cubicBezTo>
                  <a:cubicBezTo>
                    <a:pt x="3022920" y="804107"/>
                    <a:pt x="3083059" y="820727"/>
                    <a:pt x="3141820" y="584638"/>
                  </a:cubicBezTo>
                  <a:cubicBezTo>
                    <a:pt x="3145891" y="476184"/>
                    <a:pt x="3038415" y="408787"/>
                    <a:pt x="2988780" y="315310"/>
                  </a:cubicBezTo>
                  <a:cubicBezTo>
                    <a:pt x="2935534" y="216184"/>
                    <a:pt x="2953524" y="78302"/>
                    <a:pt x="3036904" y="0"/>
                  </a:cubicBezTo>
                  <a:lnTo>
                    <a:pt x="0" y="0"/>
                  </a:lnTo>
                  <a:lnTo>
                    <a:pt x="0" y="2285409"/>
                  </a:lnTo>
                  <a:lnTo>
                    <a:pt x="4064394" y="2285409"/>
                  </a:lnTo>
                  <a:lnTo>
                    <a:pt x="4064394" y="1775263"/>
                  </a:lnTo>
                  <a:cubicBezTo>
                    <a:pt x="3874128" y="1764358"/>
                    <a:pt x="3706841" y="1566435"/>
                    <a:pt x="3518216" y="1610776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" name="Google Shape;81;p8"/>
            <p:cNvSpPr/>
            <p:nvPr/>
          </p:nvSpPr>
          <p:spPr>
            <a:xfrm>
              <a:off x="731" y="731"/>
              <a:ext cx="9144589" cy="5142022"/>
            </a:xfrm>
            <a:custGeom>
              <a:avLst/>
              <a:gdLst/>
              <a:ahLst/>
              <a:cxnLst/>
              <a:rect l="l" t="t" r="r" b="b"/>
              <a:pathLst>
                <a:path w="4064262" h="2285343" extrusionOk="0">
                  <a:moveTo>
                    <a:pt x="3911354" y="1813823"/>
                  </a:moveTo>
                  <a:cubicBezTo>
                    <a:pt x="3733431" y="1756279"/>
                    <a:pt x="3525766" y="1820392"/>
                    <a:pt x="3358808" y="1722711"/>
                  </a:cubicBezTo>
                  <a:cubicBezTo>
                    <a:pt x="3177667" y="1604864"/>
                    <a:pt x="3210363" y="1445238"/>
                    <a:pt x="3338586" y="1300852"/>
                  </a:cubicBezTo>
                  <a:cubicBezTo>
                    <a:pt x="3453941" y="1143197"/>
                    <a:pt x="3377978" y="1019175"/>
                    <a:pt x="3192965" y="1000454"/>
                  </a:cubicBezTo>
                  <a:cubicBezTo>
                    <a:pt x="2865678" y="937129"/>
                    <a:pt x="3055091" y="791166"/>
                    <a:pt x="3032571" y="594426"/>
                  </a:cubicBezTo>
                  <a:cubicBezTo>
                    <a:pt x="3008870" y="510278"/>
                    <a:pt x="2913277" y="477761"/>
                    <a:pt x="2846901" y="423304"/>
                  </a:cubicBezTo>
                  <a:cubicBezTo>
                    <a:pt x="2723602" y="324770"/>
                    <a:pt x="2700886" y="123037"/>
                    <a:pt x="2803438" y="0"/>
                  </a:cubicBezTo>
                  <a:lnTo>
                    <a:pt x="0" y="0"/>
                  </a:lnTo>
                  <a:lnTo>
                    <a:pt x="0" y="2285343"/>
                  </a:lnTo>
                  <a:lnTo>
                    <a:pt x="4064263" y="2285343"/>
                  </a:lnTo>
                  <a:lnTo>
                    <a:pt x="4064263" y="1916167"/>
                  </a:lnTo>
                  <a:cubicBezTo>
                    <a:pt x="4026118" y="1868214"/>
                    <a:pt x="3969852" y="1832741"/>
                    <a:pt x="3911354" y="1813823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" name="Google Shape;82;p8"/>
            <p:cNvSpPr/>
            <p:nvPr/>
          </p:nvSpPr>
          <p:spPr>
            <a:xfrm>
              <a:off x="436" y="731"/>
              <a:ext cx="9144886" cy="5142022"/>
            </a:xfrm>
            <a:custGeom>
              <a:avLst/>
              <a:gdLst/>
              <a:ahLst/>
              <a:cxnLst/>
              <a:rect l="l" t="t" r="r" b="b"/>
              <a:pathLst>
                <a:path w="4064394" h="2285343" extrusionOk="0">
                  <a:moveTo>
                    <a:pt x="3763435" y="1980675"/>
                  </a:moveTo>
                  <a:cubicBezTo>
                    <a:pt x="3694695" y="2003469"/>
                    <a:pt x="3636788" y="2052539"/>
                    <a:pt x="3567588" y="2074020"/>
                  </a:cubicBezTo>
                  <a:cubicBezTo>
                    <a:pt x="3429714" y="2116718"/>
                    <a:pt x="3273391" y="2032701"/>
                    <a:pt x="3205242" y="1905263"/>
                  </a:cubicBezTo>
                  <a:cubicBezTo>
                    <a:pt x="3082469" y="1678240"/>
                    <a:pt x="3215156" y="1486623"/>
                    <a:pt x="3268861" y="1269453"/>
                  </a:cubicBezTo>
                  <a:cubicBezTo>
                    <a:pt x="3268007" y="941004"/>
                    <a:pt x="3006244" y="1151737"/>
                    <a:pt x="2907172" y="1045583"/>
                  </a:cubicBezTo>
                  <a:cubicBezTo>
                    <a:pt x="2870405" y="1001833"/>
                    <a:pt x="2887935" y="934239"/>
                    <a:pt x="2918530" y="886022"/>
                  </a:cubicBezTo>
                  <a:cubicBezTo>
                    <a:pt x="3044717" y="741505"/>
                    <a:pt x="3036708" y="613476"/>
                    <a:pt x="2871981" y="500030"/>
                  </a:cubicBezTo>
                  <a:cubicBezTo>
                    <a:pt x="2666286" y="390788"/>
                    <a:pt x="2485474" y="247716"/>
                    <a:pt x="2627944" y="0"/>
                  </a:cubicBezTo>
                  <a:lnTo>
                    <a:pt x="0" y="0"/>
                  </a:lnTo>
                  <a:lnTo>
                    <a:pt x="0" y="2285343"/>
                  </a:lnTo>
                  <a:lnTo>
                    <a:pt x="4064394" y="2285343"/>
                  </a:lnTo>
                  <a:lnTo>
                    <a:pt x="4064394" y="2074020"/>
                  </a:lnTo>
                  <a:cubicBezTo>
                    <a:pt x="3992306" y="1989674"/>
                    <a:pt x="3869992" y="1945268"/>
                    <a:pt x="3763435" y="198067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3" name="Google Shape;83;p8"/>
          <p:cNvSpPr txBox="1">
            <a:spLocks noGrp="1"/>
          </p:cNvSpPr>
          <p:nvPr>
            <p:ph type="title"/>
          </p:nvPr>
        </p:nvSpPr>
        <p:spPr>
          <a:xfrm>
            <a:off x="609600" y="792567"/>
            <a:ext cx="6953600" cy="9552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"/>
          <p:cNvSpPr txBox="1">
            <a:spLocks noGrp="1"/>
          </p:cNvSpPr>
          <p:nvPr>
            <p:ph type="body" idx="1"/>
          </p:nvPr>
        </p:nvSpPr>
        <p:spPr>
          <a:xfrm>
            <a:off x="609600" y="2123467"/>
            <a:ext cx="2410400" cy="3921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440256" rtl="0">
              <a:spcBef>
                <a:spcPts val="800"/>
              </a:spcBef>
              <a:spcAft>
                <a:spcPts val="0"/>
              </a:spcAft>
              <a:buSzPts val="1600"/>
              <a:buChar char="●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2133"/>
            </a:lvl2pPr>
            <a:lvl3pPr marL="1828754" lvl="2" indent="-440256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2133"/>
            </a:lvl3pPr>
            <a:lvl4pPr marL="2438339" lvl="3" indent="-440256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2133"/>
            </a:lvl4pPr>
            <a:lvl5pPr marL="3047924" lvl="4" indent="-440256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2133"/>
            </a:lvl5pPr>
            <a:lvl6pPr marL="3657509" lvl="5" indent="-440256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2133"/>
            </a:lvl6pPr>
            <a:lvl7pPr marL="4267093" lvl="6" indent="-440256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2133"/>
            </a:lvl7pPr>
            <a:lvl8pPr marL="4876678" lvl="7" indent="-440256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2133"/>
            </a:lvl8pPr>
            <a:lvl9pPr marL="5486263" lvl="8" indent="-440256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2133"/>
            </a:lvl9pPr>
          </a:lstStyle>
          <a:p>
            <a:endParaRPr/>
          </a:p>
        </p:txBody>
      </p:sp>
      <p:sp>
        <p:nvSpPr>
          <p:cNvPr id="85" name="Google Shape;85;p8"/>
          <p:cNvSpPr txBox="1">
            <a:spLocks noGrp="1"/>
          </p:cNvSpPr>
          <p:nvPr>
            <p:ph type="body" idx="2"/>
          </p:nvPr>
        </p:nvSpPr>
        <p:spPr>
          <a:xfrm>
            <a:off x="3296108" y="2123467"/>
            <a:ext cx="2410400" cy="3921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440256" rtl="0">
              <a:spcBef>
                <a:spcPts val="800"/>
              </a:spcBef>
              <a:spcAft>
                <a:spcPts val="0"/>
              </a:spcAft>
              <a:buSzPts val="1600"/>
              <a:buChar char="●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2133"/>
            </a:lvl2pPr>
            <a:lvl3pPr marL="1828754" lvl="2" indent="-440256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2133"/>
            </a:lvl3pPr>
            <a:lvl4pPr marL="2438339" lvl="3" indent="-440256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2133"/>
            </a:lvl4pPr>
            <a:lvl5pPr marL="3047924" lvl="4" indent="-440256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2133"/>
            </a:lvl5pPr>
            <a:lvl6pPr marL="3657509" lvl="5" indent="-440256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2133"/>
            </a:lvl6pPr>
            <a:lvl7pPr marL="4267093" lvl="6" indent="-440256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2133"/>
            </a:lvl7pPr>
            <a:lvl8pPr marL="4876678" lvl="7" indent="-440256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2133"/>
            </a:lvl8pPr>
            <a:lvl9pPr marL="5486263" lvl="8" indent="-440256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2133"/>
            </a:lvl9pPr>
          </a:lstStyle>
          <a:p>
            <a:endParaRPr/>
          </a:p>
        </p:txBody>
      </p:sp>
      <p:sp>
        <p:nvSpPr>
          <p:cNvPr id="86" name="Google Shape;86;p8"/>
          <p:cNvSpPr txBox="1">
            <a:spLocks noGrp="1"/>
          </p:cNvSpPr>
          <p:nvPr>
            <p:ph type="body" idx="3"/>
          </p:nvPr>
        </p:nvSpPr>
        <p:spPr>
          <a:xfrm>
            <a:off x="5982616" y="2123467"/>
            <a:ext cx="2410400" cy="3921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440256" rtl="0">
              <a:spcBef>
                <a:spcPts val="800"/>
              </a:spcBef>
              <a:spcAft>
                <a:spcPts val="0"/>
              </a:spcAft>
              <a:buSzPts val="1600"/>
              <a:buChar char="●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2133"/>
            </a:lvl2pPr>
            <a:lvl3pPr marL="1828754" lvl="2" indent="-440256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2133"/>
            </a:lvl3pPr>
            <a:lvl4pPr marL="2438339" lvl="3" indent="-440256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2133"/>
            </a:lvl4pPr>
            <a:lvl5pPr marL="3047924" lvl="4" indent="-440256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2133"/>
            </a:lvl5pPr>
            <a:lvl6pPr marL="3657509" lvl="5" indent="-440256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2133"/>
            </a:lvl6pPr>
            <a:lvl7pPr marL="4267093" lvl="6" indent="-440256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2133"/>
            </a:lvl7pPr>
            <a:lvl8pPr marL="4876678" lvl="7" indent="-440256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2133"/>
            </a:lvl8pPr>
            <a:lvl9pPr marL="5486263" lvl="8" indent="-440256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2133"/>
            </a:lvl9pPr>
          </a:lstStyle>
          <a:p>
            <a:endParaRPr/>
          </a:p>
        </p:txBody>
      </p:sp>
      <p:sp>
        <p:nvSpPr>
          <p:cNvPr id="87" name="Google Shape;87;p8"/>
          <p:cNvSpPr txBox="1">
            <a:spLocks noGrp="1"/>
          </p:cNvSpPr>
          <p:nvPr>
            <p:ph type="sldNum" idx="12"/>
          </p:nvPr>
        </p:nvSpPr>
        <p:spPr>
          <a:xfrm>
            <a:off x="11307445" y="6333135"/>
            <a:ext cx="731600" cy="524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n">
                <a:solidFill>
                  <a:srgbClr val="CE0063"/>
                </a:solidFill>
              </a:rPr>
              <a:pPr/>
              <a:t>‹#›</a:t>
            </a:fld>
            <a:endParaRPr>
              <a:solidFill>
                <a:srgbClr val="CE006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33357758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bg>
      <p:bgPr>
        <a:gradFill>
          <a:gsLst>
            <a:gs pos="0">
              <a:schemeClr val="accent1"/>
            </a:gs>
            <a:gs pos="50000">
              <a:schemeClr val="dk2"/>
            </a:gs>
            <a:gs pos="100000">
              <a:schemeClr val="dk2"/>
            </a:gs>
          </a:gsLst>
          <a:path path="circle">
            <a:fillToRect l="100000" b="100000"/>
          </a:path>
          <a:tileRect t="-100000" r="-100000"/>
        </a:gradFill>
        <a:effectLst/>
      </p:bgPr>
    </p:bg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9" name="Google Shape;89;p9"/>
          <p:cNvGrpSpPr/>
          <p:nvPr/>
        </p:nvGrpSpPr>
        <p:grpSpPr>
          <a:xfrm>
            <a:off x="-2" y="-1772"/>
            <a:ext cx="12193179" cy="6862927"/>
            <a:chOff x="-1" y="-1329"/>
            <a:chExt cx="9144884" cy="5147195"/>
          </a:xfrm>
        </p:grpSpPr>
        <p:sp>
          <p:nvSpPr>
            <p:cNvPr id="90" name="Google Shape;90;p9"/>
            <p:cNvSpPr/>
            <p:nvPr/>
          </p:nvSpPr>
          <p:spPr>
            <a:xfrm>
              <a:off x="-1" y="-886"/>
              <a:ext cx="9144884" cy="5146749"/>
            </a:xfrm>
            <a:custGeom>
              <a:avLst/>
              <a:gdLst/>
              <a:ahLst/>
              <a:cxnLst/>
              <a:rect l="l" t="t" r="r" b="b"/>
              <a:pathLst>
                <a:path w="4064393" h="2287444" extrusionOk="0">
                  <a:moveTo>
                    <a:pt x="3788843" y="883066"/>
                  </a:moveTo>
                  <a:cubicBezTo>
                    <a:pt x="3664100" y="932662"/>
                    <a:pt x="3567457" y="1052874"/>
                    <a:pt x="3428795" y="1065618"/>
                  </a:cubicBezTo>
                  <a:cubicBezTo>
                    <a:pt x="3361105" y="1071530"/>
                    <a:pt x="3286456" y="1042298"/>
                    <a:pt x="3256912" y="981141"/>
                  </a:cubicBezTo>
                  <a:cubicBezTo>
                    <a:pt x="3196576" y="857381"/>
                    <a:pt x="3353424" y="685537"/>
                    <a:pt x="3244831" y="575639"/>
                  </a:cubicBezTo>
                  <a:cubicBezTo>
                    <a:pt x="3212792" y="545750"/>
                    <a:pt x="3166506" y="538589"/>
                    <a:pt x="3124553" y="525846"/>
                  </a:cubicBezTo>
                  <a:cubicBezTo>
                    <a:pt x="2907894" y="464426"/>
                    <a:pt x="2780787" y="210535"/>
                    <a:pt x="2861936" y="0"/>
                  </a:cubicBezTo>
                  <a:lnTo>
                    <a:pt x="0" y="0"/>
                  </a:lnTo>
                  <a:lnTo>
                    <a:pt x="0" y="2287445"/>
                  </a:lnTo>
                  <a:lnTo>
                    <a:pt x="4064394" y="2287445"/>
                  </a:lnTo>
                  <a:lnTo>
                    <a:pt x="4064394" y="886022"/>
                  </a:lnTo>
                  <a:cubicBezTo>
                    <a:pt x="3976365" y="849505"/>
                    <a:pt x="3877634" y="848441"/>
                    <a:pt x="3788843" y="88306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" name="Google Shape;91;p9"/>
            <p:cNvSpPr/>
            <p:nvPr/>
          </p:nvSpPr>
          <p:spPr>
            <a:xfrm>
              <a:off x="-1" y="-1181"/>
              <a:ext cx="9144884" cy="5147046"/>
            </a:xfrm>
            <a:custGeom>
              <a:avLst/>
              <a:gdLst/>
              <a:ahLst/>
              <a:cxnLst/>
              <a:rect l="l" t="t" r="r" b="b"/>
              <a:pathLst>
                <a:path w="4064393" h="2287576" extrusionOk="0">
                  <a:moveTo>
                    <a:pt x="3901965" y="939494"/>
                  </a:moveTo>
                  <a:cubicBezTo>
                    <a:pt x="3499701" y="855017"/>
                    <a:pt x="3568310" y="1206588"/>
                    <a:pt x="3260260" y="1099645"/>
                  </a:cubicBezTo>
                  <a:cubicBezTo>
                    <a:pt x="3067828" y="996184"/>
                    <a:pt x="3151603" y="860929"/>
                    <a:pt x="3127442" y="700317"/>
                  </a:cubicBezTo>
                  <a:cubicBezTo>
                    <a:pt x="3105645" y="624183"/>
                    <a:pt x="3033622" y="575901"/>
                    <a:pt x="2981098" y="516715"/>
                  </a:cubicBezTo>
                  <a:cubicBezTo>
                    <a:pt x="2857471" y="377387"/>
                    <a:pt x="2848871" y="151612"/>
                    <a:pt x="2954837" y="0"/>
                  </a:cubicBezTo>
                  <a:lnTo>
                    <a:pt x="0" y="0"/>
                  </a:lnTo>
                  <a:lnTo>
                    <a:pt x="0" y="2287576"/>
                  </a:lnTo>
                  <a:lnTo>
                    <a:pt x="4064394" y="2287576"/>
                  </a:lnTo>
                  <a:lnTo>
                    <a:pt x="4064394" y="955128"/>
                  </a:lnTo>
                  <a:cubicBezTo>
                    <a:pt x="4010557" y="955588"/>
                    <a:pt x="3955277" y="947245"/>
                    <a:pt x="3901965" y="93949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" name="Google Shape;92;p9"/>
            <p:cNvSpPr/>
            <p:nvPr/>
          </p:nvSpPr>
          <p:spPr>
            <a:xfrm>
              <a:off x="-1" y="-1329"/>
              <a:ext cx="9144884" cy="5147195"/>
            </a:xfrm>
            <a:custGeom>
              <a:avLst/>
              <a:gdLst/>
              <a:ahLst/>
              <a:cxnLst/>
              <a:rect l="l" t="t" r="r" b="b"/>
              <a:pathLst>
                <a:path w="4064393" h="2287642" extrusionOk="0">
                  <a:moveTo>
                    <a:pt x="3897961" y="979695"/>
                  </a:moveTo>
                  <a:cubicBezTo>
                    <a:pt x="3674736" y="964390"/>
                    <a:pt x="3602516" y="1073895"/>
                    <a:pt x="3472718" y="1222747"/>
                  </a:cubicBezTo>
                  <a:cubicBezTo>
                    <a:pt x="3361105" y="1334420"/>
                    <a:pt x="3140244" y="1318720"/>
                    <a:pt x="3084963" y="1158306"/>
                  </a:cubicBezTo>
                  <a:cubicBezTo>
                    <a:pt x="3045899" y="1043086"/>
                    <a:pt x="3123962" y="918013"/>
                    <a:pt x="3106498" y="797538"/>
                  </a:cubicBezTo>
                  <a:cubicBezTo>
                    <a:pt x="3020688" y="502395"/>
                    <a:pt x="2709290" y="454573"/>
                    <a:pt x="2826877" y="0"/>
                  </a:cubicBezTo>
                  <a:lnTo>
                    <a:pt x="0" y="0"/>
                  </a:lnTo>
                  <a:lnTo>
                    <a:pt x="0" y="2287642"/>
                  </a:lnTo>
                  <a:lnTo>
                    <a:pt x="4064394" y="2287642"/>
                  </a:lnTo>
                  <a:lnTo>
                    <a:pt x="4064394" y="1009650"/>
                  </a:lnTo>
                  <a:cubicBezTo>
                    <a:pt x="4010098" y="993931"/>
                    <a:pt x="3954324" y="983893"/>
                    <a:pt x="3897961" y="979695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" name="Google Shape;93;p9"/>
            <p:cNvSpPr/>
            <p:nvPr/>
          </p:nvSpPr>
          <p:spPr>
            <a:xfrm>
              <a:off x="-1" y="-1329"/>
              <a:ext cx="9144884" cy="5147195"/>
            </a:xfrm>
            <a:custGeom>
              <a:avLst/>
              <a:gdLst/>
              <a:ahLst/>
              <a:cxnLst/>
              <a:rect l="l" t="t" r="r" b="b"/>
              <a:pathLst>
                <a:path w="4064393" h="2287642" extrusionOk="0">
                  <a:moveTo>
                    <a:pt x="3886668" y="1168356"/>
                  </a:moveTo>
                  <a:cubicBezTo>
                    <a:pt x="3523534" y="864476"/>
                    <a:pt x="3578093" y="1536875"/>
                    <a:pt x="3166834" y="1369892"/>
                  </a:cubicBezTo>
                  <a:cubicBezTo>
                    <a:pt x="2968952" y="1280029"/>
                    <a:pt x="2931661" y="1012343"/>
                    <a:pt x="3042091" y="838988"/>
                  </a:cubicBezTo>
                  <a:cubicBezTo>
                    <a:pt x="3075772" y="781641"/>
                    <a:pt x="3123043" y="717265"/>
                    <a:pt x="3097963" y="655648"/>
                  </a:cubicBezTo>
                  <a:cubicBezTo>
                    <a:pt x="3074787" y="598695"/>
                    <a:pt x="3004406" y="582076"/>
                    <a:pt x="2945711" y="563683"/>
                  </a:cubicBezTo>
                  <a:cubicBezTo>
                    <a:pt x="2704694" y="489125"/>
                    <a:pt x="2524210" y="251788"/>
                    <a:pt x="2514231" y="0"/>
                  </a:cubicBezTo>
                  <a:lnTo>
                    <a:pt x="0" y="0"/>
                  </a:lnTo>
                  <a:lnTo>
                    <a:pt x="0" y="2287642"/>
                  </a:lnTo>
                  <a:lnTo>
                    <a:pt x="4064394" y="2287642"/>
                  </a:lnTo>
                  <a:lnTo>
                    <a:pt x="4064394" y="1364506"/>
                  </a:lnTo>
                  <a:cubicBezTo>
                    <a:pt x="3994275" y="1309983"/>
                    <a:pt x="3950221" y="1229776"/>
                    <a:pt x="3886668" y="1168356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" name="Google Shape;94;p9"/>
            <p:cNvSpPr/>
            <p:nvPr/>
          </p:nvSpPr>
          <p:spPr>
            <a:xfrm>
              <a:off x="-1" y="-886"/>
              <a:ext cx="9144884" cy="5146749"/>
            </a:xfrm>
            <a:custGeom>
              <a:avLst/>
              <a:gdLst/>
              <a:ahLst/>
              <a:cxnLst/>
              <a:rect l="l" t="t" r="r" b="b"/>
              <a:pathLst>
                <a:path w="4064393" h="2287444" extrusionOk="0">
                  <a:moveTo>
                    <a:pt x="3860275" y="1412328"/>
                  </a:moveTo>
                  <a:cubicBezTo>
                    <a:pt x="3499570" y="1212171"/>
                    <a:pt x="3370166" y="1548765"/>
                    <a:pt x="3020622" y="1515723"/>
                  </a:cubicBezTo>
                  <a:cubicBezTo>
                    <a:pt x="2790832" y="1511322"/>
                    <a:pt x="2587895" y="1238973"/>
                    <a:pt x="2748288" y="1041181"/>
                  </a:cubicBezTo>
                  <a:cubicBezTo>
                    <a:pt x="2792933" y="989023"/>
                    <a:pt x="2861476" y="955785"/>
                    <a:pt x="2888657" y="892657"/>
                  </a:cubicBezTo>
                  <a:cubicBezTo>
                    <a:pt x="2920500" y="819019"/>
                    <a:pt x="2882092" y="731848"/>
                    <a:pt x="2824776" y="675552"/>
                  </a:cubicBezTo>
                  <a:cubicBezTo>
                    <a:pt x="2569577" y="494315"/>
                    <a:pt x="2383447" y="351243"/>
                    <a:pt x="2435314" y="0"/>
                  </a:cubicBezTo>
                  <a:lnTo>
                    <a:pt x="0" y="0"/>
                  </a:lnTo>
                  <a:lnTo>
                    <a:pt x="0" y="2287445"/>
                  </a:lnTo>
                  <a:lnTo>
                    <a:pt x="4064394" y="2287445"/>
                  </a:lnTo>
                  <a:lnTo>
                    <a:pt x="4064394" y="1502125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" name="Google Shape;95;p9"/>
            <p:cNvSpPr/>
            <p:nvPr/>
          </p:nvSpPr>
          <p:spPr>
            <a:xfrm>
              <a:off x="-1" y="-1032"/>
              <a:ext cx="9144884" cy="5146898"/>
            </a:xfrm>
            <a:custGeom>
              <a:avLst/>
              <a:gdLst/>
              <a:ahLst/>
              <a:cxnLst/>
              <a:rect l="l" t="t" r="r" b="b"/>
              <a:pathLst>
                <a:path w="4064393" h="2287510" extrusionOk="0">
                  <a:moveTo>
                    <a:pt x="3767571" y="1773029"/>
                  </a:moveTo>
                  <a:cubicBezTo>
                    <a:pt x="3678150" y="1745177"/>
                    <a:pt x="3601400" y="1686056"/>
                    <a:pt x="3513358" y="1654131"/>
                  </a:cubicBezTo>
                  <a:cubicBezTo>
                    <a:pt x="3253038" y="1560523"/>
                    <a:pt x="2846245" y="1725207"/>
                    <a:pt x="2683422" y="1432757"/>
                  </a:cubicBezTo>
                  <a:cubicBezTo>
                    <a:pt x="2593082" y="1250074"/>
                    <a:pt x="2741526" y="1029094"/>
                    <a:pt x="2694714" y="830711"/>
                  </a:cubicBezTo>
                  <a:cubicBezTo>
                    <a:pt x="2667271" y="714506"/>
                    <a:pt x="2577653" y="625234"/>
                    <a:pt x="2512064" y="525517"/>
                  </a:cubicBezTo>
                  <a:cubicBezTo>
                    <a:pt x="2410779" y="370063"/>
                    <a:pt x="2365609" y="184654"/>
                    <a:pt x="2384038" y="0"/>
                  </a:cubicBezTo>
                  <a:lnTo>
                    <a:pt x="0" y="0"/>
                  </a:lnTo>
                  <a:lnTo>
                    <a:pt x="0" y="2287511"/>
                  </a:lnTo>
                  <a:lnTo>
                    <a:pt x="4064394" y="2287511"/>
                  </a:lnTo>
                  <a:lnTo>
                    <a:pt x="4064394" y="1767774"/>
                  </a:lnTo>
                  <a:cubicBezTo>
                    <a:pt x="3965256" y="1794116"/>
                    <a:pt x="3864674" y="1803247"/>
                    <a:pt x="3767571" y="177302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6" name="Google Shape;96;p9"/>
          <p:cNvSpPr txBox="1">
            <a:spLocks noGrp="1"/>
          </p:cNvSpPr>
          <p:nvPr>
            <p:ph type="title"/>
          </p:nvPr>
        </p:nvSpPr>
        <p:spPr>
          <a:xfrm>
            <a:off x="609600" y="792567"/>
            <a:ext cx="6953600" cy="9552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9"/>
          <p:cNvSpPr txBox="1">
            <a:spLocks noGrp="1"/>
          </p:cNvSpPr>
          <p:nvPr>
            <p:ph type="sldNum" idx="12"/>
          </p:nvPr>
        </p:nvSpPr>
        <p:spPr>
          <a:xfrm>
            <a:off x="11307445" y="6333135"/>
            <a:ext cx="731600" cy="524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n">
                <a:solidFill>
                  <a:srgbClr val="CE0063"/>
                </a:solidFill>
              </a:rPr>
              <a:pPr/>
              <a:t>‹#›</a:t>
            </a:fld>
            <a:endParaRPr>
              <a:solidFill>
                <a:srgbClr val="CE006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72518963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" name="Google Shape;99;p10"/>
          <p:cNvGrpSpPr/>
          <p:nvPr/>
        </p:nvGrpSpPr>
        <p:grpSpPr>
          <a:xfrm>
            <a:off x="-20" y="1"/>
            <a:ext cx="12192000" cy="6857803"/>
            <a:chOff x="-15" y="1"/>
            <a:chExt cx="9144000" cy="5143352"/>
          </a:xfrm>
        </p:grpSpPr>
        <p:sp>
          <p:nvSpPr>
            <p:cNvPr id="100" name="Google Shape;100;p10"/>
            <p:cNvSpPr/>
            <p:nvPr/>
          </p:nvSpPr>
          <p:spPr>
            <a:xfrm>
              <a:off x="-15" y="594"/>
              <a:ext cx="9144000" cy="5142022"/>
            </a:xfrm>
            <a:custGeom>
              <a:avLst/>
              <a:gdLst/>
              <a:ahLst/>
              <a:cxnLst/>
              <a:rect l="l" t="t" r="r" b="b"/>
              <a:pathLst>
                <a:path w="4064000" h="2285343" extrusionOk="0">
                  <a:moveTo>
                    <a:pt x="4064000" y="0"/>
                  </a:moveTo>
                  <a:lnTo>
                    <a:pt x="3968014" y="0"/>
                  </a:lnTo>
                  <a:cubicBezTo>
                    <a:pt x="3943656" y="81653"/>
                    <a:pt x="3826660" y="80930"/>
                    <a:pt x="3801974" y="0"/>
                  </a:cubicBezTo>
                  <a:lnTo>
                    <a:pt x="0" y="0"/>
                  </a:lnTo>
                  <a:lnTo>
                    <a:pt x="0" y="2145687"/>
                  </a:lnTo>
                  <a:cubicBezTo>
                    <a:pt x="79376" y="2132549"/>
                    <a:pt x="158227" y="2203954"/>
                    <a:pt x="143652" y="2285343"/>
                  </a:cubicBezTo>
                  <a:lnTo>
                    <a:pt x="4064000" y="228534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" name="Google Shape;101;p10"/>
            <p:cNvSpPr/>
            <p:nvPr/>
          </p:nvSpPr>
          <p:spPr>
            <a:xfrm>
              <a:off x="-15" y="594"/>
              <a:ext cx="9144000" cy="5142465"/>
            </a:xfrm>
            <a:custGeom>
              <a:avLst/>
              <a:gdLst/>
              <a:ahLst/>
              <a:cxnLst/>
              <a:rect l="l" t="t" r="r" b="b"/>
              <a:pathLst>
                <a:path w="4064000" h="2285540" extrusionOk="0">
                  <a:moveTo>
                    <a:pt x="3963287" y="130920"/>
                  </a:moveTo>
                  <a:cubicBezTo>
                    <a:pt x="3873866" y="88944"/>
                    <a:pt x="3760678" y="180187"/>
                    <a:pt x="3705331" y="0"/>
                  </a:cubicBezTo>
                  <a:lnTo>
                    <a:pt x="0" y="0"/>
                  </a:lnTo>
                  <a:lnTo>
                    <a:pt x="0" y="1539766"/>
                  </a:lnTo>
                  <a:cubicBezTo>
                    <a:pt x="129076" y="1755950"/>
                    <a:pt x="-47797" y="2028037"/>
                    <a:pt x="237078" y="2154621"/>
                  </a:cubicBezTo>
                  <a:cubicBezTo>
                    <a:pt x="281985" y="2185298"/>
                    <a:pt x="326893" y="2229179"/>
                    <a:pt x="325514" y="2285541"/>
                  </a:cubicBezTo>
                  <a:lnTo>
                    <a:pt x="4064000" y="2285541"/>
                  </a:lnTo>
                  <a:lnTo>
                    <a:pt x="4064000" y="465346"/>
                  </a:lnTo>
                  <a:cubicBezTo>
                    <a:pt x="3972806" y="345725"/>
                    <a:pt x="4041218" y="187281"/>
                    <a:pt x="3963287" y="13092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" name="Google Shape;102;p10"/>
            <p:cNvSpPr/>
            <p:nvPr/>
          </p:nvSpPr>
          <p:spPr>
            <a:xfrm>
              <a:off x="-15" y="1"/>
              <a:ext cx="9144000" cy="5143352"/>
            </a:xfrm>
            <a:custGeom>
              <a:avLst/>
              <a:gdLst/>
              <a:ahLst/>
              <a:cxnLst/>
              <a:rect l="l" t="t" r="r" b="b"/>
              <a:pathLst>
                <a:path w="4064000" h="2285934" extrusionOk="0">
                  <a:moveTo>
                    <a:pt x="4064000" y="541546"/>
                  </a:moveTo>
                  <a:cubicBezTo>
                    <a:pt x="4012396" y="498322"/>
                    <a:pt x="3979175" y="432238"/>
                    <a:pt x="3979832" y="364643"/>
                  </a:cubicBezTo>
                  <a:cubicBezTo>
                    <a:pt x="4024017" y="50055"/>
                    <a:pt x="3727785" y="340666"/>
                    <a:pt x="3594047" y="0"/>
                  </a:cubicBezTo>
                  <a:lnTo>
                    <a:pt x="0" y="0"/>
                  </a:lnTo>
                  <a:lnTo>
                    <a:pt x="0" y="1422904"/>
                  </a:lnTo>
                  <a:cubicBezTo>
                    <a:pt x="175691" y="1522029"/>
                    <a:pt x="10570" y="1742221"/>
                    <a:pt x="70053" y="1889300"/>
                  </a:cubicBezTo>
                  <a:cubicBezTo>
                    <a:pt x="143914" y="2074742"/>
                    <a:pt x="474680" y="2055101"/>
                    <a:pt x="474746" y="2285934"/>
                  </a:cubicBezTo>
                  <a:lnTo>
                    <a:pt x="4064000" y="2285934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" name="Google Shape;103;p10"/>
            <p:cNvSpPr/>
            <p:nvPr/>
          </p:nvSpPr>
          <p:spPr>
            <a:xfrm>
              <a:off x="-15" y="594"/>
              <a:ext cx="9144000" cy="5142022"/>
            </a:xfrm>
            <a:custGeom>
              <a:avLst/>
              <a:gdLst/>
              <a:ahLst/>
              <a:cxnLst/>
              <a:rect l="l" t="t" r="r" b="b"/>
              <a:pathLst>
                <a:path w="4064000" h="2285343" extrusionOk="0">
                  <a:moveTo>
                    <a:pt x="4064000" y="821975"/>
                  </a:moveTo>
                  <a:cubicBezTo>
                    <a:pt x="3904854" y="719696"/>
                    <a:pt x="3874981" y="525583"/>
                    <a:pt x="3912076" y="353739"/>
                  </a:cubicBezTo>
                  <a:cubicBezTo>
                    <a:pt x="3859553" y="89995"/>
                    <a:pt x="3654252" y="499373"/>
                    <a:pt x="3544412" y="242527"/>
                  </a:cubicBezTo>
                  <a:cubicBezTo>
                    <a:pt x="3516575" y="165210"/>
                    <a:pt x="3536927" y="75346"/>
                    <a:pt x="3500818" y="0"/>
                  </a:cubicBezTo>
                  <a:lnTo>
                    <a:pt x="0" y="0"/>
                  </a:lnTo>
                  <a:lnTo>
                    <a:pt x="0" y="1294546"/>
                  </a:lnTo>
                  <a:cubicBezTo>
                    <a:pt x="325974" y="1577931"/>
                    <a:pt x="36372" y="1880366"/>
                    <a:pt x="390774" y="2094121"/>
                  </a:cubicBezTo>
                  <a:cubicBezTo>
                    <a:pt x="460762" y="2144505"/>
                    <a:pt x="536133" y="2199618"/>
                    <a:pt x="560491" y="2285343"/>
                  </a:cubicBezTo>
                  <a:lnTo>
                    <a:pt x="4064000" y="2285343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" name="Google Shape;104;p10"/>
            <p:cNvSpPr/>
            <p:nvPr/>
          </p:nvSpPr>
          <p:spPr>
            <a:xfrm>
              <a:off x="-15" y="1037"/>
              <a:ext cx="9144000" cy="5141430"/>
            </a:xfrm>
            <a:custGeom>
              <a:avLst/>
              <a:gdLst/>
              <a:ahLst/>
              <a:cxnLst/>
              <a:rect l="l" t="t" r="r" b="b"/>
              <a:pathLst>
                <a:path w="4064000" h="2285080" extrusionOk="0">
                  <a:moveTo>
                    <a:pt x="3795803" y="455689"/>
                  </a:moveTo>
                  <a:cubicBezTo>
                    <a:pt x="3726931" y="388883"/>
                    <a:pt x="3601662" y="435325"/>
                    <a:pt x="3523928" y="379095"/>
                  </a:cubicBezTo>
                  <a:cubicBezTo>
                    <a:pt x="3414745" y="300268"/>
                    <a:pt x="3491101" y="102739"/>
                    <a:pt x="3416911" y="0"/>
                  </a:cubicBezTo>
                  <a:lnTo>
                    <a:pt x="0" y="0"/>
                  </a:lnTo>
                  <a:lnTo>
                    <a:pt x="0" y="1221828"/>
                  </a:lnTo>
                  <a:cubicBezTo>
                    <a:pt x="123883" y="1346322"/>
                    <a:pt x="210606" y="1502927"/>
                    <a:pt x="250406" y="1674035"/>
                  </a:cubicBezTo>
                  <a:cubicBezTo>
                    <a:pt x="273056" y="1772569"/>
                    <a:pt x="281394" y="1878856"/>
                    <a:pt x="339761" y="1961362"/>
                  </a:cubicBezTo>
                  <a:cubicBezTo>
                    <a:pt x="403642" y="2051685"/>
                    <a:pt x="513679" y="2094383"/>
                    <a:pt x="604610" y="2157314"/>
                  </a:cubicBezTo>
                  <a:cubicBezTo>
                    <a:pt x="651093" y="2189436"/>
                    <a:pt x="694622" y="2234828"/>
                    <a:pt x="720359" y="2285080"/>
                  </a:cubicBezTo>
                  <a:lnTo>
                    <a:pt x="4064000" y="2285080"/>
                  </a:lnTo>
                  <a:lnTo>
                    <a:pt x="4064000" y="1160473"/>
                  </a:lnTo>
                  <a:cubicBezTo>
                    <a:pt x="3953766" y="987362"/>
                    <a:pt x="3879774" y="793715"/>
                    <a:pt x="3846356" y="591207"/>
                  </a:cubicBezTo>
                  <a:cubicBezTo>
                    <a:pt x="3838609" y="542662"/>
                    <a:pt x="3831125" y="489782"/>
                    <a:pt x="3795803" y="455689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" name="Google Shape;105;p10"/>
            <p:cNvSpPr/>
            <p:nvPr/>
          </p:nvSpPr>
          <p:spPr>
            <a:xfrm>
              <a:off x="-15" y="150"/>
              <a:ext cx="9144000" cy="5142465"/>
            </a:xfrm>
            <a:custGeom>
              <a:avLst/>
              <a:gdLst/>
              <a:ahLst/>
              <a:cxnLst/>
              <a:rect l="l" t="t" r="r" b="b"/>
              <a:pathLst>
                <a:path w="4064000" h="2285540" extrusionOk="0">
                  <a:moveTo>
                    <a:pt x="4064000" y="1293035"/>
                  </a:moveTo>
                  <a:lnTo>
                    <a:pt x="3812282" y="663991"/>
                  </a:lnTo>
                  <a:cubicBezTo>
                    <a:pt x="3789828" y="607958"/>
                    <a:pt x="3764945" y="548640"/>
                    <a:pt x="3716820" y="514941"/>
                  </a:cubicBezTo>
                  <a:cubicBezTo>
                    <a:pt x="3642369" y="462390"/>
                    <a:pt x="3534630" y="487417"/>
                    <a:pt x="3463788" y="429545"/>
                  </a:cubicBezTo>
                  <a:cubicBezTo>
                    <a:pt x="3343313" y="329565"/>
                    <a:pt x="3428204" y="100177"/>
                    <a:pt x="3307400" y="0"/>
                  </a:cubicBezTo>
                  <a:lnTo>
                    <a:pt x="0" y="0"/>
                  </a:lnTo>
                  <a:lnTo>
                    <a:pt x="0" y="1157912"/>
                  </a:lnTo>
                  <a:cubicBezTo>
                    <a:pt x="382108" y="1475521"/>
                    <a:pt x="221517" y="1854222"/>
                    <a:pt x="483084" y="2065217"/>
                  </a:cubicBezTo>
                  <a:cubicBezTo>
                    <a:pt x="561344" y="2118951"/>
                    <a:pt x="661467" y="2128279"/>
                    <a:pt x="747277" y="2168810"/>
                  </a:cubicBezTo>
                  <a:cubicBezTo>
                    <a:pt x="803228" y="2195657"/>
                    <a:pt x="851805" y="2235721"/>
                    <a:pt x="888828" y="2285540"/>
                  </a:cubicBezTo>
                  <a:lnTo>
                    <a:pt x="4064000" y="228554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6" name="Google Shape;106;p10"/>
          <p:cNvSpPr txBox="1">
            <a:spLocks noGrp="1"/>
          </p:cNvSpPr>
          <p:nvPr>
            <p:ph type="body" idx="1"/>
          </p:nvPr>
        </p:nvSpPr>
        <p:spPr>
          <a:xfrm>
            <a:off x="609600" y="5671879"/>
            <a:ext cx="10972800" cy="692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304792" algn="ctr" rtl="0">
              <a:spcBef>
                <a:spcPts val="480"/>
              </a:spcBef>
              <a:spcAft>
                <a:spcPts val="0"/>
              </a:spcAft>
              <a:buSzPts val="1800"/>
              <a:buNone/>
              <a:defRPr sz="2400"/>
            </a:lvl1pPr>
          </a:lstStyle>
          <a:p>
            <a:endParaRPr/>
          </a:p>
        </p:txBody>
      </p:sp>
      <p:sp>
        <p:nvSpPr>
          <p:cNvPr id="107" name="Google Shape;107;p10"/>
          <p:cNvSpPr txBox="1">
            <a:spLocks noGrp="1"/>
          </p:cNvSpPr>
          <p:nvPr>
            <p:ph type="sldNum" idx="12"/>
          </p:nvPr>
        </p:nvSpPr>
        <p:spPr>
          <a:xfrm>
            <a:off x="11307445" y="6333135"/>
            <a:ext cx="731600" cy="524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n">
                <a:solidFill>
                  <a:srgbClr val="CE0063"/>
                </a:solidFill>
              </a:rPr>
              <a:pPr/>
              <a:t>‹#›</a:t>
            </a:fld>
            <a:endParaRPr>
              <a:solidFill>
                <a:srgbClr val="CE006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21090089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- Corners" type="blank">
  <p:cSld name="Blank - Corners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9" name="Google Shape;109;p11"/>
          <p:cNvGrpSpPr/>
          <p:nvPr/>
        </p:nvGrpSpPr>
        <p:grpSpPr>
          <a:xfrm>
            <a:off x="-20" y="1"/>
            <a:ext cx="12192000" cy="6857803"/>
            <a:chOff x="-15" y="1"/>
            <a:chExt cx="9144000" cy="5143352"/>
          </a:xfrm>
        </p:grpSpPr>
        <p:sp>
          <p:nvSpPr>
            <p:cNvPr id="110" name="Google Shape;110;p11"/>
            <p:cNvSpPr/>
            <p:nvPr/>
          </p:nvSpPr>
          <p:spPr>
            <a:xfrm>
              <a:off x="-15" y="594"/>
              <a:ext cx="9144000" cy="5142022"/>
            </a:xfrm>
            <a:custGeom>
              <a:avLst/>
              <a:gdLst/>
              <a:ahLst/>
              <a:cxnLst/>
              <a:rect l="l" t="t" r="r" b="b"/>
              <a:pathLst>
                <a:path w="4064000" h="2285343" extrusionOk="0">
                  <a:moveTo>
                    <a:pt x="4064000" y="0"/>
                  </a:moveTo>
                  <a:lnTo>
                    <a:pt x="3968014" y="0"/>
                  </a:lnTo>
                  <a:cubicBezTo>
                    <a:pt x="3943656" y="81653"/>
                    <a:pt x="3826660" y="80930"/>
                    <a:pt x="3801974" y="0"/>
                  </a:cubicBezTo>
                  <a:lnTo>
                    <a:pt x="0" y="0"/>
                  </a:lnTo>
                  <a:lnTo>
                    <a:pt x="0" y="2145687"/>
                  </a:lnTo>
                  <a:cubicBezTo>
                    <a:pt x="79376" y="2132549"/>
                    <a:pt x="158227" y="2203954"/>
                    <a:pt x="143652" y="2285343"/>
                  </a:cubicBezTo>
                  <a:lnTo>
                    <a:pt x="4064000" y="228534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" name="Google Shape;111;p11"/>
            <p:cNvSpPr/>
            <p:nvPr/>
          </p:nvSpPr>
          <p:spPr>
            <a:xfrm>
              <a:off x="-15" y="594"/>
              <a:ext cx="9144000" cy="5142465"/>
            </a:xfrm>
            <a:custGeom>
              <a:avLst/>
              <a:gdLst/>
              <a:ahLst/>
              <a:cxnLst/>
              <a:rect l="l" t="t" r="r" b="b"/>
              <a:pathLst>
                <a:path w="4064000" h="2285540" extrusionOk="0">
                  <a:moveTo>
                    <a:pt x="3963287" y="130920"/>
                  </a:moveTo>
                  <a:cubicBezTo>
                    <a:pt x="3873866" y="88944"/>
                    <a:pt x="3760678" y="180187"/>
                    <a:pt x="3705331" y="0"/>
                  </a:cubicBezTo>
                  <a:lnTo>
                    <a:pt x="0" y="0"/>
                  </a:lnTo>
                  <a:lnTo>
                    <a:pt x="0" y="1539766"/>
                  </a:lnTo>
                  <a:cubicBezTo>
                    <a:pt x="129076" y="1755950"/>
                    <a:pt x="-47797" y="2028037"/>
                    <a:pt x="237078" y="2154621"/>
                  </a:cubicBezTo>
                  <a:cubicBezTo>
                    <a:pt x="281985" y="2185298"/>
                    <a:pt x="326893" y="2229179"/>
                    <a:pt x="325514" y="2285541"/>
                  </a:cubicBezTo>
                  <a:lnTo>
                    <a:pt x="4064000" y="2285541"/>
                  </a:lnTo>
                  <a:lnTo>
                    <a:pt x="4064000" y="465346"/>
                  </a:lnTo>
                  <a:cubicBezTo>
                    <a:pt x="3972806" y="345725"/>
                    <a:pt x="4041218" y="187281"/>
                    <a:pt x="3963287" y="13092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" name="Google Shape;112;p11"/>
            <p:cNvSpPr/>
            <p:nvPr/>
          </p:nvSpPr>
          <p:spPr>
            <a:xfrm>
              <a:off x="-15" y="1"/>
              <a:ext cx="9144000" cy="5143352"/>
            </a:xfrm>
            <a:custGeom>
              <a:avLst/>
              <a:gdLst/>
              <a:ahLst/>
              <a:cxnLst/>
              <a:rect l="l" t="t" r="r" b="b"/>
              <a:pathLst>
                <a:path w="4064000" h="2285934" extrusionOk="0">
                  <a:moveTo>
                    <a:pt x="4064000" y="541546"/>
                  </a:moveTo>
                  <a:cubicBezTo>
                    <a:pt x="4012396" y="498322"/>
                    <a:pt x="3979175" y="432238"/>
                    <a:pt x="3979832" y="364643"/>
                  </a:cubicBezTo>
                  <a:cubicBezTo>
                    <a:pt x="4024017" y="50055"/>
                    <a:pt x="3727785" y="340666"/>
                    <a:pt x="3594047" y="0"/>
                  </a:cubicBezTo>
                  <a:lnTo>
                    <a:pt x="0" y="0"/>
                  </a:lnTo>
                  <a:lnTo>
                    <a:pt x="0" y="1422904"/>
                  </a:lnTo>
                  <a:cubicBezTo>
                    <a:pt x="175691" y="1522029"/>
                    <a:pt x="10570" y="1742221"/>
                    <a:pt x="70053" y="1889300"/>
                  </a:cubicBezTo>
                  <a:cubicBezTo>
                    <a:pt x="143914" y="2074742"/>
                    <a:pt x="474680" y="2055101"/>
                    <a:pt x="474746" y="2285934"/>
                  </a:cubicBezTo>
                  <a:lnTo>
                    <a:pt x="4064000" y="2285934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" name="Google Shape;113;p11"/>
            <p:cNvSpPr/>
            <p:nvPr/>
          </p:nvSpPr>
          <p:spPr>
            <a:xfrm>
              <a:off x="-15" y="594"/>
              <a:ext cx="9144000" cy="5142022"/>
            </a:xfrm>
            <a:custGeom>
              <a:avLst/>
              <a:gdLst/>
              <a:ahLst/>
              <a:cxnLst/>
              <a:rect l="l" t="t" r="r" b="b"/>
              <a:pathLst>
                <a:path w="4064000" h="2285343" extrusionOk="0">
                  <a:moveTo>
                    <a:pt x="4064000" y="821975"/>
                  </a:moveTo>
                  <a:cubicBezTo>
                    <a:pt x="3904854" y="719696"/>
                    <a:pt x="3874981" y="525583"/>
                    <a:pt x="3912076" y="353739"/>
                  </a:cubicBezTo>
                  <a:cubicBezTo>
                    <a:pt x="3859553" y="89995"/>
                    <a:pt x="3654252" y="499373"/>
                    <a:pt x="3544412" y="242527"/>
                  </a:cubicBezTo>
                  <a:cubicBezTo>
                    <a:pt x="3516575" y="165210"/>
                    <a:pt x="3536927" y="75346"/>
                    <a:pt x="3500818" y="0"/>
                  </a:cubicBezTo>
                  <a:lnTo>
                    <a:pt x="0" y="0"/>
                  </a:lnTo>
                  <a:lnTo>
                    <a:pt x="0" y="1294546"/>
                  </a:lnTo>
                  <a:cubicBezTo>
                    <a:pt x="325974" y="1577931"/>
                    <a:pt x="36372" y="1880366"/>
                    <a:pt x="390774" y="2094121"/>
                  </a:cubicBezTo>
                  <a:cubicBezTo>
                    <a:pt x="460762" y="2144505"/>
                    <a:pt x="536133" y="2199618"/>
                    <a:pt x="560491" y="2285343"/>
                  </a:cubicBezTo>
                  <a:lnTo>
                    <a:pt x="4064000" y="2285343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" name="Google Shape;114;p11"/>
            <p:cNvSpPr/>
            <p:nvPr/>
          </p:nvSpPr>
          <p:spPr>
            <a:xfrm>
              <a:off x="-15" y="1037"/>
              <a:ext cx="9144000" cy="5141430"/>
            </a:xfrm>
            <a:custGeom>
              <a:avLst/>
              <a:gdLst/>
              <a:ahLst/>
              <a:cxnLst/>
              <a:rect l="l" t="t" r="r" b="b"/>
              <a:pathLst>
                <a:path w="4064000" h="2285080" extrusionOk="0">
                  <a:moveTo>
                    <a:pt x="3795803" y="455689"/>
                  </a:moveTo>
                  <a:cubicBezTo>
                    <a:pt x="3726931" y="388883"/>
                    <a:pt x="3601662" y="435325"/>
                    <a:pt x="3523928" y="379095"/>
                  </a:cubicBezTo>
                  <a:cubicBezTo>
                    <a:pt x="3414745" y="300268"/>
                    <a:pt x="3491101" y="102739"/>
                    <a:pt x="3416911" y="0"/>
                  </a:cubicBezTo>
                  <a:lnTo>
                    <a:pt x="0" y="0"/>
                  </a:lnTo>
                  <a:lnTo>
                    <a:pt x="0" y="1221828"/>
                  </a:lnTo>
                  <a:cubicBezTo>
                    <a:pt x="123883" y="1346322"/>
                    <a:pt x="210606" y="1502927"/>
                    <a:pt x="250406" y="1674035"/>
                  </a:cubicBezTo>
                  <a:cubicBezTo>
                    <a:pt x="273056" y="1772569"/>
                    <a:pt x="281394" y="1878856"/>
                    <a:pt x="339761" y="1961362"/>
                  </a:cubicBezTo>
                  <a:cubicBezTo>
                    <a:pt x="403642" y="2051685"/>
                    <a:pt x="513679" y="2094383"/>
                    <a:pt x="604610" y="2157314"/>
                  </a:cubicBezTo>
                  <a:cubicBezTo>
                    <a:pt x="651093" y="2189436"/>
                    <a:pt x="694622" y="2234828"/>
                    <a:pt x="720359" y="2285080"/>
                  </a:cubicBezTo>
                  <a:lnTo>
                    <a:pt x="4064000" y="2285080"/>
                  </a:lnTo>
                  <a:lnTo>
                    <a:pt x="4064000" y="1160473"/>
                  </a:lnTo>
                  <a:cubicBezTo>
                    <a:pt x="3953766" y="987362"/>
                    <a:pt x="3879774" y="793715"/>
                    <a:pt x="3846356" y="591207"/>
                  </a:cubicBezTo>
                  <a:cubicBezTo>
                    <a:pt x="3838609" y="542662"/>
                    <a:pt x="3831125" y="489782"/>
                    <a:pt x="3795803" y="455689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" name="Google Shape;115;p11"/>
            <p:cNvSpPr/>
            <p:nvPr/>
          </p:nvSpPr>
          <p:spPr>
            <a:xfrm>
              <a:off x="-15" y="150"/>
              <a:ext cx="9144000" cy="5142465"/>
            </a:xfrm>
            <a:custGeom>
              <a:avLst/>
              <a:gdLst/>
              <a:ahLst/>
              <a:cxnLst/>
              <a:rect l="l" t="t" r="r" b="b"/>
              <a:pathLst>
                <a:path w="4064000" h="2285540" extrusionOk="0">
                  <a:moveTo>
                    <a:pt x="4064000" y="1293035"/>
                  </a:moveTo>
                  <a:lnTo>
                    <a:pt x="3812282" y="663991"/>
                  </a:lnTo>
                  <a:cubicBezTo>
                    <a:pt x="3789828" y="607958"/>
                    <a:pt x="3764945" y="548640"/>
                    <a:pt x="3716820" y="514941"/>
                  </a:cubicBezTo>
                  <a:cubicBezTo>
                    <a:pt x="3642369" y="462390"/>
                    <a:pt x="3534630" y="487417"/>
                    <a:pt x="3463788" y="429545"/>
                  </a:cubicBezTo>
                  <a:cubicBezTo>
                    <a:pt x="3343313" y="329565"/>
                    <a:pt x="3428204" y="100177"/>
                    <a:pt x="3307400" y="0"/>
                  </a:cubicBezTo>
                  <a:lnTo>
                    <a:pt x="0" y="0"/>
                  </a:lnTo>
                  <a:lnTo>
                    <a:pt x="0" y="1157912"/>
                  </a:lnTo>
                  <a:cubicBezTo>
                    <a:pt x="382108" y="1475521"/>
                    <a:pt x="221517" y="1854222"/>
                    <a:pt x="483084" y="2065217"/>
                  </a:cubicBezTo>
                  <a:cubicBezTo>
                    <a:pt x="561344" y="2118951"/>
                    <a:pt x="661467" y="2128279"/>
                    <a:pt x="747277" y="2168810"/>
                  </a:cubicBezTo>
                  <a:cubicBezTo>
                    <a:pt x="803228" y="2195657"/>
                    <a:pt x="851805" y="2235721"/>
                    <a:pt x="888828" y="2285540"/>
                  </a:cubicBezTo>
                  <a:lnTo>
                    <a:pt x="4064000" y="228554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6" name="Google Shape;116;p11"/>
          <p:cNvSpPr txBox="1">
            <a:spLocks noGrp="1"/>
          </p:cNvSpPr>
          <p:nvPr>
            <p:ph type="sldNum" idx="12"/>
          </p:nvPr>
        </p:nvSpPr>
        <p:spPr>
          <a:xfrm>
            <a:off x="11307445" y="6333135"/>
            <a:ext cx="731600" cy="524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n">
                <a:solidFill>
                  <a:srgbClr val="CE0063"/>
                </a:solidFill>
              </a:rPr>
              <a:pPr/>
              <a:t>‹#›</a:t>
            </a:fld>
            <a:endParaRPr>
              <a:solidFill>
                <a:srgbClr val="CE006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75809022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- Center">
  <p:cSld name="Blank - Center">
    <p:bg>
      <p:bgPr>
        <a:gradFill>
          <a:gsLst>
            <a:gs pos="0">
              <a:schemeClr val="accent1"/>
            </a:gs>
            <a:gs pos="78000">
              <a:schemeClr val="dk2"/>
            </a:gs>
            <a:gs pos="100000">
              <a:schemeClr val="dk2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8" name="Google Shape;118;p12"/>
          <p:cNvGrpSpPr/>
          <p:nvPr/>
        </p:nvGrpSpPr>
        <p:grpSpPr>
          <a:xfrm>
            <a:off x="-20" y="-16"/>
            <a:ext cx="12192000" cy="6857013"/>
            <a:chOff x="-15" y="-12"/>
            <a:chExt cx="9144000" cy="5142760"/>
          </a:xfrm>
        </p:grpSpPr>
        <p:sp>
          <p:nvSpPr>
            <p:cNvPr id="119" name="Google Shape;119;p12"/>
            <p:cNvSpPr/>
            <p:nvPr/>
          </p:nvSpPr>
          <p:spPr>
            <a:xfrm>
              <a:off x="-15" y="-12"/>
              <a:ext cx="9144000" cy="5142022"/>
            </a:xfrm>
            <a:custGeom>
              <a:avLst/>
              <a:gdLst/>
              <a:ahLst/>
              <a:cxnLst/>
              <a:rect l="l" t="t" r="r" b="b"/>
              <a:pathLst>
                <a:path w="4064000" h="2285343" extrusionOk="0">
                  <a:moveTo>
                    <a:pt x="0" y="0"/>
                  </a:moveTo>
                  <a:lnTo>
                    <a:pt x="0" y="2285343"/>
                  </a:lnTo>
                  <a:lnTo>
                    <a:pt x="4064000" y="2285343"/>
                  </a:lnTo>
                  <a:lnTo>
                    <a:pt x="4064000" y="0"/>
                  </a:lnTo>
                  <a:close/>
                  <a:moveTo>
                    <a:pt x="3082140" y="1095966"/>
                  </a:moveTo>
                  <a:cubicBezTo>
                    <a:pt x="3009920" y="1483535"/>
                    <a:pt x="2684604" y="1652423"/>
                    <a:pt x="2340247" y="1756870"/>
                  </a:cubicBezTo>
                  <a:cubicBezTo>
                    <a:pt x="2062726" y="1889038"/>
                    <a:pt x="1710754" y="2209274"/>
                    <a:pt x="1410451" y="1968719"/>
                  </a:cubicBezTo>
                  <a:cubicBezTo>
                    <a:pt x="1225437" y="1799240"/>
                    <a:pt x="1294637" y="1499038"/>
                    <a:pt x="1163131" y="1300130"/>
                  </a:cubicBezTo>
                  <a:cubicBezTo>
                    <a:pt x="1007925" y="1131044"/>
                    <a:pt x="934129" y="954405"/>
                    <a:pt x="1065241" y="739731"/>
                  </a:cubicBezTo>
                  <a:cubicBezTo>
                    <a:pt x="1141071" y="619191"/>
                    <a:pt x="1267193" y="537210"/>
                    <a:pt x="1400931" y="488403"/>
                  </a:cubicBezTo>
                  <a:cubicBezTo>
                    <a:pt x="1570582" y="433092"/>
                    <a:pt x="1749227" y="457725"/>
                    <a:pt x="1892025" y="340141"/>
                  </a:cubicBezTo>
                  <a:cubicBezTo>
                    <a:pt x="2028520" y="295144"/>
                    <a:pt x="2144860" y="404583"/>
                    <a:pt x="2263825" y="452602"/>
                  </a:cubicBezTo>
                  <a:cubicBezTo>
                    <a:pt x="2464399" y="532086"/>
                    <a:pt x="2709749" y="457791"/>
                    <a:pt x="2894895" y="568544"/>
                  </a:cubicBezTo>
                  <a:cubicBezTo>
                    <a:pt x="3071701" y="674370"/>
                    <a:pt x="3124422" y="904546"/>
                    <a:pt x="3082140" y="109596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" name="Google Shape;120;p12"/>
            <p:cNvSpPr/>
            <p:nvPr/>
          </p:nvSpPr>
          <p:spPr>
            <a:xfrm>
              <a:off x="-15" y="-12"/>
              <a:ext cx="9144000" cy="5142022"/>
            </a:xfrm>
            <a:custGeom>
              <a:avLst/>
              <a:gdLst/>
              <a:ahLst/>
              <a:cxnLst/>
              <a:rect l="l" t="t" r="r" b="b"/>
              <a:pathLst>
                <a:path w="4064000" h="2285343" extrusionOk="0">
                  <a:moveTo>
                    <a:pt x="0" y="0"/>
                  </a:moveTo>
                  <a:lnTo>
                    <a:pt x="0" y="2285343"/>
                  </a:lnTo>
                  <a:lnTo>
                    <a:pt x="4064000" y="2285343"/>
                  </a:lnTo>
                  <a:lnTo>
                    <a:pt x="4064000" y="0"/>
                  </a:lnTo>
                  <a:close/>
                  <a:moveTo>
                    <a:pt x="2928181" y="1644672"/>
                  </a:moveTo>
                  <a:cubicBezTo>
                    <a:pt x="2752031" y="1744652"/>
                    <a:pt x="2539574" y="1757330"/>
                    <a:pt x="2353575" y="1837405"/>
                  </a:cubicBezTo>
                  <a:cubicBezTo>
                    <a:pt x="2238351" y="1887067"/>
                    <a:pt x="2135800" y="1961427"/>
                    <a:pt x="2027667" y="2025015"/>
                  </a:cubicBezTo>
                  <a:cubicBezTo>
                    <a:pt x="1831098" y="2157840"/>
                    <a:pt x="1492781" y="2223332"/>
                    <a:pt x="1363048" y="1974828"/>
                  </a:cubicBezTo>
                  <a:cubicBezTo>
                    <a:pt x="1295031" y="1831362"/>
                    <a:pt x="1366725" y="1645657"/>
                    <a:pt x="1283213" y="1510665"/>
                  </a:cubicBezTo>
                  <a:cubicBezTo>
                    <a:pt x="1230296" y="1425269"/>
                    <a:pt x="1129385" y="1384410"/>
                    <a:pt x="1051782" y="1320165"/>
                  </a:cubicBezTo>
                  <a:cubicBezTo>
                    <a:pt x="821992" y="1139256"/>
                    <a:pt x="837289" y="755825"/>
                    <a:pt x="1081129" y="594097"/>
                  </a:cubicBezTo>
                  <a:cubicBezTo>
                    <a:pt x="1196287" y="513825"/>
                    <a:pt x="1340398" y="491227"/>
                    <a:pt x="1474530" y="449580"/>
                  </a:cubicBezTo>
                  <a:cubicBezTo>
                    <a:pt x="1963063" y="306639"/>
                    <a:pt x="1790195" y="86842"/>
                    <a:pt x="2168495" y="320828"/>
                  </a:cubicBezTo>
                  <a:cubicBezTo>
                    <a:pt x="2375700" y="414830"/>
                    <a:pt x="2611268" y="397422"/>
                    <a:pt x="2823988" y="466462"/>
                  </a:cubicBezTo>
                  <a:cubicBezTo>
                    <a:pt x="3336485" y="633839"/>
                    <a:pt x="3403715" y="1390190"/>
                    <a:pt x="2928181" y="1644672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" name="Google Shape;121;p12"/>
            <p:cNvSpPr/>
            <p:nvPr/>
          </p:nvSpPr>
          <p:spPr>
            <a:xfrm>
              <a:off x="-15" y="-12"/>
              <a:ext cx="9144000" cy="5142760"/>
            </a:xfrm>
            <a:custGeom>
              <a:avLst/>
              <a:gdLst/>
              <a:ahLst/>
              <a:cxnLst/>
              <a:rect l="l" t="t" r="r" b="b"/>
              <a:pathLst>
                <a:path w="4064000" h="2285671" extrusionOk="0">
                  <a:moveTo>
                    <a:pt x="0" y="0"/>
                  </a:moveTo>
                  <a:lnTo>
                    <a:pt x="0" y="2285343"/>
                  </a:lnTo>
                  <a:lnTo>
                    <a:pt x="1470656" y="2285343"/>
                  </a:lnTo>
                  <a:cubicBezTo>
                    <a:pt x="1204690" y="2184378"/>
                    <a:pt x="1192479" y="1951180"/>
                    <a:pt x="1261088" y="1710493"/>
                  </a:cubicBezTo>
                  <a:cubicBezTo>
                    <a:pt x="1271330" y="1635344"/>
                    <a:pt x="1261088" y="1550013"/>
                    <a:pt x="1204165" y="1499761"/>
                  </a:cubicBezTo>
                  <a:cubicBezTo>
                    <a:pt x="1167793" y="1467507"/>
                    <a:pt x="1118814" y="1455157"/>
                    <a:pt x="1073448" y="1437290"/>
                  </a:cubicBezTo>
                  <a:cubicBezTo>
                    <a:pt x="859283" y="1352550"/>
                    <a:pt x="718586" y="1111732"/>
                    <a:pt x="749903" y="883395"/>
                  </a:cubicBezTo>
                  <a:cubicBezTo>
                    <a:pt x="781220" y="655057"/>
                    <a:pt x="981532" y="461076"/>
                    <a:pt x="1210665" y="437165"/>
                  </a:cubicBezTo>
                  <a:cubicBezTo>
                    <a:pt x="1329893" y="424749"/>
                    <a:pt x="1459298" y="444982"/>
                    <a:pt x="1559946" y="379949"/>
                  </a:cubicBezTo>
                  <a:cubicBezTo>
                    <a:pt x="1685083" y="299019"/>
                    <a:pt x="1663286" y="117190"/>
                    <a:pt x="1869834" y="106680"/>
                  </a:cubicBezTo>
                  <a:cubicBezTo>
                    <a:pt x="2081175" y="95644"/>
                    <a:pt x="2338737" y="351308"/>
                    <a:pt x="2756167" y="384350"/>
                  </a:cubicBezTo>
                  <a:cubicBezTo>
                    <a:pt x="2901919" y="395911"/>
                    <a:pt x="3039793" y="478024"/>
                    <a:pt x="3144840" y="580302"/>
                  </a:cubicBezTo>
                  <a:cubicBezTo>
                    <a:pt x="3559644" y="1035335"/>
                    <a:pt x="3159810" y="1809684"/>
                    <a:pt x="2608839" y="1934166"/>
                  </a:cubicBezTo>
                  <a:cubicBezTo>
                    <a:pt x="2494863" y="1963070"/>
                    <a:pt x="2375175" y="1970887"/>
                    <a:pt x="2263629" y="2009052"/>
                  </a:cubicBezTo>
                  <a:cubicBezTo>
                    <a:pt x="2066009" y="2076122"/>
                    <a:pt x="1907323" y="2233448"/>
                    <a:pt x="1702678" y="2285672"/>
                  </a:cubicBezTo>
                  <a:lnTo>
                    <a:pt x="4064000" y="2285672"/>
                  </a:lnTo>
                  <a:lnTo>
                    <a:pt x="406400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" name="Google Shape;122;p12"/>
            <p:cNvSpPr/>
            <p:nvPr/>
          </p:nvSpPr>
          <p:spPr>
            <a:xfrm>
              <a:off x="-15" y="-12"/>
              <a:ext cx="9144000" cy="5142022"/>
            </a:xfrm>
            <a:custGeom>
              <a:avLst/>
              <a:gdLst/>
              <a:ahLst/>
              <a:cxnLst/>
              <a:rect l="l" t="t" r="r" b="b"/>
              <a:pathLst>
                <a:path w="4064000" h="2285343" extrusionOk="0">
                  <a:moveTo>
                    <a:pt x="0" y="0"/>
                  </a:moveTo>
                  <a:lnTo>
                    <a:pt x="0" y="2285343"/>
                  </a:lnTo>
                  <a:lnTo>
                    <a:pt x="1416163" y="2285343"/>
                  </a:lnTo>
                  <a:cubicBezTo>
                    <a:pt x="1016131" y="2089260"/>
                    <a:pt x="1245462" y="1851791"/>
                    <a:pt x="1134375" y="1571953"/>
                  </a:cubicBezTo>
                  <a:cubicBezTo>
                    <a:pt x="1082245" y="1479988"/>
                    <a:pt x="974900" y="1438932"/>
                    <a:pt x="887646" y="1379746"/>
                  </a:cubicBezTo>
                  <a:cubicBezTo>
                    <a:pt x="644725" y="1237790"/>
                    <a:pt x="576970" y="844243"/>
                    <a:pt x="798356" y="660378"/>
                  </a:cubicBezTo>
                  <a:cubicBezTo>
                    <a:pt x="1191231" y="477761"/>
                    <a:pt x="1102598" y="589959"/>
                    <a:pt x="1414653" y="229454"/>
                  </a:cubicBezTo>
                  <a:cubicBezTo>
                    <a:pt x="1579183" y="67398"/>
                    <a:pt x="1821709" y="34618"/>
                    <a:pt x="2050515" y="52814"/>
                  </a:cubicBezTo>
                  <a:cubicBezTo>
                    <a:pt x="2243013" y="68120"/>
                    <a:pt x="2368281" y="221046"/>
                    <a:pt x="2554608" y="260788"/>
                  </a:cubicBezTo>
                  <a:cubicBezTo>
                    <a:pt x="2689462" y="289560"/>
                    <a:pt x="2831538" y="284962"/>
                    <a:pt x="2960483" y="339287"/>
                  </a:cubicBezTo>
                  <a:cubicBezTo>
                    <a:pt x="3426629" y="523218"/>
                    <a:pt x="3494318" y="1497133"/>
                    <a:pt x="3143658" y="1800356"/>
                  </a:cubicBezTo>
                  <a:cubicBezTo>
                    <a:pt x="3081681" y="1850543"/>
                    <a:pt x="3007557" y="1882797"/>
                    <a:pt x="2934418" y="1914459"/>
                  </a:cubicBezTo>
                  <a:cubicBezTo>
                    <a:pt x="2621642" y="2045838"/>
                    <a:pt x="2314051" y="2199487"/>
                    <a:pt x="1985254" y="2285343"/>
                  </a:cubicBezTo>
                  <a:lnTo>
                    <a:pt x="4064000" y="2285343"/>
                  </a:lnTo>
                  <a:lnTo>
                    <a:pt x="406400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" name="Google Shape;123;p12"/>
            <p:cNvSpPr/>
            <p:nvPr/>
          </p:nvSpPr>
          <p:spPr>
            <a:xfrm>
              <a:off x="5408537" y="-12"/>
              <a:ext cx="3735448" cy="5142022"/>
            </a:xfrm>
            <a:custGeom>
              <a:avLst/>
              <a:gdLst/>
              <a:ahLst/>
              <a:cxnLst/>
              <a:rect l="l" t="t" r="r" b="b"/>
              <a:pathLst>
                <a:path w="1660199" h="2285343" extrusionOk="0">
                  <a:moveTo>
                    <a:pt x="12277" y="0"/>
                  </a:moveTo>
                  <a:cubicBezTo>
                    <a:pt x="549133" y="201339"/>
                    <a:pt x="949098" y="345528"/>
                    <a:pt x="1082901" y="960974"/>
                  </a:cubicBezTo>
                  <a:cubicBezTo>
                    <a:pt x="1153480" y="1137745"/>
                    <a:pt x="1237780" y="1246921"/>
                    <a:pt x="1196090" y="1454435"/>
                  </a:cubicBezTo>
                  <a:cubicBezTo>
                    <a:pt x="1161162" y="1696304"/>
                    <a:pt x="946604" y="1836289"/>
                    <a:pt x="738676" y="1927860"/>
                  </a:cubicBezTo>
                  <a:lnTo>
                    <a:pt x="0" y="2285343"/>
                  </a:lnTo>
                  <a:lnTo>
                    <a:pt x="1660200" y="2285343"/>
                  </a:lnTo>
                  <a:lnTo>
                    <a:pt x="166020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" name="Google Shape;124;p12"/>
            <p:cNvSpPr/>
            <p:nvPr/>
          </p:nvSpPr>
          <p:spPr>
            <a:xfrm>
              <a:off x="6171372" y="-12"/>
              <a:ext cx="2972610" cy="5142317"/>
            </a:xfrm>
            <a:custGeom>
              <a:avLst/>
              <a:gdLst/>
              <a:ahLst/>
              <a:cxnLst/>
              <a:rect l="l" t="t" r="r" b="b"/>
              <a:pathLst>
                <a:path w="1321160" h="2285474" extrusionOk="0">
                  <a:moveTo>
                    <a:pt x="1321161" y="0"/>
                  </a:moveTo>
                  <a:lnTo>
                    <a:pt x="0" y="0"/>
                  </a:lnTo>
                  <a:cubicBezTo>
                    <a:pt x="438374" y="300136"/>
                    <a:pt x="961113" y="748862"/>
                    <a:pt x="991970" y="1313268"/>
                  </a:cubicBezTo>
                  <a:cubicBezTo>
                    <a:pt x="960391" y="1723828"/>
                    <a:pt x="665340" y="2083873"/>
                    <a:pt x="318226" y="2285475"/>
                  </a:cubicBezTo>
                  <a:lnTo>
                    <a:pt x="1321161" y="2285475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" name="Google Shape;125;p12"/>
            <p:cNvSpPr/>
            <p:nvPr/>
          </p:nvSpPr>
          <p:spPr>
            <a:xfrm>
              <a:off x="-15" y="-12"/>
              <a:ext cx="3691132" cy="5142022"/>
            </a:xfrm>
            <a:custGeom>
              <a:avLst/>
              <a:gdLst/>
              <a:ahLst/>
              <a:cxnLst/>
              <a:rect l="l" t="t" r="r" b="b"/>
              <a:pathLst>
                <a:path w="1640503" h="2285343" extrusionOk="0">
                  <a:moveTo>
                    <a:pt x="962295" y="2241265"/>
                  </a:moveTo>
                  <a:cubicBezTo>
                    <a:pt x="959603" y="1786562"/>
                    <a:pt x="1193923" y="1717653"/>
                    <a:pt x="698693" y="1419356"/>
                  </a:cubicBezTo>
                  <a:cubicBezTo>
                    <a:pt x="447303" y="1226032"/>
                    <a:pt x="409814" y="829857"/>
                    <a:pt x="619908" y="592652"/>
                  </a:cubicBezTo>
                  <a:cubicBezTo>
                    <a:pt x="713925" y="482688"/>
                    <a:pt x="844971" y="412334"/>
                    <a:pt x="972734" y="344608"/>
                  </a:cubicBezTo>
                  <a:cubicBezTo>
                    <a:pt x="1195499" y="230505"/>
                    <a:pt x="1411830" y="101556"/>
                    <a:pt x="1640504" y="0"/>
                  </a:cubicBezTo>
                  <a:lnTo>
                    <a:pt x="0" y="0"/>
                  </a:lnTo>
                  <a:lnTo>
                    <a:pt x="0" y="2285343"/>
                  </a:lnTo>
                  <a:lnTo>
                    <a:pt x="973587" y="2285343"/>
                  </a:lnTo>
                  <a:cubicBezTo>
                    <a:pt x="968722" y="2270957"/>
                    <a:pt x="964947" y="2256223"/>
                    <a:pt x="962295" y="2241265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" name="Google Shape;126;p12"/>
            <p:cNvSpPr/>
            <p:nvPr/>
          </p:nvSpPr>
          <p:spPr>
            <a:xfrm>
              <a:off x="-15" y="-12"/>
              <a:ext cx="2881318" cy="5142022"/>
            </a:xfrm>
            <a:custGeom>
              <a:avLst/>
              <a:gdLst/>
              <a:ahLst/>
              <a:cxnLst/>
              <a:rect l="l" t="t" r="r" b="b"/>
              <a:pathLst>
                <a:path w="1280586" h="2285343" extrusionOk="0">
                  <a:moveTo>
                    <a:pt x="814113" y="2168153"/>
                  </a:moveTo>
                  <a:cubicBezTo>
                    <a:pt x="750954" y="1388022"/>
                    <a:pt x="-112400" y="736578"/>
                    <a:pt x="1008121" y="209813"/>
                  </a:cubicBezTo>
                  <a:cubicBezTo>
                    <a:pt x="1135294" y="165669"/>
                    <a:pt x="1259183" y="161202"/>
                    <a:pt x="1280587" y="0"/>
                  </a:cubicBezTo>
                  <a:lnTo>
                    <a:pt x="0" y="0"/>
                  </a:lnTo>
                  <a:lnTo>
                    <a:pt x="0" y="2285343"/>
                  </a:lnTo>
                  <a:lnTo>
                    <a:pt x="838274" y="2285343"/>
                  </a:lnTo>
                  <a:cubicBezTo>
                    <a:pt x="821880" y="2248478"/>
                    <a:pt x="813640" y="2208499"/>
                    <a:pt x="814113" y="216815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7" name="Google Shape;127;p12"/>
          <p:cNvSpPr txBox="1">
            <a:spLocks noGrp="1"/>
          </p:cNvSpPr>
          <p:nvPr>
            <p:ph type="sldNum" idx="12"/>
          </p:nvPr>
        </p:nvSpPr>
        <p:spPr>
          <a:xfrm>
            <a:off x="11307445" y="6333135"/>
            <a:ext cx="731600" cy="524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n">
                <a:solidFill>
                  <a:srgbClr val="CE0063"/>
                </a:solidFill>
              </a:rPr>
              <a:pPr/>
              <a:t>‹#›</a:t>
            </a:fld>
            <a:endParaRPr>
              <a:solidFill>
                <a:srgbClr val="CE006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68078231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background">
  <p:cSld name="Image background">
    <p:bg>
      <p:bgPr>
        <a:gradFill>
          <a:gsLst>
            <a:gs pos="0">
              <a:schemeClr val="accent1"/>
            </a:gs>
            <a:gs pos="78000">
              <a:schemeClr val="dk2"/>
            </a:gs>
            <a:gs pos="100000">
              <a:schemeClr val="dk2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3"/>
          <p:cNvSpPr txBox="1">
            <a:spLocks noGrp="1"/>
          </p:cNvSpPr>
          <p:nvPr>
            <p:ph type="sldNum" idx="12"/>
          </p:nvPr>
        </p:nvSpPr>
        <p:spPr>
          <a:xfrm>
            <a:off x="11307445" y="6333135"/>
            <a:ext cx="731600" cy="524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fld id="{00000000-1234-1234-1234-123412341234}" type="slidenum">
              <a:rPr lang="en">
                <a:solidFill>
                  <a:srgbClr val="FFFFFF"/>
                </a:solidFill>
              </a:rPr>
              <a:pPr/>
              <a:t>‹#›</a:t>
            </a:fld>
            <a:endParaRPr>
              <a:solidFill>
                <a:srgbClr val="FFFFFF"/>
              </a:solidFill>
            </a:endParaRPr>
          </a:p>
        </p:txBody>
      </p:sp>
      <p:grpSp>
        <p:nvGrpSpPr>
          <p:cNvPr id="130" name="Google Shape;130;p13"/>
          <p:cNvGrpSpPr/>
          <p:nvPr/>
        </p:nvGrpSpPr>
        <p:grpSpPr>
          <a:xfrm>
            <a:off x="0" y="0"/>
            <a:ext cx="12192667" cy="6869371"/>
            <a:chOff x="0" y="0"/>
            <a:chExt cx="9144500" cy="5152028"/>
          </a:xfrm>
        </p:grpSpPr>
        <p:sp>
          <p:nvSpPr>
            <p:cNvPr id="131" name="Google Shape;131;p13"/>
            <p:cNvSpPr/>
            <p:nvPr/>
          </p:nvSpPr>
          <p:spPr>
            <a:xfrm>
              <a:off x="7448736" y="0"/>
              <a:ext cx="1695764" cy="2915696"/>
            </a:xfrm>
            <a:custGeom>
              <a:avLst/>
              <a:gdLst/>
              <a:ahLst/>
              <a:cxnLst/>
              <a:rect l="l" t="t" r="r" b="b"/>
              <a:pathLst>
                <a:path w="650341" h="1112861" extrusionOk="0">
                  <a:moveTo>
                    <a:pt x="132487" y="368402"/>
                  </a:moveTo>
                  <a:cubicBezTo>
                    <a:pt x="193589" y="418171"/>
                    <a:pt x="286581" y="396776"/>
                    <a:pt x="350869" y="441884"/>
                  </a:cubicBezTo>
                  <a:cubicBezTo>
                    <a:pt x="392368" y="471007"/>
                    <a:pt x="413854" y="522153"/>
                    <a:pt x="433215" y="570521"/>
                  </a:cubicBezTo>
                  <a:lnTo>
                    <a:pt x="650341" y="1112861"/>
                  </a:lnTo>
                  <a:lnTo>
                    <a:pt x="650341" y="0"/>
                  </a:lnTo>
                  <a:lnTo>
                    <a:pt x="0" y="0"/>
                  </a:lnTo>
                  <a:cubicBezTo>
                    <a:pt x="100428" y="87537"/>
                    <a:pt x="29356" y="282822"/>
                    <a:pt x="132487" y="36840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285750" dist="9525" algn="bl" rotWithShape="0">
                <a:schemeClr val="dk1">
                  <a:alpha val="6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" name="Google Shape;132;p13"/>
            <p:cNvSpPr/>
            <p:nvPr/>
          </p:nvSpPr>
          <p:spPr>
            <a:xfrm>
              <a:off x="0" y="2610500"/>
              <a:ext cx="1994013" cy="2541528"/>
            </a:xfrm>
            <a:custGeom>
              <a:avLst/>
              <a:gdLst/>
              <a:ahLst/>
              <a:cxnLst/>
              <a:rect l="l" t="t" r="r" b="b"/>
              <a:pathLst>
                <a:path w="764722" h="970049" extrusionOk="0">
                  <a:moveTo>
                    <a:pt x="644837" y="872178"/>
                  </a:moveTo>
                  <a:cubicBezTo>
                    <a:pt x="570748" y="837236"/>
                    <a:pt x="484322" y="829146"/>
                    <a:pt x="416799" y="782830"/>
                  </a:cubicBezTo>
                  <a:cubicBezTo>
                    <a:pt x="191078" y="600537"/>
                    <a:pt x="329601" y="274007"/>
                    <a:pt x="0" y="0"/>
                  </a:cubicBezTo>
                  <a:lnTo>
                    <a:pt x="0" y="970050"/>
                  </a:lnTo>
                  <a:lnTo>
                    <a:pt x="764723" y="970050"/>
                  </a:lnTo>
                  <a:cubicBezTo>
                    <a:pt x="733074" y="928390"/>
                    <a:pt x="691985" y="894843"/>
                    <a:pt x="644837" y="87217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285750" dist="9525" algn="bl" rotWithShape="0">
                <a:schemeClr val="dk1">
                  <a:alpha val="6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" name="Google Shape;133;p13"/>
            <p:cNvSpPr/>
            <p:nvPr/>
          </p:nvSpPr>
          <p:spPr>
            <a:xfrm>
              <a:off x="7692032" y="0"/>
              <a:ext cx="1452406" cy="2617388"/>
            </a:xfrm>
            <a:custGeom>
              <a:avLst/>
              <a:gdLst/>
              <a:ahLst/>
              <a:cxnLst/>
              <a:rect l="l" t="t" r="r" b="b"/>
              <a:pathLst>
                <a:path w="557011" h="999003" extrusionOk="0">
                  <a:moveTo>
                    <a:pt x="90868" y="324815"/>
                  </a:moveTo>
                  <a:cubicBezTo>
                    <a:pt x="157932" y="373401"/>
                    <a:pt x="266109" y="333291"/>
                    <a:pt x="325545" y="390980"/>
                  </a:cubicBezTo>
                  <a:cubicBezTo>
                    <a:pt x="355987" y="420538"/>
                    <a:pt x="362457" y="466177"/>
                    <a:pt x="369313" y="508050"/>
                  </a:cubicBezTo>
                  <a:cubicBezTo>
                    <a:pt x="398137" y="682691"/>
                    <a:pt x="461967" y="849694"/>
                    <a:pt x="557011" y="999003"/>
                  </a:cubicBezTo>
                  <a:lnTo>
                    <a:pt x="557011" y="0"/>
                  </a:lnTo>
                  <a:lnTo>
                    <a:pt x="0" y="0"/>
                  </a:lnTo>
                  <a:cubicBezTo>
                    <a:pt x="61367" y="89348"/>
                    <a:pt x="-2559" y="257176"/>
                    <a:pt x="90868" y="32481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" name="Google Shape;134;p13"/>
            <p:cNvSpPr/>
            <p:nvPr/>
          </p:nvSpPr>
          <p:spPr>
            <a:xfrm>
              <a:off x="0" y="2756070"/>
              <a:ext cx="1616827" cy="2395888"/>
            </a:xfrm>
            <a:custGeom>
              <a:avLst/>
              <a:gdLst/>
              <a:ahLst/>
              <a:cxnLst/>
              <a:rect l="l" t="t" r="r" b="b"/>
              <a:pathLst>
                <a:path w="620068" h="914461" extrusionOk="0">
                  <a:moveTo>
                    <a:pt x="521668" y="806930"/>
                  </a:moveTo>
                  <a:cubicBezTo>
                    <a:pt x="443185" y="752621"/>
                    <a:pt x="348214" y="715795"/>
                    <a:pt x="293099" y="637894"/>
                  </a:cubicBezTo>
                  <a:cubicBezTo>
                    <a:pt x="242692" y="566706"/>
                    <a:pt x="235498" y="474967"/>
                    <a:pt x="215847" y="389942"/>
                  </a:cubicBezTo>
                  <a:cubicBezTo>
                    <a:pt x="181547" y="242415"/>
                    <a:pt x="106799" y="107374"/>
                    <a:pt x="0" y="0"/>
                  </a:cubicBezTo>
                  <a:lnTo>
                    <a:pt x="0" y="914461"/>
                  </a:lnTo>
                  <a:lnTo>
                    <a:pt x="620068" y="914461"/>
                  </a:lnTo>
                  <a:cubicBezTo>
                    <a:pt x="597689" y="872130"/>
                    <a:pt x="560898" y="834169"/>
                    <a:pt x="521668" y="80693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" name="Google Shape;135;p13"/>
            <p:cNvSpPr/>
            <p:nvPr/>
          </p:nvSpPr>
          <p:spPr>
            <a:xfrm>
              <a:off x="7879130" y="0"/>
              <a:ext cx="1265261" cy="1852036"/>
            </a:xfrm>
            <a:custGeom>
              <a:avLst/>
              <a:gdLst/>
              <a:ahLst/>
              <a:cxnLst/>
              <a:rect l="l" t="t" r="r" b="b"/>
              <a:pathLst>
                <a:path w="485239" h="706884" extrusionOk="0">
                  <a:moveTo>
                    <a:pt x="36719" y="207021"/>
                  </a:moveTo>
                  <a:cubicBezTo>
                    <a:pt x="131763" y="428627"/>
                    <a:pt x="309225" y="75390"/>
                    <a:pt x="354273" y="302961"/>
                  </a:cubicBezTo>
                  <a:cubicBezTo>
                    <a:pt x="322286" y="451181"/>
                    <a:pt x="348020" y="618600"/>
                    <a:pt x="485239" y="706885"/>
                  </a:cubicBezTo>
                  <a:lnTo>
                    <a:pt x="485239" y="0"/>
                  </a:lnTo>
                  <a:lnTo>
                    <a:pt x="0" y="0"/>
                  </a:lnTo>
                  <a:cubicBezTo>
                    <a:pt x="29790" y="64523"/>
                    <a:pt x="12964" y="141073"/>
                    <a:pt x="36719" y="20702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" name="Google Shape;136;p13"/>
            <p:cNvSpPr/>
            <p:nvPr/>
          </p:nvSpPr>
          <p:spPr>
            <a:xfrm>
              <a:off x="0" y="2919658"/>
              <a:ext cx="1258526" cy="2232214"/>
            </a:xfrm>
            <a:custGeom>
              <a:avLst/>
              <a:gdLst/>
              <a:ahLst/>
              <a:cxnLst/>
              <a:rect l="l" t="t" r="r" b="b"/>
              <a:pathLst>
                <a:path w="482656" h="851990" extrusionOk="0">
                  <a:moveTo>
                    <a:pt x="337133" y="689788"/>
                  </a:moveTo>
                  <a:cubicBezTo>
                    <a:pt x="31384" y="505394"/>
                    <a:pt x="281053" y="244595"/>
                    <a:pt x="0" y="0"/>
                  </a:cubicBezTo>
                  <a:lnTo>
                    <a:pt x="0" y="851990"/>
                  </a:lnTo>
                  <a:lnTo>
                    <a:pt x="482656" y="851990"/>
                  </a:lnTo>
                  <a:cubicBezTo>
                    <a:pt x="460784" y="779667"/>
                    <a:pt x="396713" y="732723"/>
                    <a:pt x="337133" y="689788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7" name="Google Shape;137;p13"/>
            <p:cNvSpPr/>
            <p:nvPr/>
          </p:nvSpPr>
          <p:spPr>
            <a:xfrm>
              <a:off x="8089575" y="0"/>
              <a:ext cx="1054762" cy="1217967"/>
            </a:xfrm>
            <a:custGeom>
              <a:avLst/>
              <a:gdLst/>
              <a:ahLst/>
              <a:cxnLst/>
              <a:rect l="l" t="t" r="r" b="b"/>
              <a:pathLst>
                <a:path w="404511" h="464873" extrusionOk="0">
                  <a:moveTo>
                    <a:pt x="332087" y="312355"/>
                  </a:moveTo>
                  <a:cubicBezTo>
                    <a:pt x="331532" y="370648"/>
                    <a:pt x="360091" y="427541"/>
                    <a:pt x="404511" y="464873"/>
                  </a:cubicBezTo>
                  <a:lnTo>
                    <a:pt x="404511" y="0"/>
                  </a:lnTo>
                  <a:lnTo>
                    <a:pt x="0" y="0"/>
                  </a:lnTo>
                  <a:cubicBezTo>
                    <a:pt x="115854" y="290307"/>
                    <a:pt x="370086" y="41607"/>
                    <a:pt x="332087" y="312355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" name="Google Shape;138;p13"/>
            <p:cNvSpPr/>
            <p:nvPr/>
          </p:nvSpPr>
          <p:spPr>
            <a:xfrm>
              <a:off x="0" y="3209153"/>
              <a:ext cx="1067917" cy="1942573"/>
            </a:xfrm>
            <a:custGeom>
              <a:avLst/>
              <a:gdLst/>
              <a:ahLst/>
              <a:cxnLst/>
              <a:rect l="l" t="t" r="r" b="b"/>
              <a:pathLst>
                <a:path w="409556" h="741440" extrusionOk="0">
                  <a:moveTo>
                    <a:pt x="60353" y="402089"/>
                  </a:moveTo>
                  <a:cubicBezTo>
                    <a:pt x="9029" y="275481"/>
                    <a:pt x="151438" y="85556"/>
                    <a:pt x="0" y="0"/>
                  </a:cubicBezTo>
                  <a:lnTo>
                    <a:pt x="0" y="741441"/>
                  </a:lnTo>
                  <a:lnTo>
                    <a:pt x="409556" y="741441"/>
                  </a:lnTo>
                  <a:cubicBezTo>
                    <a:pt x="406756" y="545262"/>
                    <a:pt x="123748" y="561248"/>
                    <a:pt x="60353" y="402089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" name="Google Shape;139;p13"/>
            <p:cNvSpPr/>
            <p:nvPr/>
          </p:nvSpPr>
          <p:spPr>
            <a:xfrm>
              <a:off x="8338976" y="0"/>
              <a:ext cx="805298" cy="1045498"/>
            </a:xfrm>
            <a:custGeom>
              <a:avLst/>
              <a:gdLst/>
              <a:ahLst/>
              <a:cxnLst/>
              <a:rect l="l" t="t" r="r" b="b"/>
              <a:pathLst>
                <a:path w="308839" h="399045" extrusionOk="0">
                  <a:moveTo>
                    <a:pt x="221931" y="110694"/>
                  </a:moveTo>
                  <a:cubicBezTo>
                    <a:pt x="289164" y="159280"/>
                    <a:pt x="230259" y="295813"/>
                    <a:pt x="308839" y="399046"/>
                  </a:cubicBezTo>
                  <a:lnTo>
                    <a:pt x="308839" y="0"/>
                  </a:lnTo>
                  <a:lnTo>
                    <a:pt x="0" y="0"/>
                  </a:lnTo>
                  <a:cubicBezTo>
                    <a:pt x="48114" y="152398"/>
                    <a:pt x="145137" y="74666"/>
                    <a:pt x="221931" y="11069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" name="Google Shape;140;p13"/>
            <p:cNvSpPr/>
            <p:nvPr/>
          </p:nvSpPr>
          <p:spPr>
            <a:xfrm>
              <a:off x="0" y="3473794"/>
              <a:ext cx="731962" cy="1677798"/>
            </a:xfrm>
            <a:custGeom>
              <a:avLst/>
              <a:gdLst/>
              <a:ahLst/>
              <a:cxnLst/>
              <a:rect l="l" t="t" r="r" b="b"/>
              <a:pathLst>
                <a:path w="280714" h="640381" extrusionOk="0">
                  <a:moveTo>
                    <a:pt x="204452" y="530242"/>
                  </a:moveTo>
                  <a:cubicBezTo>
                    <a:pt x="-41306" y="421045"/>
                    <a:pt x="111050" y="186471"/>
                    <a:pt x="0" y="0"/>
                  </a:cubicBezTo>
                  <a:lnTo>
                    <a:pt x="0" y="640381"/>
                  </a:lnTo>
                  <a:lnTo>
                    <a:pt x="280715" y="640381"/>
                  </a:lnTo>
                  <a:cubicBezTo>
                    <a:pt x="280377" y="593220"/>
                    <a:pt x="242475" y="556201"/>
                    <a:pt x="204452" y="530242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" name="Google Shape;141;p13"/>
            <p:cNvSpPr/>
            <p:nvPr/>
          </p:nvSpPr>
          <p:spPr>
            <a:xfrm>
              <a:off x="8556976" y="0"/>
              <a:ext cx="369694" cy="131794"/>
            </a:xfrm>
            <a:custGeom>
              <a:avLst/>
              <a:gdLst/>
              <a:ahLst/>
              <a:cxnLst/>
              <a:rect l="l" t="t" r="r" b="b"/>
              <a:pathLst>
                <a:path w="141781" h="50303" extrusionOk="0">
                  <a:moveTo>
                    <a:pt x="141782" y="0"/>
                  </a:moveTo>
                  <a:lnTo>
                    <a:pt x="0" y="0"/>
                  </a:lnTo>
                  <a:cubicBezTo>
                    <a:pt x="22572" y="66793"/>
                    <a:pt x="119499" y="67349"/>
                    <a:pt x="14178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" name="Google Shape;142;p13"/>
            <p:cNvSpPr/>
            <p:nvPr/>
          </p:nvSpPr>
          <p:spPr>
            <a:xfrm>
              <a:off x="0" y="4839027"/>
              <a:ext cx="326660" cy="311874"/>
            </a:xfrm>
            <a:custGeom>
              <a:avLst/>
              <a:gdLst/>
              <a:ahLst/>
              <a:cxnLst/>
              <a:rect l="l" t="t" r="r" b="b"/>
              <a:pathLst>
                <a:path w="125277" h="119036" extrusionOk="0">
                  <a:moveTo>
                    <a:pt x="0" y="1339"/>
                  </a:moveTo>
                  <a:lnTo>
                    <a:pt x="0" y="119037"/>
                  </a:lnTo>
                  <a:lnTo>
                    <a:pt x="124231" y="119037"/>
                  </a:lnTo>
                  <a:cubicBezTo>
                    <a:pt x="134491" y="50143"/>
                    <a:pt x="67596" y="-9793"/>
                    <a:pt x="0" y="133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10713293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bg>
      <p:bgPr>
        <a:gradFill>
          <a:gsLst>
            <a:gs pos="0">
              <a:schemeClr val="accent1"/>
            </a:gs>
            <a:gs pos="37000">
              <a:schemeClr val="dk2"/>
            </a:gs>
            <a:gs pos="100000">
              <a:schemeClr val="dk2"/>
            </a:gs>
          </a:gsLst>
          <a:lin ang="10800025" scaled="0"/>
        </a:gra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-11" y="-17"/>
            <a:ext cx="10281021" cy="6856029"/>
            <a:chOff x="-8" y="-13"/>
            <a:chExt cx="7710766" cy="5142022"/>
          </a:xfrm>
        </p:grpSpPr>
        <p:sp>
          <p:nvSpPr>
            <p:cNvPr id="11" name="Google Shape;11;p2"/>
            <p:cNvSpPr/>
            <p:nvPr/>
          </p:nvSpPr>
          <p:spPr>
            <a:xfrm>
              <a:off x="-8" y="-13"/>
              <a:ext cx="7710766" cy="5142022"/>
            </a:xfrm>
            <a:custGeom>
              <a:avLst/>
              <a:gdLst/>
              <a:ahLst/>
              <a:cxnLst/>
              <a:rect l="l" t="t" r="r" b="b"/>
              <a:pathLst>
                <a:path w="3427007" h="2285343" extrusionOk="0">
                  <a:moveTo>
                    <a:pt x="3264200" y="1931013"/>
                  </a:moveTo>
                  <a:cubicBezTo>
                    <a:pt x="3059555" y="1738083"/>
                    <a:pt x="2707189" y="1625228"/>
                    <a:pt x="2663923" y="1311888"/>
                  </a:cubicBezTo>
                  <a:cubicBezTo>
                    <a:pt x="2646918" y="776320"/>
                    <a:pt x="3405816" y="668129"/>
                    <a:pt x="3258554" y="0"/>
                  </a:cubicBezTo>
                  <a:lnTo>
                    <a:pt x="0" y="0"/>
                  </a:lnTo>
                  <a:lnTo>
                    <a:pt x="0" y="2285343"/>
                  </a:lnTo>
                  <a:lnTo>
                    <a:pt x="3426103" y="2285343"/>
                  </a:lnTo>
                  <a:cubicBezTo>
                    <a:pt x="3436148" y="2153964"/>
                    <a:pt x="3361302" y="2023504"/>
                    <a:pt x="3264200" y="193101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-8" y="-13"/>
              <a:ext cx="7536339" cy="5142022"/>
            </a:xfrm>
            <a:custGeom>
              <a:avLst/>
              <a:gdLst/>
              <a:ahLst/>
              <a:cxnLst/>
              <a:rect l="l" t="t" r="r" b="b"/>
              <a:pathLst>
                <a:path w="3349484" h="2285343" extrusionOk="0">
                  <a:moveTo>
                    <a:pt x="3135123" y="1986849"/>
                  </a:moveTo>
                  <a:cubicBezTo>
                    <a:pt x="3002568" y="1888315"/>
                    <a:pt x="2836659" y="1848901"/>
                    <a:pt x="2687952" y="1777628"/>
                  </a:cubicBezTo>
                  <a:cubicBezTo>
                    <a:pt x="2379377" y="1643884"/>
                    <a:pt x="2269472" y="1317800"/>
                    <a:pt x="2551129" y="1092748"/>
                  </a:cubicBezTo>
                  <a:cubicBezTo>
                    <a:pt x="2647246" y="1012409"/>
                    <a:pt x="2763520" y="961040"/>
                    <a:pt x="2873688" y="901459"/>
                  </a:cubicBezTo>
                  <a:cubicBezTo>
                    <a:pt x="3268796" y="717528"/>
                    <a:pt x="3285865" y="371278"/>
                    <a:pt x="3154688" y="0"/>
                  </a:cubicBezTo>
                  <a:lnTo>
                    <a:pt x="0" y="0"/>
                  </a:lnTo>
                  <a:lnTo>
                    <a:pt x="0" y="2285343"/>
                  </a:lnTo>
                  <a:lnTo>
                    <a:pt x="3349485" y="2285343"/>
                  </a:lnTo>
                  <a:cubicBezTo>
                    <a:pt x="3310420" y="2166169"/>
                    <a:pt x="3235575" y="2061939"/>
                    <a:pt x="3135123" y="1986849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-8" y="-13"/>
              <a:ext cx="6852517" cy="5142022"/>
            </a:xfrm>
            <a:custGeom>
              <a:avLst/>
              <a:gdLst/>
              <a:ahLst/>
              <a:cxnLst/>
              <a:rect l="l" t="t" r="r" b="b"/>
              <a:pathLst>
                <a:path w="3045563" h="2285343" extrusionOk="0">
                  <a:moveTo>
                    <a:pt x="2807574" y="2063115"/>
                  </a:moveTo>
                  <a:cubicBezTo>
                    <a:pt x="2956478" y="1994404"/>
                    <a:pt x="2840008" y="1887198"/>
                    <a:pt x="2727411" y="1875177"/>
                  </a:cubicBezTo>
                  <a:cubicBezTo>
                    <a:pt x="2250301" y="1750695"/>
                    <a:pt x="2181824" y="1070150"/>
                    <a:pt x="2624661" y="853112"/>
                  </a:cubicBezTo>
                  <a:cubicBezTo>
                    <a:pt x="2701215" y="814552"/>
                    <a:pt x="2785909" y="794451"/>
                    <a:pt x="2863446" y="757796"/>
                  </a:cubicBezTo>
                  <a:cubicBezTo>
                    <a:pt x="3297881" y="540560"/>
                    <a:pt x="2793262" y="253036"/>
                    <a:pt x="2983397" y="0"/>
                  </a:cubicBezTo>
                  <a:lnTo>
                    <a:pt x="0" y="0"/>
                  </a:lnTo>
                  <a:lnTo>
                    <a:pt x="0" y="2285343"/>
                  </a:lnTo>
                  <a:lnTo>
                    <a:pt x="2681190" y="2285343"/>
                  </a:lnTo>
                  <a:cubicBezTo>
                    <a:pt x="2683685" y="2196596"/>
                    <a:pt x="2730299" y="2108047"/>
                    <a:pt x="2807574" y="2063115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-8" y="-13"/>
              <a:ext cx="6478551" cy="5142022"/>
            </a:xfrm>
            <a:custGeom>
              <a:avLst/>
              <a:gdLst/>
              <a:ahLst/>
              <a:cxnLst/>
              <a:rect l="l" t="t" r="r" b="b"/>
              <a:pathLst>
                <a:path w="2879356" h="2285343" extrusionOk="0">
                  <a:moveTo>
                    <a:pt x="2483636" y="1975748"/>
                  </a:moveTo>
                  <a:cubicBezTo>
                    <a:pt x="2425729" y="1949472"/>
                    <a:pt x="2357974" y="1946319"/>
                    <a:pt x="2304203" y="1912292"/>
                  </a:cubicBezTo>
                  <a:cubicBezTo>
                    <a:pt x="2200338" y="1846602"/>
                    <a:pt x="2149981" y="1693020"/>
                    <a:pt x="2194297" y="1578391"/>
                  </a:cubicBezTo>
                  <a:cubicBezTo>
                    <a:pt x="2362898" y="1262161"/>
                    <a:pt x="2082226" y="851863"/>
                    <a:pt x="2213994" y="698938"/>
                  </a:cubicBezTo>
                  <a:cubicBezTo>
                    <a:pt x="2289890" y="640671"/>
                    <a:pt x="2476086" y="701106"/>
                    <a:pt x="2569840" y="720484"/>
                  </a:cubicBezTo>
                  <a:cubicBezTo>
                    <a:pt x="3121795" y="827427"/>
                    <a:pt x="2785252" y="260657"/>
                    <a:pt x="2696422" y="0"/>
                  </a:cubicBezTo>
                  <a:lnTo>
                    <a:pt x="0" y="0"/>
                  </a:lnTo>
                  <a:lnTo>
                    <a:pt x="0" y="2285343"/>
                  </a:lnTo>
                  <a:lnTo>
                    <a:pt x="2605819" y="2285343"/>
                  </a:lnTo>
                  <a:cubicBezTo>
                    <a:pt x="2646787" y="2172291"/>
                    <a:pt x="2595314" y="2026460"/>
                    <a:pt x="2483636" y="197574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-8" y="-13"/>
              <a:ext cx="6272190" cy="5142022"/>
            </a:xfrm>
            <a:custGeom>
              <a:avLst/>
              <a:gdLst/>
              <a:ahLst/>
              <a:cxnLst/>
              <a:rect l="l" t="t" r="r" b="b"/>
              <a:pathLst>
                <a:path w="2787640" h="2285343" extrusionOk="0">
                  <a:moveTo>
                    <a:pt x="2551129" y="2165460"/>
                  </a:moveTo>
                  <a:cubicBezTo>
                    <a:pt x="2474839" y="1961822"/>
                    <a:pt x="2182086" y="2092478"/>
                    <a:pt x="2041192" y="1984090"/>
                  </a:cubicBezTo>
                  <a:cubicBezTo>
                    <a:pt x="1755530" y="1606309"/>
                    <a:pt x="2254765" y="1476178"/>
                    <a:pt x="2067125" y="765219"/>
                  </a:cubicBezTo>
                  <a:cubicBezTo>
                    <a:pt x="2053010" y="702617"/>
                    <a:pt x="2051631" y="620702"/>
                    <a:pt x="2107765" y="589762"/>
                  </a:cubicBezTo>
                  <a:cubicBezTo>
                    <a:pt x="2139214" y="572223"/>
                    <a:pt x="2178081" y="579120"/>
                    <a:pt x="2213403" y="586543"/>
                  </a:cubicBezTo>
                  <a:cubicBezTo>
                    <a:pt x="2363423" y="609994"/>
                    <a:pt x="2512983" y="669378"/>
                    <a:pt x="2665433" y="663991"/>
                  </a:cubicBezTo>
                  <a:cubicBezTo>
                    <a:pt x="2829568" y="636467"/>
                    <a:pt x="2809872" y="484724"/>
                    <a:pt x="2714805" y="382445"/>
                  </a:cubicBezTo>
                  <a:cubicBezTo>
                    <a:pt x="2614157" y="255007"/>
                    <a:pt x="2513443" y="127523"/>
                    <a:pt x="2412795" y="0"/>
                  </a:cubicBezTo>
                  <a:lnTo>
                    <a:pt x="0" y="0"/>
                  </a:lnTo>
                  <a:lnTo>
                    <a:pt x="0" y="2285343"/>
                  </a:lnTo>
                  <a:lnTo>
                    <a:pt x="2536094" y="2285343"/>
                  </a:lnTo>
                  <a:cubicBezTo>
                    <a:pt x="2555134" y="2247966"/>
                    <a:pt x="2563012" y="2205202"/>
                    <a:pt x="2551129" y="216546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-8" y="-13"/>
              <a:ext cx="5978795" cy="5142022"/>
            </a:xfrm>
            <a:custGeom>
              <a:avLst/>
              <a:gdLst/>
              <a:ahLst/>
              <a:cxnLst/>
              <a:rect l="l" t="t" r="r" b="b"/>
              <a:pathLst>
                <a:path w="2657242" h="2285343" extrusionOk="0">
                  <a:moveTo>
                    <a:pt x="2007248" y="2113499"/>
                  </a:moveTo>
                  <a:cubicBezTo>
                    <a:pt x="1570122" y="1477098"/>
                    <a:pt x="2433082" y="1775854"/>
                    <a:pt x="2003441" y="835244"/>
                  </a:cubicBezTo>
                  <a:cubicBezTo>
                    <a:pt x="1977901" y="745052"/>
                    <a:pt x="1922620" y="648094"/>
                    <a:pt x="1965558" y="564800"/>
                  </a:cubicBezTo>
                  <a:cubicBezTo>
                    <a:pt x="2004426" y="489322"/>
                    <a:pt x="2106518" y="470798"/>
                    <a:pt x="2189570" y="488337"/>
                  </a:cubicBezTo>
                  <a:cubicBezTo>
                    <a:pt x="2272623" y="505876"/>
                    <a:pt x="2348716" y="549428"/>
                    <a:pt x="2432491" y="564274"/>
                  </a:cubicBezTo>
                  <a:cubicBezTo>
                    <a:pt x="2646524" y="602374"/>
                    <a:pt x="2740016" y="398211"/>
                    <a:pt x="2567739" y="263810"/>
                  </a:cubicBezTo>
                  <a:cubicBezTo>
                    <a:pt x="2468142" y="185967"/>
                    <a:pt x="2311687" y="141430"/>
                    <a:pt x="2287855" y="0"/>
                  </a:cubicBezTo>
                  <a:lnTo>
                    <a:pt x="0" y="0"/>
                  </a:lnTo>
                  <a:lnTo>
                    <a:pt x="0" y="2285343"/>
                  </a:lnTo>
                  <a:lnTo>
                    <a:pt x="2023268" y="2285343"/>
                  </a:lnTo>
                  <a:cubicBezTo>
                    <a:pt x="2055570" y="2233645"/>
                    <a:pt x="2039156" y="2165000"/>
                    <a:pt x="2007248" y="211349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" name="Google Shape;17;p2"/>
          <p:cNvSpPr txBox="1">
            <a:spLocks noGrp="1"/>
          </p:cNvSpPr>
          <p:nvPr>
            <p:ph type="ctrTitle"/>
          </p:nvPr>
        </p:nvSpPr>
        <p:spPr>
          <a:xfrm>
            <a:off x="914400" y="878100"/>
            <a:ext cx="4826800" cy="5101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194421190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ubtitle">
  <p:cSld name="Subtitle">
    <p:bg>
      <p:bgPr>
        <a:gradFill>
          <a:gsLst>
            <a:gs pos="0">
              <a:schemeClr val="accent1"/>
            </a:gs>
            <a:gs pos="37000">
              <a:schemeClr val="dk2"/>
            </a:gs>
            <a:gs pos="100000">
              <a:schemeClr val="dk2"/>
            </a:gs>
          </a:gsLst>
          <a:lin ang="10800025" scaled="0"/>
        </a:gradFill>
        <a:effectLst/>
      </p:bgPr>
    </p:bg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oogle Shape;19;p3"/>
          <p:cNvGrpSpPr/>
          <p:nvPr/>
        </p:nvGrpSpPr>
        <p:grpSpPr>
          <a:xfrm>
            <a:off x="-10" y="-20"/>
            <a:ext cx="11928345" cy="6856029"/>
            <a:chOff x="-8" y="-15"/>
            <a:chExt cx="8946259" cy="5142022"/>
          </a:xfrm>
        </p:grpSpPr>
        <p:sp>
          <p:nvSpPr>
            <p:cNvPr id="20" name="Google Shape;20;p3"/>
            <p:cNvSpPr/>
            <p:nvPr/>
          </p:nvSpPr>
          <p:spPr>
            <a:xfrm>
              <a:off x="-8" y="-15"/>
              <a:ext cx="8946259" cy="5142022"/>
            </a:xfrm>
            <a:custGeom>
              <a:avLst/>
              <a:gdLst/>
              <a:ahLst/>
              <a:cxnLst/>
              <a:rect l="l" t="t" r="r" b="b"/>
              <a:pathLst>
                <a:path w="3976115" h="2285343" extrusionOk="0">
                  <a:moveTo>
                    <a:pt x="3715113" y="1727704"/>
                  </a:moveTo>
                  <a:cubicBezTo>
                    <a:pt x="3553145" y="1479660"/>
                    <a:pt x="3183314" y="1298028"/>
                    <a:pt x="3214303" y="961828"/>
                  </a:cubicBezTo>
                  <a:cubicBezTo>
                    <a:pt x="3275164" y="519540"/>
                    <a:pt x="4004911" y="481834"/>
                    <a:pt x="3975235" y="0"/>
                  </a:cubicBezTo>
                  <a:lnTo>
                    <a:pt x="0" y="0"/>
                  </a:lnTo>
                  <a:lnTo>
                    <a:pt x="0" y="2285343"/>
                  </a:lnTo>
                  <a:lnTo>
                    <a:pt x="3797837" y="2285343"/>
                  </a:lnTo>
                  <a:cubicBezTo>
                    <a:pt x="3851674" y="2096210"/>
                    <a:pt x="3821539" y="1893038"/>
                    <a:pt x="3715113" y="172770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" name="Google Shape;21;p3"/>
            <p:cNvSpPr/>
            <p:nvPr/>
          </p:nvSpPr>
          <p:spPr>
            <a:xfrm>
              <a:off x="-8" y="279"/>
              <a:ext cx="8777943" cy="5141725"/>
            </a:xfrm>
            <a:custGeom>
              <a:avLst/>
              <a:gdLst/>
              <a:ahLst/>
              <a:cxnLst/>
              <a:rect l="l" t="t" r="r" b="b"/>
              <a:pathLst>
                <a:path w="3901308" h="2285211" extrusionOk="0">
                  <a:moveTo>
                    <a:pt x="3708416" y="1627264"/>
                  </a:moveTo>
                  <a:cubicBezTo>
                    <a:pt x="3572709" y="1407927"/>
                    <a:pt x="3290527" y="1355375"/>
                    <a:pt x="3101311" y="1197194"/>
                  </a:cubicBezTo>
                  <a:cubicBezTo>
                    <a:pt x="2819851" y="972075"/>
                    <a:pt x="2929822" y="645861"/>
                    <a:pt x="3238200" y="512379"/>
                  </a:cubicBezTo>
                  <a:cubicBezTo>
                    <a:pt x="3501671" y="404123"/>
                    <a:pt x="3817403" y="307231"/>
                    <a:pt x="3901309" y="0"/>
                  </a:cubicBezTo>
                  <a:lnTo>
                    <a:pt x="0" y="0"/>
                  </a:lnTo>
                  <a:lnTo>
                    <a:pt x="0" y="2285212"/>
                  </a:lnTo>
                  <a:lnTo>
                    <a:pt x="3706316" y="2285212"/>
                  </a:lnTo>
                  <a:cubicBezTo>
                    <a:pt x="3772955" y="2075136"/>
                    <a:pt x="3829155" y="1827421"/>
                    <a:pt x="3708416" y="162726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" name="Google Shape;22;p3"/>
            <p:cNvSpPr/>
            <p:nvPr/>
          </p:nvSpPr>
          <p:spPr>
            <a:xfrm>
              <a:off x="-8" y="-15"/>
              <a:ext cx="8089742" cy="5142022"/>
            </a:xfrm>
            <a:custGeom>
              <a:avLst/>
              <a:gdLst/>
              <a:ahLst/>
              <a:cxnLst/>
              <a:rect l="l" t="t" r="r" b="b"/>
              <a:pathLst>
                <a:path w="3595441" h="2285343" extrusionOk="0">
                  <a:moveTo>
                    <a:pt x="3552685" y="1939028"/>
                  </a:moveTo>
                  <a:cubicBezTo>
                    <a:pt x="3582951" y="1866769"/>
                    <a:pt x="3608688" y="1786430"/>
                    <a:pt x="3587941" y="1710756"/>
                  </a:cubicBezTo>
                  <a:cubicBezTo>
                    <a:pt x="3534498" y="1533394"/>
                    <a:pt x="3320006" y="1508301"/>
                    <a:pt x="3174975" y="1437027"/>
                  </a:cubicBezTo>
                  <a:cubicBezTo>
                    <a:pt x="2668322" y="1141424"/>
                    <a:pt x="2837184" y="491490"/>
                    <a:pt x="3386710" y="375811"/>
                  </a:cubicBezTo>
                  <a:cubicBezTo>
                    <a:pt x="3539619" y="223214"/>
                    <a:pt x="3233605" y="269393"/>
                    <a:pt x="3231504" y="0"/>
                  </a:cubicBezTo>
                  <a:lnTo>
                    <a:pt x="0" y="0"/>
                  </a:lnTo>
                  <a:lnTo>
                    <a:pt x="0" y="2285343"/>
                  </a:lnTo>
                  <a:lnTo>
                    <a:pt x="3529771" y="2285343"/>
                  </a:lnTo>
                  <a:cubicBezTo>
                    <a:pt x="3445799" y="2181620"/>
                    <a:pt x="3505348" y="2046627"/>
                    <a:pt x="3552685" y="1939028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" name="Google Shape;23;p3"/>
            <p:cNvSpPr/>
            <p:nvPr/>
          </p:nvSpPr>
          <p:spPr>
            <a:xfrm>
              <a:off x="-8" y="-15"/>
              <a:ext cx="7722567" cy="5142022"/>
            </a:xfrm>
            <a:custGeom>
              <a:avLst/>
              <a:gdLst/>
              <a:ahLst/>
              <a:cxnLst/>
              <a:rect l="l" t="t" r="r" b="b"/>
              <a:pathLst>
                <a:path w="3432252" h="2285343" extrusionOk="0">
                  <a:moveTo>
                    <a:pt x="3391175" y="1610448"/>
                  </a:moveTo>
                  <a:cubicBezTo>
                    <a:pt x="3154820" y="1398993"/>
                    <a:pt x="2585794" y="1926152"/>
                    <a:pt x="2757348" y="1289817"/>
                  </a:cubicBezTo>
                  <a:cubicBezTo>
                    <a:pt x="2798382" y="1034087"/>
                    <a:pt x="2836134" y="949413"/>
                    <a:pt x="2744218" y="711748"/>
                  </a:cubicBezTo>
                  <a:cubicBezTo>
                    <a:pt x="2699901" y="597119"/>
                    <a:pt x="2750258" y="443405"/>
                    <a:pt x="2854123" y="377781"/>
                  </a:cubicBezTo>
                  <a:cubicBezTo>
                    <a:pt x="2907894" y="343820"/>
                    <a:pt x="2975649" y="340667"/>
                    <a:pt x="3033622" y="314391"/>
                  </a:cubicBezTo>
                  <a:cubicBezTo>
                    <a:pt x="3146810" y="262956"/>
                    <a:pt x="3198151" y="113643"/>
                    <a:pt x="3154032" y="0"/>
                  </a:cubicBezTo>
                  <a:lnTo>
                    <a:pt x="0" y="0"/>
                  </a:lnTo>
                  <a:lnTo>
                    <a:pt x="0" y="2285343"/>
                  </a:lnTo>
                  <a:lnTo>
                    <a:pt x="3248902" y="2285343"/>
                  </a:lnTo>
                  <a:cubicBezTo>
                    <a:pt x="3296108" y="2104303"/>
                    <a:pt x="3524059" y="1769220"/>
                    <a:pt x="3391175" y="161044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" name="Google Shape;24;p3"/>
            <p:cNvSpPr/>
            <p:nvPr/>
          </p:nvSpPr>
          <p:spPr>
            <a:xfrm>
              <a:off x="-8" y="279"/>
              <a:ext cx="7515353" cy="5141725"/>
            </a:xfrm>
            <a:custGeom>
              <a:avLst/>
              <a:gdLst/>
              <a:ahLst/>
              <a:cxnLst/>
              <a:rect l="l" t="t" r="r" b="b"/>
              <a:pathLst>
                <a:path w="3340157" h="2285211" extrusionOk="0">
                  <a:moveTo>
                    <a:pt x="3332546" y="1708063"/>
                  </a:moveTo>
                  <a:cubicBezTo>
                    <a:pt x="3232751" y="1497856"/>
                    <a:pt x="2822478" y="1757067"/>
                    <a:pt x="2658145" y="1700246"/>
                  </a:cubicBezTo>
                  <a:cubicBezTo>
                    <a:pt x="2602077" y="1669043"/>
                    <a:pt x="2603390" y="1587391"/>
                    <a:pt x="2617571" y="1524788"/>
                  </a:cubicBezTo>
                  <a:cubicBezTo>
                    <a:pt x="2805211" y="813501"/>
                    <a:pt x="2305910" y="683961"/>
                    <a:pt x="2591309" y="305851"/>
                  </a:cubicBezTo>
                  <a:cubicBezTo>
                    <a:pt x="2667271" y="248438"/>
                    <a:pt x="2771859" y="256978"/>
                    <a:pt x="2867057" y="253299"/>
                  </a:cubicBezTo>
                  <a:cubicBezTo>
                    <a:pt x="3011497" y="258160"/>
                    <a:pt x="3169526" y="147013"/>
                    <a:pt x="3083716" y="0"/>
                  </a:cubicBezTo>
                  <a:lnTo>
                    <a:pt x="0" y="0"/>
                  </a:lnTo>
                  <a:lnTo>
                    <a:pt x="0" y="2285212"/>
                  </a:lnTo>
                  <a:lnTo>
                    <a:pt x="2966654" y="2285212"/>
                  </a:lnTo>
                  <a:lnTo>
                    <a:pt x="3265185" y="1907496"/>
                  </a:lnTo>
                  <a:cubicBezTo>
                    <a:pt x="3310814" y="1849755"/>
                    <a:pt x="3359202" y="1776708"/>
                    <a:pt x="3332546" y="1708063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" name="Google Shape;25;p3"/>
            <p:cNvSpPr/>
            <p:nvPr/>
          </p:nvSpPr>
          <p:spPr>
            <a:xfrm>
              <a:off x="-8" y="-15"/>
              <a:ext cx="6899245" cy="5142022"/>
            </a:xfrm>
            <a:custGeom>
              <a:avLst/>
              <a:gdLst/>
              <a:ahLst/>
              <a:cxnLst/>
              <a:rect l="l" t="t" r="r" b="b"/>
              <a:pathLst>
                <a:path w="3066331" h="2285343" extrusionOk="0">
                  <a:moveTo>
                    <a:pt x="2774025" y="2159416"/>
                  </a:moveTo>
                  <a:cubicBezTo>
                    <a:pt x="2884784" y="2071195"/>
                    <a:pt x="3113261" y="1994798"/>
                    <a:pt x="3057783" y="1815794"/>
                  </a:cubicBezTo>
                  <a:cubicBezTo>
                    <a:pt x="2965867" y="1636921"/>
                    <a:pt x="2740147" y="1764293"/>
                    <a:pt x="2598203" y="1801802"/>
                  </a:cubicBezTo>
                  <a:cubicBezTo>
                    <a:pt x="2515150" y="1819341"/>
                    <a:pt x="2413058" y="1800751"/>
                    <a:pt x="2374190" y="1725339"/>
                  </a:cubicBezTo>
                  <a:cubicBezTo>
                    <a:pt x="2293436" y="1490236"/>
                    <a:pt x="2625778" y="1181823"/>
                    <a:pt x="2584810" y="955785"/>
                  </a:cubicBezTo>
                  <a:cubicBezTo>
                    <a:pt x="2401896" y="572091"/>
                    <a:pt x="2113871" y="610914"/>
                    <a:pt x="2415881" y="176640"/>
                  </a:cubicBezTo>
                  <a:cubicBezTo>
                    <a:pt x="2448708" y="123562"/>
                    <a:pt x="2465253" y="51829"/>
                    <a:pt x="2429011" y="0"/>
                  </a:cubicBezTo>
                  <a:lnTo>
                    <a:pt x="0" y="0"/>
                  </a:lnTo>
                  <a:lnTo>
                    <a:pt x="0" y="2285343"/>
                  </a:lnTo>
                  <a:lnTo>
                    <a:pt x="2697013" y="2285343"/>
                  </a:lnTo>
                  <a:cubicBezTo>
                    <a:pt x="2706335" y="2237916"/>
                    <a:pt x="2736733" y="2191604"/>
                    <a:pt x="2774025" y="215941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6" name="Google Shape;26;p3"/>
          <p:cNvSpPr txBox="1">
            <a:spLocks noGrp="1"/>
          </p:cNvSpPr>
          <p:nvPr>
            <p:ph type="ctrTitle"/>
          </p:nvPr>
        </p:nvSpPr>
        <p:spPr>
          <a:xfrm>
            <a:off x="914400" y="2831467"/>
            <a:ext cx="6088400" cy="627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endParaRPr/>
          </a:p>
        </p:txBody>
      </p:sp>
      <p:sp>
        <p:nvSpPr>
          <p:cNvPr id="27" name="Google Shape;27;p3"/>
          <p:cNvSpPr txBox="1">
            <a:spLocks noGrp="1"/>
          </p:cNvSpPr>
          <p:nvPr>
            <p:ph type="subTitle" idx="1"/>
          </p:nvPr>
        </p:nvSpPr>
        <p:spPr>
          <a:xfrm>
            <a:off x="914400" y="3588103"/>
            <a:ext cx="6088400" cy="436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None/>
              <a:defRPr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4000">
                <a:solidFill>
                  <a:schemeClr val="accen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4000">
                <a:solidFill>
                  <a:schemeClr val="accen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4000">
                <a:solidFill>
                  <a:schemeClr val="accen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4000">
                <a:solidFill>
                  <a:schemeClr val="accen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4000">
                <a:solidFill>
                  <a:schemeClr val="accen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4000">
                <a:solidFill>
                  <a:schemeClr val="accen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4000">
                <a:solidFill>
                  <a:schemeClr val="accen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40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4040302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Quote">
    <p:bg>
      <p:bgPr>
        <a:gradFill>
          <a:gsLst>
            <a:gs pos="0">
              <a:schemeClr val="accent1"/>
            </a:gs>
            <a:gs pos="78000">
              <a:schemeClr val="dk2"/>
            </a:gs>
            <a:gs pos="100000">
              <a:schemeClr val="dk2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oogle Shape;29;p4"/>
          <p:cNvGrpSpPr/>
          <p:nvPr/>
        </p:nvGrpSpPr>
        <p:grpSpPr>
          <a:xfrm>
            <a:off x="-20" y="-16"/>
            <a:ext cx="12192000" cy="6857013"/>
            <a:chOff x="-15" y="-12"/>
            <a:chExt cx="9144000" cy="5142760"/>
          </a:xfrm>
        </p:grpSpPr>
        <p:sp>
          <p:nvSpPr>
            <p:cNvPr id="30" name="Google Shape;30;p4"/>
            <p:cNvSpPr/>
            <p:nvPr/>
          </p:nvSpPr>
          <p:spPr>
            <a:xfrm>
              <a:off x="-15" y="-12"/>
              <a:ext cx="9144000" cy="5142022"/>
            </a:xfrm>
            <a:custGeom>
              <a:avLst/>
              <a:gdLst/>
              <a:ahLst/>
              <a:cxnLst/>
              <a:rect l="l" t="t" r="r" b="b"/>
              <a:pathLst>
                <a:path w="4064000" h="2285343" extrusionOk="0">
                  <a:moveTo>
                    <a:pt x="0" y="0"/>
                  </a:moveTo>
                  <a:lnTo>
                    <a:pt x="0" y="2285343"/>
                  </a:lnTo>
                  <a:lnTo>
                    <a:pt x="4064000" y="2285343"/>
                  </a:lnTo>
                  <a:lnTo>
                    <a:pt x="4064000" y="0"/>
                  </a:lnTo>
                  <a:close/>
                  <a:moveTo>
                    <a:pt x="3082140" y="1095966"/>
                  </a:moveTo>
                  <a:cubicBezTo>
                    <a:pt x="3009920" y="1483535"/>
                    <a:pt x="2684604" y="1652423"/>
                    <a:pt x="2340247" y="1756870"/>
                  </a:cubicBezTo>
                  <a:cubicBezTo>
                    <a:pt x="2062726" y="1889038"/>
                    <a:pt x="1710754" y="2209274"/>
                    <a:pt x="1410451" y="1968719"/>
                  </a:cubicBezTo>
                  <a:cubicBezTo>
                    <a:pt x="1225437" y="1799240"/>
                    <a:pt x="1294637" y="1499038"/>
                    <a:pt x="1163131" y="1300130"/>
                  </a:cubicBezTo>
                  <a:cubicBezTo>
                    <a:pt x="1007925" y="1131044"/>
                    <a:pt x="934129" y="954405"/>
                    <a:pt x="1065241" y="739731"/>
                  </a:cubicBezTo>
                  <a:cubicBezTo>
                    <a:pt x="1141071" y="619191"/>
                    <a:pt x="1267193" y="537210"/>
                    <a:pt x="1400931" y="488403"/>
                  </a:cubicBezTo>
                  <a:cubicBezTo>
                    <a:pt x="1570582" y="433092"/>
                    <a:pt x="1749227" y="457725"/>
                    <a:pt x="1892025" y="340141"/>
                  </a:cubicBezTo>
                  <a:cubicBezTo>
                    <a:pt x="2028520" y="295144"/>
                    <a:pt x="2144860" y="404583"/>
                    <a:pt x="2263825" y="452602"/>
                  </a:cubicBezTo>
                  <a:cubicBezTo>
                    <a:pt x="2464399" y="532086"/>
                    <a:pt x="2709749" y="457791"/>
                    <a:pt x="2894895" y="568544"/>
                  </a:cubicBezTo>
                  <a:cubicBezTo>
                    <a:pt x="3071701" y="674370"/>
                    <a:pt x="3124422" y="904546"/>
                    <a:pt x="3082140" y="109596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" name="Google Shape;31;p4"/>
            <p:cNvSpPr/>
            <p:nvPr/>
          </p:nvSpPr>
          <p:spPr>
            <a:xfrm>
              <a:off x="-15" y="-12"/>
              <a:ext cx="9144000" cy="5142022"/>
            </a:xfrm>
            <a:custGeom>
              <a:avLst/>
              <a:gdLst/>
              <a:ahLst/>
              <a:cxnLst/>
              <a:rect l="l" t="t" r="r" b="b"/>
              <a:pathLst>
                <a:path w="4064000" h="2285343" extrusionOk="0">
                  <a:moveTo>
                    <a:pt x="0" y="0"/>
                  </a:moveTo>
                  <a:lnTo>
                    <a:pt x="0" y="2285343"/>
                  </a:lnTo>
                  <a:lnTo>
                    <a:pt x="4064000" y="2285343"/>
                  </a:lnTo>
                  <a:lnTo>
                    <a:pt x="4064000" y="0"/>
                  </a:lnTo>
                  <a:close/>
                  <a:moveTo>
                    <a:pt x="2928181" y="1644672"/>
                  </a:moveTo>
                  <a:cubicBezTo>
                    <a:pt x="2752031" y="1744652"/>
                    <a:pt x="2539574" y="1757330"/>
                    <a:pt x="2353575" y="1837405"/>
                  </a:cubicBezTo>
                  <a:cubicBezTo>
                    <a:pt x="2238351" y="1887067"/>
                    <a:pt x="2135800" y="1961427"/>
                    <a:pt x="2027667" y="2025015"/>
                  </a:cubicBezTo>
                  <a:cubicBezTo>
                    <a:pt x="1831098" y="2157840"/>
                    <a:pt x="1492781" y="2223332"/>
                    <a:pt x="1363048" y="1974828"/>
                  </a:cubicBezTo>
                  <a:cubicBezTo>
                    <a:pt x="1295031" y="1831362"/>
                    <a:pt x="1366725" y="1645657"/>
                    <a:pt x="1283213" y="1510665"/>
                  </a:cubicBezTo>
                  <a:cubicBezTo>
                    <a:pt x="1230296" y="1425269"/>
                    <a:pt x="1129385" y="1384410"/>
                    <a:pt x="1051782" y="1320165"/>
                  </a:cubicBezTo>
                  <a:cubicBezTo>
                    <a:pt x="821992" y="1139256"/>
                    <a:pt x="837289" y="755825"/>
                    <a:pt x="1081129" y="594097"/>
                  </a:cubicBezTo>
                  <a:cubicBezTo>
                    <a:pt x="1196287" y="513825"/>
                    <a:pt x="1340398" y="491227"/>
                    <a:pt x="1474530" y="449580"/>
                  </a:cubicBezTo>
                  <a:cubicBezTo>
                    <a:pt x="1963063" y="306639"/>
                    <a:pt x="1790195" y="86842"/>
                    <a:pt x="2168495" y="320828"/>
                  </a:cubicBezTo>
                  <a:cubicBezTo>
                    <a:pt x="2375700" y="414830"/>
                    <a:pt x="2611268" y="397422"/>
                    <a:pt x="2823988" y="466462"/>
                  </a:cubicBezTo>
                  <a:cubicBezTo>
                    <a:pt x="3336485" y="633839"/>
                    <a:pt x="3403715" y="1390190"/>
                    <a:pt x="2928181" y="1644672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" name="Google Shape;32;p4"/>
            <p:cNvSpPr/>
            <p:nvPr/>
          </p:nvSpPr>
          <p:spPr>
            <a:xfrm>
              <a:off x="-15" y="-12"/>
              <a:ext cx="9144000" cy="5142760"/>
            </a:xfrm>
            <a:custGeom>
              <a:avLst/>
              <a:gdLst/>
              <a:ahLst/>
              <a:cxnLst/>
              <a:rect l="l" t="t" r="r" b="b"/>
              <a:pathLst>
                <a:path w="4064000" h="2285671" extrusionOk="0">
                  <a:moveTo>
                    <a:pt x="0" y="0"/>
                  </a:moveTo>
                  <a:lnTo>
                    <a:pt x="0" y="2285343"/>
                  </a:lnTo>
                  <a:lnTo>
                    <a:pt x="1470656" y="2285343"/>
                  </a:lnTo>
                  <a:cubicBezTo>
                    <a:pt x="1204690" y="2184378"/>
                    <a:pt x="1192479" y="1951180"/>
                    <a:pt x="1261088" y="1710493"/>
                  </a:cubicBezTo>
                  <a:cubicBezTo>
                    <a:pt x="1271330" y="1635344"/>
                    <a:pt x="1261088" y="1550013"/>
                    <a:pt x="1204165" y="1499761"/>
                  </a:cubicBezTo>
                  <a:cubicBezTo>
                    <a:pt x="1167793" y="1467507"/>
                    <a:pt x="1118814" y="1455157"/>
                    <a:pt x="1073448" y="1437290"/>
                  </a:cubicBezTo>
                  <a:cubicBezTo>
                    <a:pt x="859283" y="1352550"/>
                    <a:pt x="718586" y="1111732"/>
                    <a:pt x="749903" y="883395"/>
                  </a:cubicBezTo>
                  <a:cubicBezTo>
                    <a:pt x="781220" y="655057"/>
                    <a:pt x="981532" y="461076"/>
                    <a:pt x="1210665" y="437165"/>
                  </a:cubicBezTo>
                  <a:cubicBezTo>
                    <a:pt x="1329893" y="424749"/>
                    <a:pt x="1459298" y="444982"/>
                    <a:pt x="1559946" y="379949"/>
                  </a:cubicBezTo>
                  <a:cubicBezTo>
                    <a:pt x="1685083" y="299019"/>
                    <a:pt x="1663286" y="117190"/>
                    <a:pt x="1869834" y="106680"/>
                  </a:cubicBezTo>
                  <a:cubicBezTo>
                    <a:pt x="2081175" y="95644"/>
                    <a:pt x="2338737" y="351308"/>
                    <a:pt x="2756167" y="384350"/>
                  </a:cubicBezTo>
                  <a:cubicBezTo>
                    <a:pt x="2901919" y="395911"/>
                    <a:pt x="3039793" y="478024"/>
                    <a:pt x="3144840" y="580302"/>
                  </a:cubicBezTo>
                  <a:cubicBezTo>
                    <a:pt x="3559644" y="1035335"/>
                    <a:pt x="3159810" y="1809684"/>
                    <a:pt x="2608839" y="1934166"/>
                  </a:cubicBezTo>
                  <a:cubicBezTo>
                    <a:pt x="2494863" y="1963070"/>
                    <a:pt x="2375175" y="1970887"/>
                    <a:pt x="2263629" y="2009052"/>
                  </a:cubicBezTo>
                  <a:cubicBezTo>
                    <a:pt x="2066009" y="2076122"/>
                    <a:pt x="1907323" y="2233448"/>
                    <a:pt x="1702678" y="2285672"/>
                  </a:cubicBezTo>
                  <a:lnTo>
                    <a:pt x="4064000" y="2285672"/>
                  </a:lnTo>
                  <a:lnTo>
                    <a:pt x="406400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" name="Google Shape;33;p4"/>
            <p:cNvSpPr/>
            <p:nvPr/>
          </p:nvSpPr>
          <p:spPr>
            <a:xfrm>
              <a:off x="-15" y="-12"/>
              <a:ext cx="9144000" cy="5142022"/>
            </a:xfrm>
            <a:custGeom>
              <a:avLst/>
              <a:gdLst/>
              <a:ahLst/>
              <a:cxnLst/>
              <a:rect l="l" t="t" r="r" b="b"/>
              <a:pathLst>
                <a:path w="4064000" h="2285343" extrusionOk="0">
                  <a:moveTo>
                    <a:pt x="0" y="0"/>
                  </a:moveTo>
                  <a:lnTo>
                    <a:pt x="0" y="2285343"/>
                  </a:lnTo>
                  <a:lnTo>
                    <a:pt x="1416163" y="2285343"/>
                  </a:lnTo>
                  <a:cubicBezTo>
                    <a:pt x="1016131" y="2089260"/>
                    <a:pt x="1245462" y="1851791"/>
                    <a:pt x="1134375" y="1571953"/>
                  </a:cubicBezTo>
                  <a:cubicBezTo>
                    <a:pt x="1082245" y="1479988"/>
                    <a:pt x="974900" y="1438932"/>
                    <a:pt x="887646" y="1379746"/>
                  </a:cubicBezTo>
                  <a:cubicBezTo>
                    <a:pt x="644725" y="1237790"/>
                    <a:pt x="576970" y="844243"/>
                    <a:pt x="798356" y="660378"/>
                  </a:cubicBezTo>
                  <a:cubicBezTo>
                    <a:pt x="1191231" y="477761"/>
                    <a:pt x="1102598" y="589959"/>
                    <a:pt x="1414653" y="229454"/>
                  </a:cubicBezTo>
                  <a:cubicBezTo>
                    <a:pt x="1579183" y="67398"/>
                    <a:pt x="1821709" y="34618"/>
                    <a:pt x="2050515" y="52814"/>
                  </a:cubicBezTo>
                  <a:cubicBezTo>
                    <a:pt x="2243013" y="68120"/>
                    <a:pt x="2368281" y="221046"/>
                    <a:pt x="2554608" y="260788"/>
                  </a:cubicBezTo>
                  <a:cubicBezTo>
                    <a:pt x="2689462" y="289560"/>
                    <a:pt x="2831538" y="284962"/>
                    <a:pt x="2960483" y="339287"/>
                  </a:cubicBezTo>
                  <a:cubicBezTo>
                    <a:pt x="3426629" y="523218"/>
                    <a:pt x="3494318" y="1497133"/>
                    <a:pt x="3143658" y="1800356"/>
                  </a:cubicBezTo>
                  <a:cubicBezTo>
                    <a:pt x="3081681" y="1850543"/>
                    <a:pt x="3007557" y="1882797"/>
                    <a:pt x="2934418" y="1914459"/>
                  </a:cubicBezTo>
                  <a:cubicBezTo>
                    <a:pt x="2621642" y="2045838"/>
                    <a:pt x="2314051" y="2199487"/>
                    <a:pt x="1985254" y="2285343"/>
                  </a:cubicBezTo>
                  <a:lnTo>
                    <a:pt x="4064000" y="2285343"/>
                  </a:lnTo>
                  <a:lnTo>
                    <a:pt x="406400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" name="Google Shape;34;p4"/>
            <p:cNvSpPr/>
            <p:nvPr/>
          </p:nvSpPr>
          <p:spPr>
            <a:xfrm>
              <a:off x="5408537" y="-12"/>
              <a:ext cx="3735448" cy="5142022"/>
            </a:xfrm>
            <a:custGeom>
              <a:avLst/>
              <a:gdLst/>
              <a:ahLst/>
              <a:cxnLst/>
              <a:rect l="l" t="t" r="r" b="b"/>
              <a:pathLst>
                <a:path w="1660199" h="2285343" extrusionOk="0">
                  <a:moveTo>
                    <a:pt x="12277" y="0"/>
                  </a:moveTo>
                  <a:cubicBezTo>
                    <a:pt x="549133" y="201339"/>
                    <a:pt x="949098" y="345528"/>
                    <a:pt x="1082901" y="960974"/>
                  </a:cubicBezTo>
                  <a:cubicBezTo>
                    <a:pt x="1153480" y="1137745"/>
                    <a:pt x="1237780" y="1246921"/>
                    <a:pt x="1196090" y="1454435"/>
                  </a:cubicBezTo>
                  <a:cubicBezTo>
                    <a:pt x="1161162" y="1696304"/>
                    <a:pt x="946604" y="1836289"/>
                    <a:pt x="738676" y="1927860"/>
                  </a:cubicBezTo>
                  <a:lnTo>
                    <a:pt x="0" y="2285343"/>
                  </a:lnTo>
                  <a:lnTo>
                    <a:pt x="1660200" y="2285343"/>
                  </a:lnTo>
                  <a:lnTo>
                    <a:pt x="166020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" name="Google Shape;35;p4"/>
            <p:cNvSpPr/>
            <p:nvPr/>
          </p:nvSpPr>
          <p:spPr>
            <a:xfrm>
              <a:off x="6171372" y="-12"/>
              <a:ext cx="2972610" cy="5142317"/>
            </a:xfrm>
            <a:custGeom>
              <a:avLst/>
              <a:gdLst/>
              <a:ahLst/>
              <a:cxnLst/>
              <a:rect l="l" t="t" r="r" b="b"/>
              <a:pathLst>
                <a:path w="1321160" h="2285474" extrusionOk="0">
                  <a:moveTo>
                    <a:pt x="1321161" y="0"/>
                  </a:moveTo>
                  <a:lnTo>
                    <a:pt x="0" y="0"/>
                  </a:lnTo>
                  <a:cubicBezTo>
                    <a:pt x="438374" y="300136"/>
                    <a:pt x="961113" y="748862"/>
                    <a:pt x="991970" y="1313268"/>
                  </a:cubicBezTo>
                  <a:cubicBezTo>
                    <a:pt x="960391" y="1723828"/>
                    <a:pt x="665340" y="2083873"/>
                    <a:pt x="318226" y="2285475"/>
                  </a:cubicBezTo>
                  <a:lnTo>
                    <a:pt x="1321161" y="2285475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" name="Google Shape;36;p4"/>
            <p:cNvSpPr/>
            <p:nvPr/>
          </p:nvSpPr>
          <p:spPr>
            <a:xfrm>
              <a:off x="-15" y="-12"/>
              <a:ext cx="3691132" cy="5142022"/>
            </a:xfrm>
            <a:custGeom>
              <a:avLst/>
              <a:gdLst/>
              <a:ahLst/>
              <a:cxnLst/>
              <a:rect l="l" t="t" r="r" b="b"/>
              <a:pathLst>
                <a:path w="1640503" h="2285343" extrusionOk="0">
                  <a:moveTo>
                    <a:pt x="962295" y="2241265"/>
                  </a:moveTo>
                  <a:cubicBezTo>
                    <a:pt x="959603" y="1786562"/>
                    <a:pt x="1193923" y="1717653"/>
                    <a:pt x="698693" y="1419356"/>
                  </a:cubicBezTo>
                  <a:cubicBezTo>
                    <a:pt x="447303" y="1226032"/>
                    <a:pt x="409814" y="829857"/>
                    <a:pt x="619908" y="592652"/>
                  </a:cubicBezTo>
                  <a:cubicBezTo>
                    <a:pt x="713925" y="482688"/>
                    <a:pt x="844971" y="412334"/>
                    <a:pt x="972734" y="344608"/>
                  </a:cubicBezTo>
                  <a:cubicBezTo>
                    <a:pt x="1195499" y="230505"/>
                    <a:pt x="1411830" y="101556"/>
                    <a:pt x="1640504" y="0"/>
                  </a:cubicBezTo>
                  <a:lnTo>
                    <a:pt x="0" y="0"/>
                  </a:lnTo>
                  <a:lnTo>
                    <a:pt x="0" y="2285343"/>
                  </a:lnTo>
                  <a:lnTo>
                    <a:pt x="973587" y="2285343"/>
                  </a:lnTo>
                  <a:cubicBezTo>
                    <a:pt x="968722" y="2270957"/>
                    <a:pt x="964947" y="2256223"/>
                    <a:pt x="962295" y="2241265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" name="Google Shape;37;p4"/>
            <p:cNvSpPr/>
            <p:nvPr/>
          </p:nvSpPr>
          <p:spPr>
            <a:xfrm>
              <a:off x="-15" y="-12"/>
              <a:ext cx="2881318" cy="5142022"/>
            </a:xfrm>
            <a:custGeom>
              <a:avLst/>
              <a:gdLst/>
              <a:ahLst/>
              <a:cxnLst/>
              <a:rect l="l" t="t" r="r" b="b"/>
              <a:pathLst>
                <a:path w="1280586" h="2285343" extrusionOk="0">
                  <a:moveTo>
                    <a:pt x="814113" y="2168153"/>
                  </a:moveTo>
                  <a:cubicBezTo>
                    <a:pt x="750954" y="1388022"/>
                    <a:pt x="-112400" y="736578"/>
                    <a:pt x="1008121" y="209813"/>
                  </a:cubicBezTo>
                  <a:cubicBezTo>
                    <a:pt x="1135294" y="165669"/>
                    <a:pt x="1259183" y="161202"/>
                    <a:pt x="1280587" y="0"/>
                  </a:cubicBezTo>
                  <a:lnTo>
                    <a:pt x="0" y="0"/>
                  </a:lnTo>
                  <a:lnTo>
                    <a:pt x="0" y="2285343"/>
                  </a:lnTo>
                  <a:lnTo>
                    <a:pt x="838274" y="2285343"/>
                  </a:lnTo>
                  <a:cubicBezTo>
                    <a:pt x="821880" y="2248478"/>
                    <a:pt x="813640" y="2208499"/>
                    <a:pt x="814113" y="216815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8" name="Google Shape;38;p4"/>
          <p:cNvSpPr txBox="1">
            <a:spLocks noGrp="1"/>
          </p:cNvSpPr>
          <p:nvPr>
            <p:ph type="body" idx="1"/>
          </p:nvPr>
        </p:nvSpPr>
        <p:spPr>
          <a:xfrm>
            <a:off x="3590800" y="2882400"/>
            <a:ext cx="5010800" cy="1093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marL="609585" lvl="0" indent="-474121" algn="ctr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000"/>
              <a:buChar char="●"/>
              <a:defRPr sz="2667">
                <a:solidFill>
                  <a:schemeClr val="lt1"/>
                </a:solidFill>
              </a:defRPr>
            </a:lvl1pPr>
            <a:lvl2pPr marL="1219170" lvl="1" indent="-47412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○"/>
              <a:defRPr sz="2667">
                <a:solidFill>
                  <a:schemeClr val="lt1"/>
                </a:solidFill>
              </a:defRPr>
            </a:lvl2pPr>
            <a:lvl3pPr marL="1828754" lvl="2" indent="-47412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■"/>
              <a:defRPr sz="2667">
                <a:solidFill>
                  <a:schemeClr val="lt1"/>
                </a:solidFill>
              </a:defRPr>
            </a:lvl3pPr>
            <a:lvl4pPr marL="2438339" lvl="3" indent="-47412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●"/>
              <a:defRPr sz="2667">
                <a:solidFill>
                  <a:schemeClr val="lt1"/>
                </a:solidFill>
              </a:defRPr>
            </a:lvl4pPr>
            <a:lvl5pPr marL="3047924" lvl="4" indent="-47412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○"/>
              <a:defRPr sz="2667">
                <a:solidFill>
                  <a:schemeClr val="lt1"/>
                </a:solidFill>
              </a:defRPr>
            </a:lvl5pPr>
            <a:lvl6pPr marL="3657509" lvl="5" indent="-47412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■"/>
              <a:defRPr sz="2667">
                <a:solidFill>
                  <a:schemeClr val="lt1"/>
                </a:solidFill>
              </a:defRPr>
            </a:lvl6pPr>
            <a:lvl7pPr marL="4267093" lvl="6" indent="-47412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●"/>
              <a:defRPr sz="2667">
                <a:solidFill>
                  <a:schemeClr val="lt1"/>
                </a:solidFill>
              </a:defRPr>
            </a:lvl7pPr>
            <a:lvl8pPr marL="4876678" lvl="7" indent="-47412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○"/>
              <a:defRPr sz="2667">
                <a:solidFill>
                  <a:schemeClr val="lt1"/>
                </a:solidFill>
              </a:defRPr>
            </a:lvl8pPr>
            <a:lvl9pPr marL="5486263" lvl="8" indent="-47412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■"/>
              <a:defRPr sz="2667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9" name="Google Shape;39;p4"/>
          <p:cNvSpPr txBox="1"/>
          <p:nvPr/>
        </p:nvSpPr>
        <p:spPr>
          <a:xfrm>
            <a:off x="4791200" y="940225"/>
            <a:ext cx="2609600" cy="871600"/>
          </a:xfrm>
          <a:prstGeom prst="rect">
            <a:avLst/>
          </a:prstGeom>
          <a:noFill/>
          <a:ln>
            <a:noFill/>
          </a:ln>
          <a:effectLst>
            <a:outerShdw blurRad="142875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0" tIns="0" rIns="0" bIns="0" anchor="t" anchorCtr="0">
            <a:noAutofit/>
          </a:bodyPr>
          <a:lstStyle/>
          <a:p>
            <a:pPr algn="ctr">
              <a:buClr>
                <a:srgbClr val="000000"/>
              </a:buClr>
              <a:buFont typeface="Arial"/>
              <a:buNone/>
            </a:pPr>
            <a:r>
              <a:rPr lang="en" sz="12800" kern="0">
                <a:solidFill>
                  <a:srgbClr val="F97830"/>
                </a:solidFill>
                <a:latin typeface="Kulim Park"/>
                <a:ea typeface="Kulim Park"/>
                <a:cs typeface="Kulim Park"/>
                <a:sym typeface="Kulim Park"/>
              </a:rPr>
              <a:t>“</a:t>
            </a:r>
            <a:endParaRPr sz="12800" kern="0">
              <a:solidFill>
                <a:srgbClr val="F97830"/>
              </a:solidFill>
              <a:latin typeface="Kulim Park"/>
              <a:ea typeface="Kulim Park"/>
              <a:cs typeface="Kulim Park"/>
              <a:sym typeface="Kulim Park"/>
            </a:endParaRPr>
          </a:p>
        </p:txBody>
      </p:sp>
      <p:sp>
        <p:nvSpPr>
          <p:cNvPr id="40" name="Google Shape;40;p4"/>
          <p:cNvSpPr txBox="1">
            <a:spLocks noGrp="1"/>
          </p:cNvSpPr>
          <p:nvPr>
            <p:ph type="sldNum" idx="12"/>
          </p:nvPr>
        </p:nvSpPr>
        <p:spPr>
          <a:xfrm>
            <a:off x="11307445" y="6333135"/>
            <a:ext cx="731600" cy="524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n">
                <a:solidFill>
                  <a:srgbClr val="CE0063"/>
                </a:solidFill>
              </a:rPr>
              <a:pPr/>
              <a:t>‹#›</a:t>
            </a:fld>
            <a:endParaRPr>
              <a:solidFill>
                <a:srgbClr val="CE006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013276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" type="tx">
  <p:cSld name="Title + 1 column">
    <p:bg>
      <p:bgPr>
        <a:gradFill>
          <a:gsLst>
            <a:gs pos="0">
              <a:schemeClr val="accent1"/>
            </a:gs>
            <a:gs pos="50000">
              <a:schemeClr val="dk2"/>
            </a:gs>
            <a:gs pos="100000">
              <a:schemeClr val="dk2"/>
            </a:gs>
          </a:gsLst>
          <a:path path="circle">
            <a:fillToRect l="100000" b="100000"/>
          </a:path>
          <a:tileRect t="-100000" r="-100000"/>
        </a:gradFill>
        <a:effectLst/>
      </p:bgPr>
    </p:bg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5"/>
          <p:cNvGrpSpPr/>
          <p:nvPr/>
        </p:nvGrpSpPr>
        <p:grpSpPr>
          <a:xfrm>
            <a:off x="-2" y="-1772"/>
            <a:ext cx="12193179" cy="6862927"/>
            <a:chOff x="-1" y="-1329"/>
            <a:chExt cx="9144884" cy="5147195"/>
          </a:xfrm>
        </p:grpSpPr>
        <p:sp>
          <p:nvSpPr>
            <p:cNvPr id="43" name="Google Shape;43;p5"/>
            <p:cNvSpPr/>
            <p:nvPr/>
          </p:nvSpPr>
          <p:spPr>
            <a:xfrm>
              <a:off x="-1" y="-886"/>
              <a:ext cx="9144884" cy="5146749"/>
            </a:xfrm>
            <a:custGeom>
              <a:avLst/>
              <a:gdLst/>
              <a:ahLst/>
              <a:cxnLst/>
              <a:rect l="l" t="t" r="r" b="b"/>
              <a:pathLst>
                <a:path w="4064393" h="2287444" extrusionOk="0">
                  <a:moveTo>
                    <a:pt x="3788843" y="883066"/>
                  </a:moveTo>
                  <a:cubicBezTo>
                    <a:pt x="3664100" y="932662"/>
                    <a:pt x="3567457" y="1052874"/>
                    <a:pt x="3428795" y="1065618"/>
                  </a:cubicBezTo>
                  <a:cubicBezTo>
                    <a:pt x="3361105" y="1071530"/>
                    <a:pt x="3286456" y="1042298"/>
                    <a:pt x="3256912" y="981141"/>
                  </a:cubicBezTo>
                  <a:cubicBezTo>
                    <a:pt x="3196576" y="857381"/>
                    <a:pt x="3353424" y="685537"/>
                    <a:pt x="3244831" y="575639"/>
                  </a:cubicBezTo>
                  <a:cubicBezTo>
                    <a:pt x="3212792" y="545750"/>
                    <a:pt x="3166506" y="538589"/>
                    <a:pt x="3124553" y="525846"/>
                  </a:cubicBezTo>
                  <a:cubicBezTo>
                    <a:pt x="2907894" y="464426"/>
                    <a:pt x="2780787" y="210535"/>
                    <a:pt x="2861936" y="0"/>
                  </a:cubicBezTo>
                  <a:lnTo>
                    <a:pt x="0" y="0"/>
                  </a:lnTo>
                  <a:lnTo>
                    <a:pt x="0" y="2287445"/>
                  </a:lnTo>
                  <a:lnTo>
                    <a:pt x="4064394" y="2287445"/>
                  </a:lnTo>
                  <a:lnTo>
                    <a:pt x="4064394" y="886022"/>
                  </a:lnTo>
                  <a:cubicBezTo>
                    <a:pt x="3976365" y="849505"/>
                    <a:pt x="3877634" y="848441"/>
                    <a:pt x="3788843" y="88306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" name="Google Shape;44;p5"/>
            <p:cNvSpPr/>
            <p:nvPr/>
          </p:nvSpPr>
          <p:spPr>
            <a:xfrm>
              <a:off x="-1" y="-1181"/>
              <a:ext cx="9144884" cy="5147046"/>
            </a:xfrm>
            <a:custGeom>
              <a:avLst/>
              <a:gdLst/>
              <a:ahLst/>
              <a:cxnLst/>
              <a:rect l="l" t="t" r="r" b="b"/>
              <a:pathLst>
                <a:path w="4064393" h="2287576" extrusionOk="0">
                  <a:moveTo>
                    <a:pt x="3901965" y="939494"/>
                  </a:moveTo>
                  <a:cubicBezTo>
                    <a:pt x="3499701" y="855017"/>
                    <a:pt x="3568310" y="1206588"/>
                    <a:pt x="3260260" y="1099645"/>
                  </a:cubicBezTo>
                  <a:cubicBezTo>
                    <a:pt x="3067828" y="996184"/>
                    <a:pt x="3151603" y="860929"/>
                    <a:pt x="3127442" y="700317"/>
                  </a:cubicBezTo>
                  <a:cubicBezTo>
                    <a:pt x="3105645" y="624183"/>
                    <a:pt x="3033622" y="575901"/>
                    <a:pt x="2981098" y="516715"/>
                  </a:cubicBezTo>
                  <a:cubicBezTo>
                    <a:pt x="2857471" y="377387"/>
                    <a:pt x="2848871" y="151612"/>
                    <a:pt x="2954837" y="0"/>
                  </a:cubicBezTo>
                  <a:lnTo>
                    <a:pt x="0" y="0"/>
                  </a:lnTo>
                  <a:lnTo>
                    <a:pt x="0" y="2287576"/>
                  </a:lnTo>
                  <a:lnTo>
                    <a:pt x="4064394" y="2287576"/>
                  </a:lnTo>
                  <a:lnTo>
                    <a:pt x="4064394" y="955128"/>
                  </a:lnTo>
                  <a:cubicBezTo>
                    <a:pt x="4010557" y="955588"/>
                    <a:pt x="3955277" y="947245"/>
                    <a:pt x="3901965" y="93949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" name="Google Shape;45;p5"/>
            <p:cNvSpPr/>
            <p:nvPr/>
          </p:nvSpPr>
          <p:spPr>
            <a:xfrm>
              <a:off x="-1" y="-1329"/>
              <a:ext cx="9144884" cy="5147195"/>
            </a:xfrm>
            <a:custGeom>
              <a:avLst/>
              <a:gdLst/>
              <a:ahLst/>
              <a:cxnLst/>
              <a:rect l="l" t="t" r="r" b="b"/>
              <a:pathLst>
                <a:path w="4064393" h="2287642" extrusionOk="0">
                  <a:moveTo>
                    <a:pt x="3897961" y="979695"/>
                  </a:moveTo>
                  <a:cubicBezTo>
                    <a:pt x="3674736" y="964390"/>
                    <a:pt x="3602516" y="1073895"/>
                    <a:pt x="3472718" y="1222747"/>
                  </a:cubicBezTo>
                  <a:cubicBezTo>
                    <a:pt x="3361105" y="1334420"/>
                    <a:pt x="3140244" y="1318720"/>
                    <a:pt x="3084963" y="1158306"/>
                  </a:cubicBezTo>
                  <a:cubicBezTo>
                    <a:pt x="3045899" y="1043086"/>
                    <a:pt x="3123962" y="918013"/>
                    <a:pt x="3106498" y="797538"/>
                  </a:cubicBezTo>
                  <a:cubicBezTo>
                    <a:pt x="3020688" y="502395"/>
                    <a:pt x="2709290" y="454573"/>
                    <a:pt x="2826877" y="0"/>
                  </a:cubicBezTo>
                  <a:lnTo>
                    <a:pt x="0" y="0"/>
                  </a:lnTo>
                  <a:lnTo>
                    <a:pt x="0" y="2287642"/>
                  </a:lnTo>
                  <a:lnTo>
                    <a:pt x="4064394" y="2287642"/>
                  </a:lnTo>
                  <a:lnTo>
                    <a:pt x="4064394" y="1009650"/>
                  </a:lnTo>
                  <a:cubicBezTo>
                    <a:pt x="4010098" y="993931"/>
                    <a:pt x="3954324" y="983893"/>
                    <a:pt x="3897961" y="979695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" name="Google Shape;46;p5"/>
            <p:cNvSpPr/>
            <p:nvPr/>
          </p:nvSpPr>
          <p:spPr>
            <a:xfrm>
              <a:off x="-1" y="-1329"/>
              <a:ext cx="9144884" cy="5147195"/>
            </a:xfrm>
            <a:custGeom>
              <a:avLst/>
              <a:gdLst/>
              <a:ahLst/>
              <a:cxnLst/>
              <a:rect l="l" t="t" r="r" b="b"/>
              <a:pathLst>
                <a:path w="4064393" h="2287642" extrusionOk="0">
                  <a:moveTo>
                    <a:pt x="3886668" y="1168356"/>
                  </a:moveTo>
                  <a:cubicBezTo>
                    <a:pt x="3523534" y="864476"/>
                    <a:pt x="3578093" y="1536875"/>
                    <a:pt x="3166834" y="1369892"/>
                  </a:cubicBezTo>
                  <a:cubicBezTo>
                    <a:pt x="2968952" y="1280029"/>
                    <a:pt x="2931661" y="1012343"/>
                    <a:pt x="3042091" y="838988"/>
                  </a:cubicBezTo>
                  <a:cubicBezTo>
                    <a:pt x="3075772" y="781641"/>
                    <a:pt x="3123043" y="717265"/>
                    <a:pt x="3097963" y="655648"/>
                  </a:cubicBezTo>
                  <a:cubicBezTo>
                    <a:pt x="3074787" y="598695"/>
                    <a:pt x="3004406" y="582076"/>
                    <a:pt x="2945711" y="563683"/>
                  </a:cubicBezTo>
                  <a:cubicBezTo>
                    <a:pt x="2704694" y="489125"/>
                    <a:pt x="2524210" y="251788"/>
                    <a:pt x="2514231" y="0"/>
                  </a:cubicBezTo>
                  <a:lnTo>
                    <a:pt x="0" y="0"/>
                  </a:lnTo>
                  <a:lnTo>
                    <a:pt x="0" y="2287642"/>
                  </a:lnTo>
                  <a:lnTo>
                    <a:pt x="4064394" y="2287642"/>
                  </a:lnTo>
                  <a:lnTo>
                    <a:pt x="4064394" y="1364506"/>
                  </a:lnTo>
                  <a:cubicBezTo>
                    <a:pt x="3994275" y="1309983"/>
                    <a:pt x="3950221" y="1229776"/>
                    <a:pt x="3886668" y="1168356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" name="Google Shape;47;p5"/>
            <p:cNvSpPr/>
            <p:nvPr/>
          </p:nvSpPr>
          <p:spPr>
            <a:xfrm>
              <a:off x="-1" y="-886"/>
              <a:ext cx="9144884" cy="5146749"/>
            </a:xfrm>
            <a:custGeom>
              <a:avLst/>
              <a:gdLst/>
              <a:ahLst/>
              <a:cxnLst/>
              <a:rect l="l" t="t" r="r" b="b"/>
              <a:pathLst>
                <a:path w="4064393" h="2287444" extrusionOk="0">
                  <a:moveTo>
                    <a:pt x="3860275" y="1412328"/>
                  </a:moveTo>
                  <a:cubicBezTo>
                    <a:pt x="3499570" y="1212171"/>
                    <a:pt x="3370166" y="1548765"/>
                    <a:pt x="3020622" y="1515723"/>
                  </a:cubicBezTo>
                  <a:cubicBezTo>
                    <a:pt x="2790832" y="1511322"/>
                    <a:pt x="2587895" y="1238973"/>
                    <a:pt x="2748288" y="1041181"/>
                  </a:cubicBezTo>
                  <a:cubicBezTo>
                    <a:pt x="2792933" y="989023"/>
                    <a:pt x="2861476" y="955785"/>
                    <a:pt x="2888657" y="892657"/>
                  </a:cubicBezTo>
                  <a:cubicBezTo>
                    <a:pt x="2920500" y="819019"/>
                    <a:pt x="2882092" y="731848"/>
                    <a:pt x="2824776" y="675552"/>
                  </a:cubicBezTo>
                  <a:cubicBezTo>
                    <a:pt x="2569577" y="494315"/>
                    <a:pt x="2383447" y="351243"/>
                    <a:pt x="2435314" y="0"/>
                  </a:cubicBezTo>
                  <a:lnTo>
                    <a:pt x="0" y="0"/>
                  </a:lnTo>
                  <a:lnTo>
                    <a:pt x="0" y="2287445"/>
                  </a:lnTo>
                  <a:lnTo>
                    <a:pt x="4064394" y="2287445"/>
                  </a:lnTo>
                  <a:lnTo>
                    <a:pt x="4064394" y="1502125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" name="Google Shape;48;p5"/>
            <p:cNvSpPr/>
            <p:nvPr/>
          </p:nvSpPr>
          <p:spPr>
            <a:xfrm>
              <a:off x="-1" y="-1032"/>
              <a:ext cx="9144884" cy="5146898"/>
            </a:xfrm>
            <a:custGeom>
              <a:avLst/>
              <a:gdLst/>
              <a:ahLst/>
              <a:cxnLst/>
              <a:rect l="l" t="t" r="r" b="b"/>
              <a:pathLst>
                <a:path w="4064393" h="2287510" extrusionOk="0">
                  <a:moveTo>
                    <a:pt x="3767571" y="1773029"/>
                  </a:moveTo>
                  <a:cubicBezTo>
                    <a:pt x="3678150" y="1745177"/>
                    <a:pt x="3601400" y="1686056"/>
                    <a:pt x="3513358" y="1654131"/>
                  </a:cubicBezTo>
                  <a:cubicBezTo>
                    <a:pt x="3253038" y="1560523"/>
                    <a:pt x="2846245" y="1725207"/>
                    <a:pt x="2683422" y="1432757"/>
                  </a:cubicBezTo>
                  <a:cubicBezTo>
                    <a:pt x="2593082" y="1250074"/>
                    <a:pt x="2741526" y="1029094"/>
                    <a:pt x="2694714" y="830711"/>
                  </a:cubicBezTo>
                  <a:cubicBezTo>
                    <a:pt x="2667271" y="714506"/>
                    <a:pt x="2577653" y="625234"/>
                    <a:pt x="2512064" y="525517"/>
                  </a:cubicBezTo>
                  <a:cubicBezTo>
                    <a:pt x="2410779" y="370063"/>
                    <a:pt x="2365609" y="184654"/>
                    <a:pt x="2384038" y="0"/>
                  </a:cubicBezTo>
                  <a:lnTo>
                    <a:pt x="0" y="0"/>
                  </a:lnTo>
                  <a:lnTo>
                    <a:pt x="0" y="2287511"/>
                  </a:lnTo>
                  <a:lnTo>
                    <a:pt x="4064394" y="2287511"/>
                  </a:lnTo>
                  <a:lnTo>
                    <a:pt x="4064394" y="1767774"/>
                  </a:lnTo>
                  <a:cubicBezTo>
                    <a:pt x="3965256" y="1794116"/>
                    <a:pt x="3864674" y="1803247"/>
                    <a:pt x="3767571" y="177302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9" name="Google Shape;49;p5"/>
          <p:cNvSpPr txBox="1">
            <a:spLocks noGrp="1"/>
          </p:cNvSpPr>
          <p:nvPr>
            <p:ph type="title"/>
          </p:nvPr>
        </p:nvSpPr>
        <p:spPr>
          <a:xfrm>
            <a:off x="609600" y="792567"/>
            <a:ext cx="6953600" cy="9552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5"/>
          <p:cNvSpPr txBox="1">
            <a:spLocks noGrp="1"/>
          </p:cNvSpPr>
          <p:nvPr>
            <p:ph type="body" idx="1"/>
          </p:nvPr>
        </p:nvSpPr>
        <p:spPr>
          <a:xfrm>
            <a:off x="609600" y="2123467"/>
            <a:ext cx="6953600" cy="3926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491054" rtl="0">
              <a:spcBef>
                <a:spcPts val="800"/>
              </a:spcBef>
              <a:spcAft>
                <a:spcPts val="0"/>
              </a:spcAft>
              <a:buSzPts val="2200"/>
              <a:buChar char="●"/>
              <a:defRPr/>
            </a:lvl1pPr>
            <a:lvl2pPr marL="1219170" lvl="1" indent="-491054" rtl="0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marL="1828754" lvl="2" indent="-491054" rtl="0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3pPr>
            <a:lvl4pPr marL="2438339" lvl="3" indent="-491054" rtl="0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4pPr>
            <a:lvl5pPr marL="3047924" lvl="4" indent="-491054" rtl="0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5pPr>
            <a:lvl6pPr marL="3657509" lvl="5" indent="-491054" rtl="0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6pPr>
            <a:lvl7pPr marL="4267093" lvl="6" indent="-491054" rtl="0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7pPr>
            <a:lvl8pPr marL="4876678" lvl="7" indent="-491054" rtl="0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8pPr>
            <a:lvl9pPr marL="5486263" lvl="8" indent="-491054" rtl="0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9pPr>
          </a:lstStyle>
          <a:p>
            <a:endParaRPr/>
          </a:p>
        </p:txBody>
      </p:sp>
      <p:sp>
        <p:nvSpPr>
          <p:cNvPr id="51" name="Google Shape;51;p5"/>
          <p:cNvSpPr txBox="1">
            <a:spLocks noGrp="1"/>
          </p:cNvSpPr>
          <p:nvPr>
            <p:ph type="sldNum" idx="12"/>
          </p:nvPr>
        </p:nvSpPr>
        <p:spPr>
          <a:xfrm>
            <a:off x="11307445" y="6333135"/>
            <a:ext cx="731600" cy="524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n">
                <a:solidFill>
                  <a:srgbClr val="CE0063"/>
                </a:solidFill>
              </a:rPr>
              <a:pPr/>
              <a:t>‹#›</a:t>
            </a:fld>
            <a:endParaRPr>
              <a:solidFill>
                <a:srgbClr val="CE006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42280401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 + Image">
  <p:cSld name="Title + 1 column + Image">
    <p:bg>
      <p:bgPr>
        <a:gradFill>
          <a:gsLst>
            <a:gs pos="0">
              <a:schemeClr val="accent1"/>
            </a:gs>
            <a:gs pos="37000">
              <a:schemeClr val="dk2"/>
            </a:gs>
            <a:gs pos="100000">
              <a:schemeClr val="dk2"/>
            </a:gs>
          </a:gsLst>
          <a:lin ang="10800025" scaled="0"/>
        </a:gradFill>
        <a:effectLst/>
      </p:bgPr>
    </p:bg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" name="Google Shape;53;p6"/>
          <p:cNvGrpSpPr/>
          <p:nvPr/>
        </p:nvGrpSpPr>
        <p:grpSpPr>
          <a:xfrm>
            <a:off x="9" y="-49"/>
            <a:ext cx="8342020" cy="6856029"/>
            <a:chOff x="-8" y="-13"/>
            <a:chExt cx="7710766" cy="5142022"/>
          </a:xfrm>
        </p:grpSpPr>
        <p:sp>
          <p:nvSpPr>
            <p:cNvPr id="54" name="Google Shape;54;p6"/>
            <p:cNvSpPr/>
            <p:nvPr/>
          </p:nvSpPr>
          <p:spPr>
            <a:xfrm>
              <a:off x="-8" y="-13"/>
              <a:ext cx="7710766" cy="5142022"/>
            </a:xfrm>
            <a:custGeom>
              <a:avLst/>
              <a:gdLst/>
              <a:ahLst/>
              <a:cxnLst/>
              <a:rect l="l" t="t" r="r" b="b"/>
              <a:pathLst>
                <a:path w="3427007" h="2285343" extrusionOk="0">
                  <a:moveTo>
                    <a:pt x="3264200" y="1931013"/>
                  </a:moveTo>
                  <a:cubicBezTo>
                    <a:pt x="3059555" y="1738083"/>
                    <a:pt x="2707189" y="1625228"/>
                    <a:pt x="2663923" y="1311888"/>
                  </a:cubicBezTo>
                  <a:cubicBezTo>
                    <a:pt x="2646918" y="776320"/>
                    <a:pt x="3405816" y="668129"/>
                    <a:pt x="3258554" y="0"/>
                  </a:cubicBezTo>
                  <a:lnTo>
                    <a:pt x="0" y="0"/>
                  </a:lnTo>
                  <a:lnTo>
                    <a:pt x="0" y="2285343"/>
                  </a:lnTo>
                  <a:lnTo>
                    <a:pt x="3426103" y="2285343"/>
                  </a:lnTo>
                  <a:cubicBezTo>
                    <a:pt x="3436148" y="2153964"/>
                    <a:pt x="3361302" y="2023504"/>
                    <a:pt x="3264200" y="193101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285750" dist="9525" algn="bl" rotWithShape="0">
                <a:schemeClr val="dk1">
                  <a:alpha val="75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" name="Google Shape;55;p6"/>
            <p:cNvSpPr/>
            <p:nvPr/>
          </p:nvSpPr>
          <p:spPr>
            <a:xfrm>
              <a:off x="-8" y="-13"/>
              <a:ext cx="7536339" cy="5142022"/>
            </a:xfrm>
            <a:custGeom>
              <a:avLst/>
              <a:gdLst/>
              <a:ahLst/>
              <a:cxnLst/>
              <a:rect l="l" t="t" r="r" b="b"/>
              <a:pathLst>
                <a:path w="3349484" h="2285343" extrusionOk="0">
                  <a:moveTo>
                    <a:pt x="3135123" y="1986849"/>
                  </a:moveTo>
                  <a:cubicBezTo>
                    <a:pt x="3002568" y="1888315"/>
                    <a:pt x="2836659" y="1848901"/>
                    <a:pt x="2687952" y="1777628"/>
                  </a:cubicBezTo>
                  <a:cubicBezTo>
                    <a:pt x="2379377" y="1643884"/>
                    <a:pt x="2269472" y="1317800"/>
                    <a:pt x="2551129" y="1092748"/>
                  </a:cubicBezTo>
                  <a:cubicBezTo>
                    <a:pt x="2647246" y="1012409"/>
                    <a:pt x="2763520" y="961040"/>
                    <a:pt x="2873688" y="901459"/>
                  </a:cubicBezTo>
                  <a:cubicBezTo>
                    <a:pt x="3268796" y="717528"/>
                    <a:pt x="3285865" y="371278"/>
                    <a:pt x="3154688" y="0"/>
                  </a:cubicBezTo>
                  <a:lnTo>
                    <a:pt x="0" y="0"/>
                  </a:lnTo>
                  <a:lnTo>
                    <a:pt x="0" y="2285343"/>
                  </a:lnTo>
                  <a:lnTo>
                    <a:pt x="3349485" y="2285343"/>
                  </a:lnTo>
                  <a:cubicBezTo>
                    <a:pt x="3310420" y="2166169"/>
                    <a:pt x="3235575" y="2061939"/>
                    <a:pt x="3135123" y="1986849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" name="Google Shape;56;p6"/>
            <p:cNvSpPr/>
            <p:nvPr/>
          </p:nvSpPr>
          <p:spPr>
            <a:xfrm>
              <a:off x="-8" y="-13"/>
              <a:ext cx="6852517" cy="5142022"/>
            </a:xfrm>
            <a:custGeom>
              <a:avLst/>
              <a:gdLst/>
              <a:ahLst/>
              <a:cxnLst/>
              <a:rect l="l" t="t" r="r" b="b"/>
              <a:pathLst>
                <a:path w="3045563" h="2285343" extrusionOk="0">
                  <a:moveTo>
                    <a:pt x="2807574" y="2063115"/>
                  </a:moveTo>
                  <a:cubicBezTo>
                    <a:pt x="2956478" y="1994404"/>
                    <a:pt x="2840008" y="1887198"/>
                    <a:pt x="2727411" y="1875177"/>
                  </a:cubicBezTo>
                  <a:cubicBezTo>
                    <a:pt x="2250301" y="1750695"/>
                    <a:pt x="2181824" y="1070150"/>
                    <a:pt x="2624661" y="853112"/>
                  </a:cubicBezTo>
                  <a:cubicBezTo>
                    <a:pt x="2701215" y="814552"/>
                    <a:pt x="2785909" y="794451"/>
                    <a:pt x="2863446" y="757796"/>
                  </a:cubicBezTo>
                  <a:cubicBezTo>
                    <a:pt x="3297881" y="540560"/>
                    <a:pt x="2793262" y="253036"/>
                    <a:pt x="2983397" y="0"/>
                  </a:cubicBezTo>
                  <a:lnTo>
                    <a:pt x="0" y="0"/>
                  </a:lnTo>
                  <a:lnTo>
                    <a:pt x="0" y="2285343"/>
                  </a:lnTo>
                  <a:lnTo>
                    <a:pt x="2681190" y="2285343"/>
                  </a:lnTo>
                  <a:cubicBezTo>
                    <a:pt x="2683685" y="2196596"/>
                    <a:pt x="2730299" y="2108047"/>
                    <a:pt x="2807574" y="2063115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" name="Google Shape;57;p6"/>
            <p:cNvSpPr/>
            <p:nvPr/>
          </p:nvSpPr>
          <p:spPr>
            <a:xfrm>
              <a:off x="-8" y="-13"/>
              <a:ext cx="6478551" cy="5142022"/>
            </a:xfrm>
            <a:custGeom>
              <a:avLst/>
              <a:gdLst/>
              <a:ahLst/>
              <a:cxnLst/>
              <a:rect l="l" t="t" r="r" b="b"/>
              <a:pathLst>
                <a:path w="2879356" h="2285343" extrusionOk="0">
                  <a:moveTo>
                    <a:pt x="2483636" y="1975748"/>
                  </a:moveTo>
                  <a:cubicBezTo>
                    <a:pt x="2425729" y="1949472"/>
                    <a:pt x="2357974" y="1946319"/>
                    <a:pt x="2304203" y="1912292"/>
                  </a:cubicBezTo>
                  <a:cubicBezTo>
                    <a:pt x="2200338" y="1846602"/>
                    <a:pt x="2149981" y="1693020"/>
                    <a:pt x="2194297" y="1578391"/>
                  </a:cubicBezTo>
                  <a:cubicBezTo>
                    <a:pt x="2362898" y="1262161"/>
                    <a:pt x="2082226" y="851863"/>
                    <a:pt x="2213994" y="698938"/>
                  </a:cubicBezTo>
                  <a:cubicBezTo>
                    <a:pt x="2289890" y="640671"/>
                    <a:pt x="2476086" y="701106"/>
                    <a:pt x="2569840" y="720484"/>
                  </a:cubicBezTo>
                  <a:cubicBezTo>
                    <a:pt x="3121795" y="827427"/>
                    <a:pt x="2785252" y="260657"/>
                    <a:pt x="2696422" y="0"/>
                  </a:cubicBezTo>
                  <a:lnTo>
                    <a:pt x="0" y="0"/>
                  </a:lnTo>
                  <a:lnTo>
                    <a:pt x="0" y="2285343"/>
                  </a:lnTo>
                  <a:lnTo>
                    <a:pt x="2605819" y="2285343"/>
                  </a:lnTo>
                  <a:cubicBezTo>
                    <a:pt x="2646787" y="2172291"/>
                    <a:pt x="2595314" y="2026460"/>
                    <a:pt x="2483636" y="197574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" name="Google Shape;58;p6"/>
            <p:cNvSpPr/>
            <p:nvPr/>
          </p:nvSpPr>
          <p:spPr>
            <a:xfrm>
              <a:off x="-8" y="-13"/>
              <a:ext cx="6272190" cy="5142022"/>
            </a:xfrm>
            <a:custGeom>
              <a:avLst/>
              <a:gdLst/>
              <a:ahLst/>
              <a:cxnLst/>
              <a:rect l="l" t="t" r="r" b="b"/>
              <a:pathLst>
                <a:path w="2787640" h="2285343" extrusionOk="0">
                  <a:moveTo>
                    <a:pt x="2551129" y="2165460"/>
                  </a:moveTo>
                  <a:cubicBezTo>
                    <a:pt x="2474839" y="1961822"/>
                    <a:pt x="2182086" y="2092478"/>
                    <a:pt x="2041192" y="1984090"/>
                  </a:cubicBezTo>
                  <a:cubicBezTo>
                    <a:pt x="1755530" y="1606309"/>
                    <a:pt x="2254765" y="1476178"/>
                    <a:pt x="2067125" y="765219"/>
                  </a:cubicBezTo>
                  <a:cubicBezTo>
                    <a:pt x="2053010" y="702617"/>
                    <a:pt x="2051631" y="620702"/>
                    <a:pt x="2107765" y="589762"/>
                  </a:cubicBezTo>
                  <a:cubicBezTo>
                    <a:pt x="2139214" y="572223"/>
                    <a:pt x="2178081" y="579120"/>
                    <a:pt x="2213403" y="586543"/>
                  </a:cubicBezTo>
                  <a:cubicBezTo>
                    <a:pt x="2363423" y="609994"/>
                    <a:pt x="2512983" y="669378"/>
                    <a:pt x="2665433" y="663991"/>
                  </a:cubicBezTo>
                  <a:cubicBezTo>
                    <a:pt x="2829568" y="636467"/>
                    <a:pt x="2809872" y="484724"/>
                    <a:pt x="2714805" y="382445"/>
                  </a:cubicBezTo>
                  <a:cubicBezTo>
                    <a:pt x="2614157" y="255007"/>
                    <a:pt x="2513443" y="127523"/>
                    <a:pt x="2412795" y="0"/>
                  </a:cubicBezTo>
                  <a:lnTo>
                    <a:pt x="0" y="0"/>
                  </a:lnTo>
                  <a:lnTo>
                    <a:pt x="0" y="2285343"/>
                  </a:lnTo>
                  <a:lnTo>
                    <a:pt x="2536094" y="2285343"/>
                  </a:lnTo>
                  <a:cubicBezTo>
                    <a:pt x="2555134" y="2247966"/>
                    <a:pt x="2563012" y="2205202"/>
                    <a:pt x="2551129" y="216546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" name="Google Shape;59;p6"/>
            <p:cNvSpPr/>
            <p:nvPr/>
          </p:nvSpPr>
          <p:spPr>
            <a:xfrm>
              <a:off x="-8" y="-13"/>
              <a:ext cx="5978795" cy="5142022"/>
            </a:xfrm>
            <a:custGeom>
              <a:avLst/>
              <a:gdLst/>
              <a:ahLst/>
              <a:cxnLst/>
              <a:rect l="l" t="t" r="r" b="b"/>
              <a:pathLst>
                <a:path w="2657242" h="2285343" extrusionOk="0">
                  <a:moveTo>
                    <a:pt x="2007248" y="2113499"/>
                  </a:moveTo>
                  <a:cubicBezTo>
                    <a:pt x="1570122" y="1477098"/>
                    <a:pt x="2433082" y="1775854"/>
                    <a:pt x="2003441" y="835244"/>
                  </a:cubicBezTo>
                  <a:cubicBezTo>
                    <a:pt x="1977901" y="745052"/>
                    <a:pt x="1922620" y="648094"/>
                    <a:pt x="1965558" y="564800"/>
                  </a:cubicBezTo>
                  <a:cubicBezTo>
                    <a:pt x="2004426" y="489322"/>
                    <a:pt x="2106518" y="470798"/>
                    <a:pt x="2189570" y="488337"/>
                  </a:cubicBezTo>
                  <a:cubicBezTo>
                    <a:pt x="2272623" y="505876"/>
                    <a:pt x="2348716" y="549428"/>
                    <a:pt x="2432491" y="564274"/>
                  </a:cubicBezTo>
                  <a:cubicBezTo>
                    <a:pt x="2646524" y="602374"/>
                    <a:pt x="2740016" y="398211"/>
                    <a:pt x="2567739" y="263810"/>
                  </a:cubicBezTo>
                  <a:cubicBezTo>
                    <a:pt x="2468142" y="185967"/>
                    <a:pt x="2311687" y="141430"/>
                    <a:pt x="2287855" y="0"/>
                  </a:cubicBezTo>
                  <a:lnTo>
                    <a:pt x="0" y="0"/>
                  </a:lnTo>
                  <a:lnTo>
                    <a:pt x="0" y="2285343"/>
                  </a:lnTo>
                  <a:lnTo>
                    <a:pt x="2023268" y="2285343"/>
                  </a:lnTo>
                  <a:cubicBezTo>
                    <a:pt x="2055570" y="2233645"/>
                    <a:pt x="2039156" y="2165000"/>
                    <a:pt x="2007248" y="211349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0" name="Google Shape;60;p6"/>
          <p:cNvSpPr txBox="1">
            <a:spLocks noGrp="1"/>
          </p:cNvSpPr>
          <p:nvPr>
            <p:ph type="title"/>
          </p:nvPr>
        </p:nvSpPr>
        <p:spPr>
          <a:xfrm>
            <a:off x="609600" y="1402167"/>
            <a:ext cx="3696400" cy="9552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6"/>
          <p:cNvSpPr txBox="1">
            <a:spLocks noGrp="1"/>
          </p:cNvSpPr>
          <p:nvPr>
            <p:ph type="body" idx="1"/>
          </p:nvPr>
        </p:nvSpPr>
        <p:spPr>
          <a:xfrm>
            <a:off x="609600" y="2733067"/>
            <a:ext cx="3696400" cy="332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457189" rtl="0">
              <a:spcBef>
                <a:spcPts val="800"/>
              </a:spcBef>
              <a:spcAft>
                <a:spcPts val="0"/>
              </a:spcAft>
              <a:buSzPts val="1800"/>
              <a:buChar char="●"/>
              <a:defRPr sz="2400"/>
            </a:lvl1pPr>
            <a:lvl2pPr marL="1219170" lvl="1" indent="-457189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2400"/>
            </a:lvl2pPr>
            <a:lvl3pPr marL="1828754" lvl="2" indent="-457189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2400"/>
            </a:lvl3pPr>
            <a:lvl4pPr marL="2438339" lvl="3" indent="-457189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2400"/>
            </a:lvl4pPr>
            <a:lvl5pPr marL="3047924" lvl="4" indent="-457189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2400"/>
            </a:lvl5pPr>
            <a:lvl6pPr marL="3657509" lvl="5" indent="-457189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2400"/>
            </a:lvl6pPr>
            <a:lvl7pPr marL="4267093" lvl="6" indent="-457189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2400"/>
            </a:lvl7pPr>
            <a:lvl8pPr marL="4876678" lvl="7" indent="-457189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2400"/>
            </a:lvl8pPr>
            <a:lvl9pPr marL="5486263" lvl="8" indent="-457189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2400"/>
            </a:lvl9pPr>
          </a:lstStyle>
          <a:p>
            <a:endParaRPr/>
          </a:p>
        </p:txBody>
      </p:sp>
      <p:sp>
        <p:nvSpPr>
          <p:cNvPr id="62" name="Google Shape;62;p6"/>
          <p:cNvSpPr txBox="1">
            <a:spLocks noGrp="1"/>
          </p:cNvSpPr>
          <p:nvPr>
            <p:ph type="sldNum" idx="12"/>
          </p:nvPr>
        </p:nvSpPr>
        <p:spPr>
          <a:xfrm>
            <a:off x="11307445" y="6333135"/>
            <a:ext cx="731600" cy="524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fld id="{00000000-1234-1234-1234-123412341234}" type="slidenum">
              <a:rPr lang="en">
                <a:solidFill>
                  <a:srgbClr val="FFFFFF"/>
                </a:solidFill>
              </a:rPr>
              <a:pPr/>
              <a:t>‹#›</a:t>
            </a:fld>
            <a:endParaRPr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53981188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2 columns" type="twoColTx">
  <p:cSld name="Title + 2 columns">
    <p:bg>
      <p:bgPr>
        <a:gradFill>
          <a:gsLst>
            <a:gs pos="0">
              <a:schemeClr val="accent1"/>
            </a:gs>
            <a:gs pos="50000">
              <a:schemeClr val="dk2"/>
            </a:gs>
            <a:gs pos="100000">
              <a:schemeClr val="dk2"/>
            </a:gs>
          </a:gsLst>
          <a:path path="circle">
            <a:fillToRect l="100000" b="100000"/>
          </a:path>
          <a:tileRect t="-100000" r="-100000"/>
        </a:gradFill>
        <a:effectLst/>
      </p:bgPr>
    </p:bg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4" name="Google Shape;64;p7"/>
          <p:cNvGrpSpPr/>
          <p:nvPr/>
        </p:nvGrpSpPr>
        <p:grpSpPr>
          <a:xfrm>
            <a:off x="-7" y="-13"/>
            <a:ext cx="12193773" cy="6857017"/>
            <a:chOff x="-5" y="-10"/>
            <a:chExt cx="9145330" cy="5142763"/>
          </a:xfrm>
        </p:grpSpPr>
        <p:sp>
          <p:nvSpPr>
            <p:cNvPr id="65" name="Google Shape;65;p7"/>
            <p:cNvSpPr/>
            <p:nvPr/>
          </p:nvSpPr>
          <p:spPr>
            <a:xfrm>
              <a:off x="436" y="-10"/>
              <a:ext cx="9144886" cy="5142760"/>
            </a:xfrm>
            <a:custGeom>
              <a:avLst/>
              <a:gdLst/>
              <a:ahLst/>
              <a:cxnLst/>
              <a:rect l="l" t="t" r="r" b="b"/>
              <a:pathLst>
                <a:path w="4064394" h="2285671" extrusionOk="0">
                  <a:moveTo>
                    <a:pt x="3915359" y="1249483"/>
                  </a:moveTo>
                  <a:cubicBezTo>
                    <a:pt x="3758905" y="1375673"/>
                    <a:pt x="3604486" y="1367725"/>
                    <a:pt x="3572381" y="1142869"/>
                  </a:cubicBezTo>
                  <a:cubicBezTo>
                    <a:pt x="3564371" y="1057472"/>
                    <a:pt x="3585512" y="972535"/>
                    <a:pt x="3594835" y="887270"/>
                  </a:cubicBezTo>
                  <a:cubicBezTo>
                    <a:pt x="3604157" y="802005"/>
                    <a:pt x="3597723" y="707609"/>
                    <a:pt x="3544938" y="644219"/>
                  </a:cubicBezTo>
                  <a:cubicBezTo>
                    <a:pt x="3492151" y="580828"/>
                    <a:pt x="3402533" y="563289"/>
                    <a:pt x="3347252" y="501147"/>
                  </a:cubicBezTo>
                  <a:cubicBezTo>
                    <a:pt x="3215944" y="341980"/>
                    <a:pt x="3347252" y="113972"/>
                    <a:pt x="3484470" y="0"/>
                  </a:cubicBezTo>
                  <a:lnTo>
                    <a:pt x="0" y="0"/>
                  </a:lnTo>
                  <a:lnTo>
                    <a:pt x="0" y="2285672"/>
                  </a:lnTo>
                  <a:lnTo>
                    <a:pt x="4064394" y="2285672"/>
                  </a:lnTo>
                  <a:lnTo>
                    <a:pt x="4064394" y="1205077"/>
                  </a:lnTo>
                  <a:cubicBezTo>
                    <a:pt x="4016007" y="1198508"/>
                    <a:pt x="3959741" y="1220908"/>
                    <a:pt x="3915359" y="124948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" name="Google Shape;66;p7"/>
            <p:cNvSpPr/>
            <p:nvPr/>
          </p:nvSpPr>
          <p:spPr>
            <a:xfrm>
              <a:off x="436" y="731"/>
              <a:ext cx="9144886" cy="5142022"/>
            </a:xfrm>
            <a:custGeom>
              <a:avLst/>
              <a:gdLst/>
              <a:ahLst/>
              <a:cxnLst/>
              <a:rect l="l" t="t" r="r" b="b"/>
              <a:pathLst>
                <a:path w="4064394" h="2285343" extrusionOk="0">
                  <a:moveTo>
                    <a:pt x="3921596" y="1306896"/>
                  </a:moveTo>
                  <a:cubicBezTo>
                    <a:pt x="3827382" y="1355046"/>
                    <a:pt x="3758839" y="1489579"/>
                    <a:pt x="3641252" y="1479923"/>
                  </a:cubicBezTo>
                  <a:cubicBezTo>
                    <a:pt x="3438840" y="1433940"/>
                    <a:pt x="3511651" y="1152459"/>
                    <a:pt x="3489000" y="998483"/>
                  </a:cubicBezTo>
                  <a:cubicBezTo>
                    <a:pt x="3445274" y="740060"/>
                    <a:pt x="3136174" y="567099"/>
                    <a:pt x="3190076" y="285685"/>
                  </a:cubicBezTo>
                  <a:cubicBezTo>
                    <a:pt x="3210823" y="187938"/>
                    <a:pt x="3283305" y="103593"/>
                    <a:pt x="3278381" y="0"/>
                  </a:cubicBezTo>
                  <a:lnTo>
                    <a:pt x="0" y="0"/>
                  </a:lnTo>
                  <a:lnTo>
                    <a:pt x="0" y="2285343"/>
                  </a:lnTo>
                  <a:lnTo>
                    <a:pt x="4064394" y="2285343"/>
                  </a:lnTo>
                  <a:lnTo>
                    <a:pt x="4064394" y="1314779"/>
                  </a:lnTo>
                  <a:cubicBezTo>
                    <a:pt x="4026971" y="1280751"/>
                    <a:pt x="3967291" y="1283576"/>
                    <a:pt x="3921596" y="1306896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" name="Google Shape;67;p7"/>
            <p:cNvSpPr/>
            <p:nvPr/>
          </p:nvSpPr>
          <p:spPr>
            <a:xfrm>
              <a:off x="-5" y="731"/>
              <a:ext cx="9145330" cy="5142022"/>
            </a:xfrm>
            <a:custGeom>
              <a:avLst/>
              <a:gdLst/>
              <a:ahLst/>
              <a:cxnLst/>
              <a:rect l="l" t="t" r="r" b="b"/>
              <a:pathLst>
                <a:path w="4064591" h="2285343" extrusionOk="0">
                  <a:moveTo>
                    <a:pt x="3770329" y="1529387"/>
                  </a:moveTo>
                  <a:cubicBezTo>
                    <a:pt x="3385594" y="1586602"/>
                    <a:pt x="3413301" y="1366017"/>
                    <a:pt x="3417043" y="1072384"/>
                  </a:cubicBezTo>
                  <a:cubicBezTo>
                    <a:pt x="3360449" y="715689"/>
                    <a:pt x="2974270" y="507453"/>
                    <a:pt x="3214762" y="117322"/>
                  </a:cubicBezTo>
                  <a:cubicBezTo>
                    <a:pt x="3227893" y="80141"/>
                    <a:pt x="3233605" y="36983"/>
                    <a:pt x="3223625" y="0"/>
                  </a:cubicBezTo>
                  <a:lnTo>
                    <a:pt x="0" y="0"/>
                  </a:lnTo>
                  <a:lnTo>
                    <a:pt x="0" y="2285343"/>
                  </a:lnTo>
                  <a:lnTo>
                    <a:pt x="4064591" y="2285343"/>
                  </a:lnTo>
                  <a:lnTo>
                    <a:pt x="4064591" y="1598886"/>
                  </a:lnTo>
                  <a:cubicBezTo>
                    <a:pt x="3998346" y="1512308"/>
                    <a:pt x="3874916" y="1516052"/>
                    <a:pt x="3770329" y="1529387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" name="Google Shape;68;p7"/>
            <p:cNvSpPr/>
            <p:nvPr/>
          </p:nvSpPr>
          <p:spPr>
            <a:xfrm>
              <a:off x="436" y="583"/>
              <a:ext cx="9144886" cy="5142168"/>
            </a:xfrm>
            <a:custGeom>
              <a:avLst/>
              <a:gdLst/>
              <a:ahLst/>
              <a:cxnLst/>
              <a:rect l="l" t="t" r="r" b="b"/>
              <a:pathLst>
                <a:path w="4064394" h="2285408" extrusionOk="0">
                  <a:moveTo>
                    <a:pt x="3518216" y="1610776"/>
                  </a:moveTo>
                  <a:cubicBezTo>
                    <a:pt x="3308123" y="1694859"/>
                    <a:pt x="3276477" y="1573793"/>
                    <a:pt x="3327359" y="1394788"/>
                  </a:cubicBezTo>
                  <a:cubicBezTo>
                    <a:pt x="3353621" y="1255855"/>
                    <a:pt x="3313637" y="1105097"/>
                    <a:pt x="3223691" y="1003935"/>
                  </a:cubicBezTo>
                  <a:cubicBezTo>
                    <a:pt x="3022920" y="804107"/>
                    <a:pt x="3083059" y="820727"/>
                    <a:pt x="3141820" y="584638"/>
                  </a:cubicBezTo>
                  <a:cubicBezTo>
                    <a:pt x="3145891" y="476184"/>
                    <a:pt x="3038415" y="408787"/>
                    <a:pt x="2988780" y="315310"/>
                  </a:cubicBezTo>
                  <a:cubicBezTo>
                    <a:pt x="2935534" y="216184"/>
                    <a:pt x="2953524" y="78302"/>
                    <a:pt x="3036904" y="0"/>
                  </a:cubicBezTo>
                  <a:lnTo>
                    <a:pt x="0" y="0"/>
                  </a:lnTo>
                  <a:lnTo>
                    <a:pt x="0" y="2285409"/>
                  </a:lnTo>
                  <a:lnTo>
                    <a:pt x="4064394" y="2285409"/>
                  </a:lnTo>
                  <a:lnTo>
                    <a:pt x="4064394" y="1775263"/>
                  </a:lnTo>
                  <a:cubicBezTo>
                    <a:pt x="3874128" y="1764358"/>
                    <a:pt x="3706841" y="1566435"/>
                    <a:pt x="3518216" y="1610776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" name="Google Shape;69;p7"/>
            <p:cNvSpPr/>
            <p:nvPr/>
          </p:nvSpPr>
          <p:spPr>
            <a:xfrm>
              <a:off x="731" y="731"/>
              <a:ext cx="9144589" cy="5142022"/>
            </a:xfrm>
            <a:custGeom>
              <a:avLst/>
              <a:gdLst/>
              <a:ahLst/>
              <a:cxnLst/>
              <a:rect l="l" t="t" r="r" b="b"/>
              <a:pathLst>
                <a:path w="4064262" h="2285343" extrusionOk="0">
                  <a:moveTo>
                    <a:pt x="3911354" y="1813823"/>
                  </a:moveTo>
                  <a:cubicBezTo>
                    <a:pt x="3733431" y="1756279"/>
                    <a:pt x="3525766" y="1820392"/>
                    <a:pt x="3358808" y="1722711"/>
                  </a:cubicBezTo>
                  <a:cubicBezTo>
                    <a:pt x="3177667" y="1604864"/>
                    <a:pt x="3210363" y="1445238"/>
                    <a:pt x="3338586" y="1300852"/>
                  </a:cubicBezTo>
                  <a:cubicBezTo>
                    <a:pt x="3453941" y="1143197"/>
                    <a:pt x="3377978" y="1019175"/>
                    <a:pt x="3192965" y="1000454"/>
                  </a:cubicBezTo>
                  <a:cubicBezTo>
                    <a:pt x="2865678" y="937129"/>
                    <a:pt x="3055091" y="791166"/>
                    <a:pt x="3032571" y="594426"/>
                  </a:cubicBezTo>
                  <a:cubicBezTo>
                    <a:pt x="3008870" y="510278"/>
                    <a:pt x="2913277" y="477761"/>
                    <a:pt x="2846901" y="423304"/>
                  </a:cubicBezTo>
                  <a:cubicBezTo>
                    <a:pt x="2723602" y="324770"/>
                    <a:pt x="2700886" y="123037"/>
                    <a:pt x="2803438" y="0"/>
                  </a:cubicBezTo>
                  <a:lnTo>
                    <a:pt x="0" y="0"/>
                  </a:lnTo>
                  <a:lnTo>
                    <a:pt x="0" y="2285343"/>
                  </a:lnTo>
                  <a:lnTo>
                    <a:pt x="4064263" y="2285343"/>
                  </a:lnTo>
                  <a:lnTo>
                    <a:pt x="4064263" y="1916167"/>
                  </a:lnTo>
                  <a:cubicBezTo>
                    <a:pt x="4026118" y="1868214"/>
                    <a:pt x="3969852" y="1832741"/>
                    <a:pt x="3911354" y="1813823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" name="Google Shape;70;p7"/>
            <p:cNvSpPr/>
            <p:nvPr/>
          </p:nvSpPr>
          <p:spPr>
            <a:xfrm>
              <a:off x="436" y="731"/>
              <a:ext cx="9144886" cy="5142022"/>
            </a:xfrm>
            <a:custGeom>
              <a:avLst/>
              <a:gdLst/>
              <a:ahLst/>
              <a:cxnLst/>
              <a:rect l="l" t="t" r="r" b="b"/>
              <a:pathLst>
                <a:path w="4064394" h="2285343" extrusionOk="0">
                  <a:moveTo>
                    <a:pt x="3763435" y="1980675"/>
                  </a:moveTo>
                  <a:cubicBezTo>
                    <a:pt x="3694695" y="2003469"/>
                    <a:pt x="3636788" y="2052539"/>
                    <a:pt x="3567588" y="2074020"/>
                  </a:cubicBezTo>
                  <a:cubicBezTo>
                    <a:pt x="3429714" y="2116718"/>
                    <a:pt x="3273391" y="2032701"/>
                    <a:pt x="3205242" y="1905263"/>
                  </a:cubicBezTo>
                  <a:cubicBezTo>
                    <a:pt x="3082469" y="1678240"/>
                    <a:pt x="3215156" y="1486623"/>
                    <a:pt x="3268861" y="1269453"/>
                  </a:cubicBezTo>
                  <a:cubicBezTo>
                    <a:pt x="3268007" y="941004"/>
                    <a:pt x="3006244" y="1151737"/>
                    <a:pt x="2907172" y="1045583"/>
                  </a:cubicBezTo>
                  <a:cubicBezTo>
                    <a:pt x="2870405" y="1001833"/>
                    <a:pt x="2887935" y="934239"/>
                    <a:pt x="2918530" y="886022"/>
                  </a:cubicBezTo>
                  <a:cubicBezTo>
                    <a:pt x="3044717" y="741505"/>
                    <a:pt x="3036708" y="613476"/>
                    <a:pt x="2871981" y="500030"/>
                  </a:cubicBezTo>
                  <a:cubicBezTo>
                    <a:pt x="2666286" y="390788"/>
                    <a:pt x="2485474" y="247716"/>
                    <a:pt x="2627944" y="0"/>
                  </a:cubicBezTo>
                  <a:lnTo>
                    <a:pt x="0" y="0"/>
                  </a:lnTo>
                  <a:lnTo>
                    <a:pt x="0" y="2285343"/>
                  </a:lnTo>
                  <a:lnTo>
                    <a:pt x="4064394" y="2285343"/>
                  </a:lnTo>
                  <a:lnTo>
                    <a:pt x="4064394" y="2074020"/>
                  </a:lnTo>
                  <a:cubicBezTo>
                    <a:pt x="3992306" y="1989674"/>
                    <a:pt x="3869992" y="1945268"/>
                    <a:pt x="3763435" y="198067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1" name="Google Shape;71;p7"/>
          <p:cNvSpPr txBox="1">
            <a:spLocks noGrp="1"/>
          </p:cNvSpPr>
          <p:nvPr>
            <p:ph type="title"/>
          </p:nvPr>
        </p:nvSpPr>
        <p:spPr>
          <a:xfrm>
            <a:off x="609600" y="792567"/>
            <a:ext cx="6953600" cy="9552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7"/>
          <p:cNvSpPr txBox="1">
            <a:spLocks noGrp="1"/>
          </p:cNvSpPr>
          <p:nvPr>
            <p:ph type="body" idx="1"/>
          </p:nvPr>
        </p:nvSpPr>
        <p:spPr>
          <a:xfrm>
            <a:off x="609600" y="2123467"/>
            <a:ext cx="3554800" cy="3921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474121" rtl="0">
              <a:spcBef>
                <a:spcPts val="800"/>
              </a:spcBef>
              <a:spcAft>
                <a:spcPts val="0"/>
              </a:spcAft>
              <a:buSzPts val="2000"/>
              <a:buChar char="●"/>
              <a:defRPr sz="2667"/>
            </a:lvl1pPr>
            <a:lvl2pPr marL="1219170" lvl="1" indent="-474121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667"/>
            </a:lvl2pPr>
            <a:lvl3pPr marL="1828754" lvl="2" indent="-474121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667"/>
            </a:lvl3pPr>
            <a:lvl4pPr marL="2438339" lvl="3" indent="-474121" rtl="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667"/>
            </a:lvl4pPr>
            <a:lvl5pPr marL="3047924" lvl="4" indent="-474121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667"/>
            </a:lvl5pPr>
            <a:lvl6pPr marL="3657509" lvl="5" indent="-474121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667"/>
            </a:lvl6pPr>
            <a:lvl7pPr marL="4267093" lvl="6" indent="-474121" rtl="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667"/>
            </a:lvl7pPr>
            <a:lvl8pPr marL="4876678" lvl="7" indent="-474121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667"/>
            </a:lvl8pPr>
            <a:lvl9pPr marL="5486263" lvl="8" indent="-474121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667"/>
            </a:lvl9pPr>
          </a:lstStyle>
          <a:p>
            <a:endParaRPr/>
          </a:p>
        </p:txBody>
      </p:sp>
      <p:sp>
        <p:nvSpPr>
          <p:cNvPr id="73" name="Google Shape;73;p7"/>
          <p:cNvSpPr txBox="1">
            <a:spLocks noGrp="1"/>
          </p:cNvSpPr>
          <p:nvPr>
            <p:ph type="body" idx="2"/>
          </p:nvPr>
        </p:nvSpPr>
        <p:spPr>
          <a:xfrm>
            <a:off x="4533605" y="2123467"/>
            <a:ext cx="3554800" cy="3921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474121" rtl="0">
              <a:spcBef>
                <a:spcPts val="800"/>
              </a:spcBef>
              <a:spcAft>
                <a:spcPts val="0"/>
              </a:spcAft>
              <a:buSzPts val="2000"/>
              <a:buChar char="●"/>
              <a:defRPr sz="2667"/>
            </a:lvl1pPr>
            <a:lvl2pPr marL="1219170" lvl="1" indent="-474121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667"/>
            </a:lvl2pPr>
            <a:lvl3pPr marL="1828754" lvl="2" indent="-474121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667"/>
            </a:lvl3pPr>
            <a:lvl4pPr marL="2438339" lvl="3" indent="-474121" rtl="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667"/>
            </a:lvl4pPr>
            <a:lvl5pPr marL="3047924" lvl="4" indent="-474121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667"/>
            </a:lvl5pPr>
            <a:lvl6pPr marL="3657509" lvl="5" indent="-474121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667"/>
            </a:lvl6pPr>
            <a:lvl7pPr marL="4267093" lvl="6" indent="-474121" rtl="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667"/>
            </a:lvl7pPr>
            <a:lvl8pPr marL="4876678" lvl="7" indent="-474121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667"/>
            </a:lvl8pPr>
            <a:lvl9pPr marL="5486263" lvl="8" indent="-474121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667"/>
            </a:lvl9pPr>
          </a:lstStyle>
          <a:p>
            <a:endParaRPr/>
          </a:p>
        </p:txBody>
      </p:sp>
      <p:sp>
        <p:nvSpPr>
          <p:cNvPr id="74" name="Google Shape;74;p7"/>
          <p:cNvSpPr txBox="1">
            <a:spLocks noGrp="1"/>
          </p:cNvSpPr>
          <p:nvPr>
            <p:ph type="sldNum" idx="12"/>
          </p:nvPr>
        </p:nvSpPr>
        <p:spPr>
          <a:xfrm>
            <a:off x="11307445" y="6333135"/>
            <a:ext cx="731600" cy="524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n">
                <a:solidFill>
                  <a:srgbClr val="CE0063"/>
                </a:solidFill>
              </a:rPr>
              <a:pPr/>
              <a:t>‹#›</a:t>
            </a:fld>
            <a:endParaRPr>
              <a:solidFill>
                <a:srgbClr val="CE006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227545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3 columns">
  <p:cSld name="Title + 3 columns">
    <p:bg>
      <p:bgPr>
        <a:gradFill>
          <a:gsLst>
            <a:gs pos="0">
              <a:schemeClr val="accent1"/>
            </a:gs>
            <a:gs pos="50000">
              <a:schemeClr val="dk2"/>
            </a:gs>
            <a:gs pos="100000">
              <a:schemeClr val="dk2"/>
            </a:gs>
          </a:gsLst>
          <a:path path="circle">
            <a:fillToRect l="100000" b="100000"/>
          </a:path>
          <a:tileRect t="-100000" r="-100000"/>
        </a:gradFill>
        <a:effectLst/>
      </p:bgPr>
    </p:bg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6" name="Google Shape;76;p8"/>
          <p:cNvGrpSpPr/>
          <p:nvPr/>
        </p:nvGrpSpPr>
        <p:grpSpPr>
          <a:xfrm>
            <a:off x="-7" y="-13"/>
            <a:ext cx="12193773" cy="6857017"/>
            <a:chOff x="-5" y="-10"/>
            <a:chExt cx="9145330" cy="5142763"/>
          </a:xfrm>
        </p:grpSpPr>
        <p:sp>
          <p:nvSpPr>
            <p:cNvPr id="77" name="Google Shape;77;p8"/>
            <p:cNvSpPr/>
            <p:nvPr/>
          </p:nvSpPr>
          <p:spPr>
            <a:xfrm>
              <a:off x="436" y="-10"/>
              <a:ext cx="9144886" cy="5142760"/>
            </a:xfrm>
            <a:custGeom>
              <a:avLst/>
              <a:gdLst/>
              <a:ahLst/>
              <a:cxnLst/>
              <a:rect l="l" t="t" r="r" b="b"/>
              <a:pathLst>
                <a:path w="4064394" h="2285671" extrusionOk="0">
                  <a:moveTo>
                    <a:pt x="3915359" y="1249483"/>
                  </a:moveTo>
                  <a:cubicBezTo>
                    <a:pt x="3758905" y="1375673"/>
                    <a:pt x="3604486" y="1367725"/>
                    <a:pt x="3572381" y="1142869"/>
                  </a:cubicBezTo>
                  <a:cubicBezTo>
                    <a:pt x="3564371" y="1057472"/>
                    <a:pt x="3585512" y="972535"/>
                    <a:pt x="3594835" y="887270"/>
                  </a:cubicBezTo>
                  <a:cubicBezTo>
                    <a:pt x="3604157" y="802005"/>
                    <a:pt x="3597723" y="707609"/>
                    <a:pt x="3544938" y="644219"/>
                  </a:cubicBezTo>
                  <a:cubicBezTo>
                    <a:pt x="3492151" y="580828"/>
                    <a:pt x="3402533" y="563289"/>
                    <a:pt x="3347252" y="501147"/>
                  </a:cubicBezTo>
                  <a:cubicBezTo>
                    <a:pt x="3215944" y="341980"/>
                    <a:pt x="3347252" y="113972"/>
                    <a:pt x="3484470" y="0"/>
                  </a:cubicBezTo>
                  <a:lnTo>
                    <a:pt x="0" y="0"/>
                  </a:lnTo>
                  <a:lnTo>
                    <a:pt x="0" y="2285672"/>
                  </a:lnTo>
                  <a:lnTo>
                    <a:pt x="4064394" y="2285672"/>
                  </a:lnTo>
                  <a:lnTo>
                    <a:pt x="4064394" y="1205077"/>
                  </a:lnTo>
                  <a:cubicBezTo>
                    <a:pt x="4016007" y="1198508"/>
                    <a:pt x="3959741" y="1220908"/>
                    <a:pt x="3915359" y="124948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" name="Google Shape;78;p8"/>
            <p:cNvSpPr/>
            <p:nvPr/>
          </p:nvSpPr>
          <p:spPr>
            <a:xfrm>
              <a:off x="436" y="731"/>
              <a:ext cx="9144886" cy="5142022"/>
            </a:xfrm>
            <a:custGeom>
              <a:avLst/>
              <a:gdLst/>
              <a:ahLst/>
              <a:cxnLst/>
              <a:rect l="l" t="t" r="r" b="b"/>
              <a:pathLst>
                <a:path w="4064394" h="2285343" extrusionOk="0">
                  <a:moveTo>
                    <a:pt x="3921596" y="1306896"/>
                  </a:moveTo>
                  <a:cubicBezTo>
                    <a:pt x="3827382" y="1355046"/>
                    <a:pt x="3758839" y="1489579"/>
                    <a:pt x="3641252" y="1479923"/>
                  </a:cubicBezTo>
                  <a:cubicBezTo>
                    <a:pt x="3438840" y="1433940"/>
                    <a:pt x="3511651" y="1152459"/>
                    <a:pt x="3489000" y="998483"/>
                  </a:cubicBezTo>
                  <a:cubicBezTo>
                    <a:pt x="3445274" y="740060"/>
                    <a:pt x="3136174" y="567099"/>
                    <a:pt x="3190076" y="285685"/>
                  </a:cubicBezTo>
                  <a:cubicBezTo>
                    <a:pt x="3210823" y="187938"/>
                    <a:pt x="3283305" y="103593"/>
                    <a:pt x="3278381" y="0"/>
                  </a:cubicBezTo>
                  <a:lnTo>
                    <a:pt x="0" y="0"/>
                  </a:lnTo>
                  <a:lnTo>
                    <a:pt x="0" y="2285343"/>
                  </a:lnTo>
                  <a:lnTo>
                    <a:pt x="4064394" y="2285343"/>
                  </a:lnTo>
                  <a:lnTo>
                    <a:pt x="4064394" y="1314779"/>
                  </a:lnTo>
                  <a:cubicBezTo>
                    <a:pt x="4026971" y="1280751"/>
                    <a:pt x="3967291" y="1283576"/>
                    <a:pt x="3921596" y="1306896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" name="Google Shape;79;p8"/>
            <p:cNvSpPr/>
            <p:nvPr/>
          </p:nvSpPr>
          <p:spPr>
            <a:xfrm>
              <a:off x="-5" y="731"/>
              <a:ext cx="9145330" cy="5142022"/>
            </a:xfrm>
            <a:custGeom>
              <a:avLst/>
              <a:gdLst/>
              <a:ahLst/>
              <a:cxnLst/>
              <a:rect l="l" t="t" r="r" b="b"/>
              <a:pathLst>
                <a:path w="4064591" h="2285343" extrusionOk="0">
                  <a:moveTo>
                    <a:pt x="3770329" y="1529387"/>
                  </a:moveTo>
                  <a:cubicBezTo>
                    <a:pt x="3385594" y="1586602"/>
                    <a:pt x="3413301" y="1366017"/>
                    <a:pt x="3417043" y="1072384"/>
                  </a:cubicBezTo>
                  <a:cubicBezTo>
                    <a:pt x="3360449" y="715689"/>
                    <a:pt x="2974270" y="507453"/>
                    <a:pt x="3214762" y="117322"/>
                  </a:cubicBezTo>
                  <a:cubicBezTo>
                    <a:pt x="3227893" y="80141"/>
                    <a:pt x="3233605" y="36983"/>
                    <a:pt x="3223625" y="0"/>
                  </a:cubicBezTo>
                  <a:lnTo>
                    <a:pt x="0" y="0"/>
                  </a:lnTo>
                  <a:lnTo>
                    <a:pt x="0" y="2285343"/>
                  </a:lnTo>
                  <a:lnTo>
                    <a:pt x="4064591" y="2285343"/>
                  </a:lnTo>
                  <a:lnTo>
                    <a:pt x="4064591" y="1598886"/>
                  </a:lnTo>
                  <a:cubicBezTo>
                    <a:pt x="3998346" y="1512308"/>
                    <a:pt x="3874916" y="1516052"/>
                    <a:pt x="3770329" y="1529387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" name="Google Shape;80;p8"/>
            <p:cNvSpPr/>
            <p:nvPr/>
          </p:nvSpPr>
          <p:spPr>
            <a:xfrm>
              <a:off x="436" y="583"/>
              <a:ext cx="9144886" cy="5142168"/>
            </a:xfrm>
            <a:custGeom>
              <a:avLst/>
              <a:gdLst/>
              <a:ahLst/>
              <a:cxnLst/>
              <a:rect l="l" t="t" r="r" b="b"/>
              <a:pathLst>
                <a:path w="4064394" h="2285408" extrusionOk="0">
                  <a:moveTo>
                    <a:pt x="3518216" y="1610776"/>
                  </a:moveTo>
                  <a:cubicBezTo>
                    <a:pt x="3308123" y="1694859"/>
                    <a:pt x="3276477" y="1573793"/>
                    <a:pt x="3327359" y="1394788"/>
                  </a:cubicBezTo>
                  <a:cubicBezTo>
                    <a:pt x="3353621" y="1255855"/>
                    <a:pt x="3313637" y="1105097"/>
                    <a:pt x="3223691" y="1003935"/>
                  </a:cubicBezTo>
                  <a:cubicBezTo>
                    <a:pt x="3022920" y="804107"/>
                    <a:pt x="3083059" y="820727"/>
                    <a:pt x="3141820" y="584638"/>
                  </a:cubicBezTo>
                  <a:cubicBezTo>
                    <a:pt x="3145891" y="476184"/>
                    <a:pt x="3038415" y="408787"/>
                    <a:pt x="2988780" y="315310"/>
                  </a:cubicBezTo>
                  <a:cubicBezTo>
                    <a:pt x="2935534" y="216184"/>
                    <a:pt x="2953524" y="78302"/>
                    <a:pt x="3036904" y="0"/>
                  </a:cubicBezTo>
                  <a:lnTo>
                    <a:pt x="0" y="0"/>
                  </a:lnTo>
                  <a:lnTo>
                    <a:pt x="0" y="2285409"/>
                  </a:lnTo>
                  <a:lnTo>
                    <a:pt x="4064394" y="2285409"/>
                  </a:lnTo>
                  <a:lnTo>
                    <a:pt x="4064394" y="1775263"/>
                  </a:lnTo>
                  <a:cubicBezTo>
                    <a:pt x="3874128" y="1764358"/>
                    <a:pt x="3706841" y="1566435"/>
                    <a:pt x="3518216" y="1610776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" name="Google Shape;81;p8"/>
            <p:cNvSpPr/>
            <p:nvPr/>
          </p:nvSpPr>
          <p:spPr>
            <a:xfrm>
              <a:off x="731" y="731"/>
              <a:ext cx="9144589" cy="5142022"/>
            </a:xfrm>
            <a:custGeom>
              <a:avLst/>
              <a:gdLst/>
              <a:ahLst/>
              <a:cxnLst/>
              <a:rect l="l" t="t" r="r" b="b"/>
              <a:pathLst>
                <a:path w="4064262" h="2285343" extrusionOk="0">
                  <a:moveTo>
                    <a:pt x="3911354" y="1813823"/>
                  </a:moveTo>
                  <a:cubicBezTo>
                    <a:pt x="3733431" y="1756279"/>
                    <a:pt x="3525766" y="1820392"/>
                    <a:pt x="3358808" y="1722711"/>
                  </a:cubicBezTo>
                  <a:cubicBezTo>
                    <a:pt x="3177667" y="1604864"/>
                    <a:pt x="3210363" y="1445238"/>
                    <a:pt x="3338586" y="1300852"/>
                  </a:cubicBezTo>
                  <a:cubicBezTo>
                    <a:pt x="3453941" y="1143197"/>
                    <a:pt x="3377978" y="1019175"/>
                    <a:pt x="3192965" y="1000454"/>
                  </a:cubicBezTo>
                  <a:cubicBezTo>
                    <a:pt x="2865678" y="937129"/>
                    <a:pt x="3055091" y="791166"/>
                    <a:pt x="3032571" y="594426"/>
                  </a:cubicBezTo>
                  <a:cubicBezTo>
                    <a:pt x="3008870" y="510278"/>
                    <a:pt x="2913277" y="477761"/>
                    <a:pt x="2846901" y="423304"/>
                  </a:cubicBezTo>
                  <a:cubicBezTo>
                    <a:pt x="2723602" y="324770"/>
                    <a:pt x="2700886" y="123037"/>
                    <a:pt x="2803438" y="0"/>
                  </a:cubicBezTo>
                  <a:lnTo>
                    <a:pt x="0" y="0"/>
                  </a:lnTo>
                  <a:lnTo>
                    <a:pt x="0" y="2285343"/>
                  </a:lnTo>
                  <a:lnTo>
                    <a:pt x="4064263" y="2285343"/>
                  </a:lnTo>
                  <a:lnTo>
                    <a:pt x="4064263" y="1916167"/>
                  </a:lnTo>
                  <a:cubicBezTo>
                    <a:pt x="4026118" y="1868214"/>
                    <a:pt x="3969852" y="1832741"/>
                    <a:pt x="3911354" y="1813823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" name="Google Shape;82;p8"/>
            <p:cNvSpPr/>
            <p:nvPr/>
          </p:nvSpPr>
          <p:spPr>
            <a:xfrm>
              <a:off x="436" y="731"/>
              <a:ext cx="9144886" cy="5142022"/>
            </a:xfrm>
            <a:custGeom>
              <a:avLst/>
              <a:gdLst/>
              <a:ahLst/>
              <a:cxnLst/>
              <a:rect l="l" t="t" r="r" b="b"/>
              <a:pathLst>
                <a:path w="4064394" h="2285343" extrusionOk="0">
                  <a:moveTo>
                    <a:pt x="3763435" y="1980675"/>
                  </a:moveTo>
                  <a:cubicBezTo>
                    <a:pt x="3694695" y="2003469"/>
                    <a:pt x="3636788" y="2052539"/>
                    <a:pt x="3567588" y="2074020"/>
                  </a:cubicBezTo>
                  <a:cubicBezTo>
                    <a:pt x="3429714" y="2116718"/>
                    <a:pt x="3273391" y="2032701"/>
                    <a:pt x="3205242" y="1905263"/>
                  </a:cubicBezTo>
                  <a:cubicBezTo>
                    <a:pt x="3082469" y="1678240"/>
                    <a:pt x="3215156" y="1486623"/>
                    <a:pt x="3268861" y="1269453"/>
                  </a:cubicBezTo>
                  <a:cubicBezTo>
                    <a:pt x="3268007" y="941004"/>
                    <a:pt x="3006244" y="1151737"/>
                    <a:pt x="2907172" y="1045583"/>
                  </a:cubicBezTo>
                  <a:cubicBezTo>
                    <a:pt x="2870405" y="1001833"/>
                    <a:pt x="2887935" y="934239"/>
                    <a:pt x="2918530" y="886022"/>
                  </a:cubicBezTo>
                  <a:cubicBezTo>
                    <a:pt x="3044717" y="741505"/>
                    <a:pt x="3036708" y="613476"/>
                    <a:pt x="2871981" y="500030"/>
                  </a:cubicBezTo>
                  <a:cubicBezTo>
                    <a:pt x="2666286" y="390788"/>
                    <a:pt x="2485474" y="247716"/>
                    <a:pt x="2627944" y="0"/>
                  </a:cubicBezTo>
                  <a:lnTo>
                    <a:pt x="0" y="0"/>
                  </a:lnTo>
                  <a:lnTo>
                    <a:pt x="0" y="2285343"/>
                  </a:lnTo>
                  <a:lnTo>
                    <a:pt x="4064394" y="2285343"/>
                  </a:lnTo>
                  <a:lnTo>
                    <a:pt x="4064394" y="2074020"/>
                  </a:lnTo>
                  <a:cubicBezTo>
                    <a:pt x="3992306" y="1989674"/>
                    <a:pt x="3869992" y="1945268"/>
                    <a:pt x="3763435" y="198067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3" name="Google Shape;83;p8"/>
          <p:cNvSpPr txBox="1">
            <a:spLocks noGrp="1"/>
          </p:cNvSpPr>
          <p:nvPr>
            <p:ph type="title"/>
          </p:nvPr>
        </p:nvSpPr>
        <p:spPr>
          <a:xfrm>
            <a:off x="609600" y="792567"/>
            <a:ext cx="6953600" cy="9552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"/>
          <p:cNvSpPr txBox="1">
            <a:spLocks noGrp="1"/>
          </p:cNvSpPr>
          <p:nvPr>
            <p:ph type="body" idx="1"/>
          </p:nvPr>
        </p:nvSpPr>
        <p:spPr>
          <a:xfrm>
            <a:off x="609600" y="2123467"/>
            <a:ext cx="2410400" cy="3921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440256" rtl="0">
              <a:spcBef>
                <a:spcPts val="800"/>
              </a:spcBef>
              <a:spcAft>
                <a:spcPts val="0"/>
              </a:spcAft>
              <a:buSzPts val="1600"/>
              <a:buChar char="●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2133"/>
            </a:lvl2pPr>
            <a:lvl3pPr marL="1828754" lvl="2" indent="-440256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2133"/>
            </a:lvl3pPr>
            <a:lvl4pPr marL="2438339" lvl="3" indent="-440256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2133"/>
            </a:lvl4pPr>
            <a:lvl5pPr marL="3047924" lvl="4" indent="-440256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2133"/>
            </a:lvl5pPr>
            <a:lvl6pPr marL="3657509" lvl="5" indent="-440256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2133"/>
            </a:lvl6pPr>
            <a:lvl7pPr marL="4267093" lvl="6" indent="-440256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2133"/>
            </a:lvl7pPr>
            <a:lvl8pPr marL="4876678" lvl="7" indent="-440256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2133"/>
            </a:lvl8pPr>
            <a:lvl9pPr marL="5486263" lvl="8" indent="-440256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2133"/>
            </a:lvl9pPr>
          </a:lstStyle>
          <a:p>
            <a:endParaRPr/>
          </a:p>
        </p:txBody>
      </p:sp>
      <p:sp>
        <p:nvSpPr>
          <p:cNvPr id="85" name="Google Shape;85;p8"/>
          <p:cNvSpPr txBox="1">
            <a:spLocks noGrp="1"/>
          </p:cNvSpPr>
          <p:nvPr>
            <p:ph type="body" idx="2"/>
          </p:nvPr>
        </p:nvSpPr>
        <p:spPr>
          <a:xfrm>
            <a:off x="3296108" y="2123467"/>
            <a:ext cx="2410400" cy="3921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440256" rtl="0">
              <a:spcBef>
                <a:spcPts val="800"/>
              </a:spcBef>
              <a:spcAft>
                <a:spcPts val="0"/>
              </a:spcAft>
              <a:buSzPts val="1600"/>
              <a:buChar char="●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2133"/>
            </a:lvl2pPr>
            <a:lvl3pPr marL="1828754" lvl="2" indent="-440256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2133"/>
            </a:lvl3pPr>
            <a:lvl4pPr marL="2438339" lvl="3" indent="-440256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2133"/>
            </a:lvl4pPr>
            <a:lvl5pPr marL="3047924" lvl="4" indent="-440256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2133"/>
            </a:lvl5pPr>
            <a:lvl6pPr marL="3657509" lvl="5" indent="-440256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2133"/>
            </a:lvl6pPr>
            <a:lvl7pPr marL="4267093" lvl="6" indent="-440256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2133"/>
            </a:lvl7pPr>
            <a:lvl8pPr marL="4876678" lvl="7" indent="-440256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2133"/>
            </a:lvl8pPr>
            <a:lvl9pPr marL="5486263" lvl="8" indent="-440256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2133"/>
            </a:lvl9pPr>
          </a:lstStyle>
          <a:p>
            <a:endParaRPr/>
          </a:p>
        </p:txBody>
      </p:sp>
      <p:sp>
        <p:nvSpPr>
          <p:cNvPr id="86" name="Google Shape;86;p8"/>
          <p:cNvSpPr txBox="1">
            <a:spLocks noGrp="1"/>
          </p:cNvSpPr>
          <p:nvPr>
            <p:ph type="body" idx="3"/>
          </p:nvPr>
        </p:nvSpPr>
        <p:spPr>
          <a:xfrm>
            <a:off x="5982616" y="2123467"/>
            <a:ext cx="2410400" cy="3921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440256" rtl="0">
              <a:spcBef>
                <a:spcPts val="800"/>
              </a:spcBef>
              <a:spcAft>
                <a:spcPts val="0"/>
              </a:spcAft>
              <a:buSzPts val="1600"/>
              <a:buChar char="●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2133"/>
            </a:lvl2pPr>
            <a:lvl3pPr marL="1828754" lvl="2" indent="-440256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2133"/>
            </a:lvl3pPr>
            <a:lvl4pPr marL="2438339" lvl="3" indent="-440256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2133"/>
            </a:lvl4pPr>
            <a:lvl5pPr marL="3047924" lvl="4" indent="-440256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2133"/>
            </a:lvl5pPr>
            <a:lvl6pPr marL="3657509" lvl="5" indent="-440256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2133"/>
            </a:lvl6pPr>
            <a:lvl7pPr marL="4267093" lvl="6" indent="-440256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2133"/>
            </a:lvl7pPr>
            <a:lvl8pPr marL="4876678" lvl="7" indent="-440256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2133"/>
            </a:lvl8pPr>
            <a:lvl9pPr marL="5486263" lvl="8" indent="-440256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2133"/>
            </a:lvl9pPr>
          </a:lstStyle>
          <a:p>
            <a:endParaRPr/>
          </a:p>
        </p:txBody>
      </p:sp>
      <p:sp>
        <p:nvSpPr>
          <p:cNvPr id="87" name="Google Shape;87;p8"/>
          <p:cNvSpPr txBox="1">
            <a:spLocks noGrp="1"/>
          </p:cNvSpPr>
          <p:nvPr>
            <p:ph type="sldNum" idx="12"/>
          </p:nvPr>
        </p:nvSpPr>
        <p:spPr>
          <a:xfrm>
            <a:off x="11307445" y="6333135"/>
            <a:ext cx="731600" cy="524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n">
                <a:solidFill>
                  <a:srgbClr val="CE0063"/>
                </a:solidFill>
              </a:rPr>
              <a:pPr/>
              <a:t>‹#›</a:t>
            </a:fld>
            <a:endParaRPr>
              <a:solidFill>
                <a:srgbClr val="CE006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26109600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bg>
      <p:bgPr>
        <a:gradFill>
          <a:gsLst>
            <a:gs pos="0">
              <a:schemeClr val="accent1"/>
            </a:gs>
            <a:gs pos="50000">
              <a:schemeClr val="dk2"/>
            </a:gs>
            <a:gs pos="100000">
              <a:schemeClr val="dk2"/>
            </a:gs>
          </a:gsLst>
          <a:path path="circle">
            <a:fillToRect l="100000" b="100000"/>
          </a:path>
          <a:tileRect t="-100000" r="-100000"/>
        </a:gradFill>
        <a:effectLst/>
      </p:bgPr>
    </p:bg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9" name="Google Shape;89;p9"/>
          <p:cNvGrpSpPr/>
          <p:nvPr/>
        </p:nvGrpSpPr>
        <p:grpSpPr>
          <a:xfrm>
            <a:off x="-2" y="-1772"/>
            <a:ext cx="12193179" cy="6862927"/>
            <a:chOff x="-1" y="-1329"/>
            <a:chExt cx="9144884" cy="5147195"/>
          </a:xfrm>
        </p:grpSpPr>
        <p:sp>
          <p:nvSpPr>
            <p:cNvPr id="90" name="Google Shape;90;p9"/>
            <p:cNvSpPr/>
            <p:nvPr/>
          </p:nvSpPr>
          <p:spPr>
            <a:xfrm>
              <a:off x="-1" y="-886"/>
              <a:ext cx="9144884" cy="5146749"/>
            </a:xfrm>
            <a:custGeom>
              <a:avLst/>
              <a:gdLst/>
              <a:ahLst/>
              <a:cxnLst/>
              <a:rect l="l" t="t" r="r" b="b"/>
              <a:pathLst>
                <a:path w="4064393" h="2287444" extrusionOk="0">
                  <a:moveTo>
                    <a:pt x="3788843" y="883066"/>
                  </a:moveTo>
                  <a:cubicBezTo>
                    <a:pt x="3664100" y="932662"/>
                    <a:pt x="3567457" y="1052874"/>
                    <a:pt x="3428795" y="1065618"/>
                  </a:cubicBezTo>
                  <a:cubicBezTo>
                    <a:pt x="3361105" y="1071530"/>
                    <a:pt x="3286456" y="1042298"/>
                    <a:pt x="3256912" y="981141"/>
                  </a:cubicBezTo>
                  <a:cubicBezTo>
                    <a:pt x="3196576" y="857381"/>
                    <a:pt x="3353424" y="685537"/>
                    <a:pt x="3244831" y="575639"/>
                  </a:cubicBezTo>
                  <a:cubicBezTo>
                    <a:pt x="3212792" y="545750"/>
                    <a:pt x="3166506" y="538589"/>
                    <a:pt x="3124553" y="525846"/>
                  </a:cubicBezTo>
                  <a:cubicBezTo>
                    <a:pt x="2907894" y="464426"/>
                    <a:pt x="2780787" y="210535"/>
                    <a:pt x="2861936" y="0"/>
                  </a:cubicBezTo>
                  <a:lnTo>
                    <a:pt x="0" y="0"/>
                  </a:lnTo>
                  <a:lnTo>
                    <a:pt x="0" y="2287445"/>
                  </a:lnTo>
                  <a:lnTo>
                    <a:pt x="4064394" y="2287445"/>
                  </a:lnTo>
                  <a:lnTo>
                    <a:pt x="4064394" y="886022"/>
                  </a:lnTo>
                  <a:cubicBezTo>
                    <a:pt x="3976365" y="849505"/>
                    <a:pt x="3877634" y="848441"/>
                    <a:pt x="3788843" y="88306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" name="Google Shape;91;p9"/>
            <p:cNvSpPr/>
            <p:nvPr/>
          </p:nvSpPr>
          <p:spPr>
            <a:xfrm>
              <a:off x="-1" y="-1181"/>
              <a:ext cx="9144884" cy="5147046"/>
            </a:xfrm>
            <a:custGeom>
              <a:avLst/>
              <a:gdLst/>
              <a:ahLst/>
              <a:cxnLst/>
              <a:rect l="l" t="t" r="r" b="b"/>
              <a:pathLst>
                <a:path w="4064393" h="2287576" extrusionOk="0">
                  <a:moveTo>
                    <a:pt x="3901965" y="939494"/>
                  </a:moveTo>
                  <a:cubicBezTo>
                    <a:pt x="3499701" y="855017"/>
                    <a:pt x="3568310" y="1206588"/>
                    <a:pt x="3260260" y="1099645"/>
                  </a:cubicBezTo>
                  <a:cubicBezTo>
                    <a:pt x="3067828" y="996184"/>
                    <a:pt x="3151603" y="860929"/>
                    <a:pt x="3127442" y="700317"/>
                  </a:cubicBezTo>
                  <a:cubicBezTo>
                    <a:pt x="3105645" y="624183"/>
                    <a:pt x="3033622" y="575901"/>
                    <a:pt x="2981098" y="516715"/>
                  </a:cubicBezTo>
                  <a:cubicBezTo>
                    <a:pt x="2857471" y="377387"/>
                    <a:pt x="2848871" y="151612"/>
                    <a:pt x="2954837" y="0"/>
                  </a:cubicBezTo>
                  <a:lnTo>
                    <a:pt x="0" y="0"/>
                  </a:lnTo>
                  <a:lnTo>
                    <a:pt x="0" y="2287576"/>
                  </a:lnTo>
                  <a:lnTo>
                    <a:pt x="4064394" y="2287576"/>
                  </a:lnTo>
                  <a:lnTo>
                    <a:pt x="4064394" y="955128"/>
                  </a:lnTo>
                  <a:cubicBezTo>
                    <a:pt x="4010557" y="955588"/>
                    <a:pt x="3955277" y="947245"/>
                    <a:pt x="3901965" y="93949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" name="Google Shape;92;p9"/>
            <p:cNvSpPr/>
            <p:nvPr/>
          </p:nvSpPr>
          <p:spPr>
            <a:xfrm>
              <a:off x="-1" y="-1329"/>
              <a:ext cx="9144884" cy="5147195"/>
            </a:xfrm>
            <a:custGeom>
              <a:avLst/>
              <a:gdLst/>
              <a:ahLst/>
              <a:cxnLst/>
              <a:rect l="l" t="t" r="r" b="b"/>
              <a:pathLst>
                <a:path w="4064393" h="2287642" extrusionOk="0">
                  <a:moveTo>
                    <a:pt x="3897961" y="979695"/>
                  </a:moveTo>
                  <a:cubicBezTo>
                    <a:pt x="3674736" y="964390"/>
                    <a:pt x="3602516" y="1073895"/>
                    <a:pt x="3472718" y="1222747"/>
                  </a:cubicBezTo>
                  <a:cubicBezTo>
                    <a:pt x="3361105" y="1334420"/>
                    <a:pt x="3140244" y="1318720"/>
                    <a:pt x="3084963" y="1158306"/>
                  </a:cubicBezTo>
                  <a:cubicBezTo>
                    <a:pt x="3045899" y="1043086"/>
                    <a:pt x="3123962" y="918013"/>
                    <a:pt x="3106498" y="797538"/>
                  </a:cubicBezTo>
                  <a:cubicBezTo>
                    <a:pt x="3020688" y="502395"/>
                    <a:pt x="2709290" y="454573"/>
                    <a:pt x="2826877" y="0"/>
                  </a:cubicBezTo>
                  <a:lnTo>
                    <a:pt x="0" y="0"/>
                  </a:lnTo>
                  <a:lnTo>
                    <a:pt x="0" y="2287642"/>
                  </a:lnTo>
                  <a:lnTo>
                    <a:pt x="4064394" y="2287642"/>
                  </a:lnTo>
                  <a:lnTo>
                    <a:pt x="4064394" y="1009650"/>
                  </a:lnTo>
                  <a:cubicBezTo>
                    <a:pt x="4010098" y="993931"/>
                    <a:pt x="3954324" y="983893"/>
                    <a:pt x="3897961" y="979695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" name="Google Shape;93;p9"/>
            <p:cNvSpPr/>
            <p:nvPr/>
          </p:nvSpPr>
          <p:spPr>
            <a:xfrm>
              <a:off x="-1" y="-1329"/>
              <a:ext cx="9144884" cy="5147195"/>
            </a:xfrm>
            <a:custGeom>
              <a:avLst/>
              <a:gdLst/>
              <a:ahLst/>
              <a:cxnLst/>
              <a:rect l="l" t="t" r="r" b="b"/>
              <a:pathLst>
                <a:path w="4064393" h="2287642" extrusionOk="0">
                  <a:moveTo>
                    <a:pt x="3886668" y="1168356"/>
                  </a:moveTo>
                  <a:cubicBezTo>
                    <a:pt x="3523534" y="864476"/>
                    <a:pt x="3578093" y="1536875"/>
                    <a:pt x="3166834" y="1369892"/>
                  </a:cubicBezTo>
                  <a:cubicBezTo>
                    <a:pt x="2968952" y="1280029"/>
                    <a:pt x="2931661" y="1012343"/>
                    <a:pt x="3042091" y="838988"/>
                  </a:cubicBezTo>
                  <a:cubicBezTo>
                    <a:pt x="3075772" y="781641"/>
                    <a:pt x="3123043" y="717265"/>
                    <a:pt x="3097963" y="655648"/>
                  </a:cubicBezTo>
                  <a:cubicBezTo>
                    <a:pt x="3074787" y="598695"/>
                    <a:pt x="3004406" y="582076"/>
                    <a:pt x="2945711" y="563683"/>
                  </a:cubicBezTo>
                  <a:cubicBezTo>
                    <a:pt x="2704694" y="489125"/>
                    <a:pt x="2524210" y="251788"/>
                    <a:pt x="2514231" y="0"/>
                  </a:cubicBezTo>
                  <a:lnTo>
                    <a:pt x="0" y="0"/>
                  </a:lnTo>
                  <a:lnTo>
                    <a:pt x="0" y="2287642"/>
                  </a:lnTo>
                  <a:lnTo>
                    <a:pt x="4064394" y="2287642"/>
                  </a:lnTo>
                  <a:lnTo>
                    <a:pt x="4064394" y="1364506"/>
                  </a:lnTo>
                  <a:cubicBezTo>
                    <a:pt x="3994275" y="1309983"/>
                    <a:pt x="3950221" y="1229776"/>
                    <a:pt x="3886668" y="1168356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" name="Google Shape;94;p9"/>
            <p:cNvSpPr/>
            <p:nvPr/>
          </p:nvSpPr>
          <p:spPr>
            <a:xfrm>
              <a:off x="-1" y="-886"/>
              <a:ext cx="9144884" cy="5146749"/>
            </a:xfrm>
            <a:custGeom>
              <a:avLst/>
              <a:gdLst/>
              <a:ahLst/>
              <a:cxnLst/>
              <a:rect l="l" t="t" r="r" b="b"/>
              <a:pathLst>
                <a:path w="4064393" h="2287444" extrusionOk="0">
                  <a:moveTo>
                    <a:pt x="3860275" y="1412328"/>
                  </a:moveTo>
                  <a:cubicBezTo>
                    <a:pt x="3499570" y="1212171"/>
                    <a:pt x="3370166" y="1548765"/>
                    <a:pt x="3020622" y="1515723"/>
                  </a:cubicBezTo>
                  <a:cubicBezTo>
                    <a:pt x="2790832" y="1511322"/>
                    <a:pt x="2587895" y="1238973"/>
                    <a:pt x="2748288" y="1041181"/>
                  </a:cubicBezTo>
                  <a:cubicBezTo>
                    <a:pt x="2792933" y="989023"/>
                    <a:pt x="2861476" y="955785"/>
                    <a:pt x="2888657" y="892657"/>
                  </a:cubicBezTo>
                  <a:cubicBezTo>
                    <a:pt x="2920500" y="819019"/>
                    <a:pt x="2882092" y="731848"/>
                    <a:pt x="2824776" y="675552"/>
                  </a:cubicBezTo>
                  <a:cubicBezTo>
                    <a:pt x="2569577" y="494315"/>
                    <a:pt x="2383447" y="351243"/>
                    <a:pt x="2435314" y="0"/>
                  </a:cubicBezTo>
                  <a:lnTo>
                    <a:pt x="0" y="0"/>
                  </a:lnTo>
                  <a:lnTo>
                    <a:pt x="0" y="2287445"/>
                  </a:lnTo>
                  <a:lnTo>
                    <a:pt x="4064394" y="2287445"/>
                  </a:lnTo>
                  <a:lnTo>
                    <a:pt x="4064394" y="1502125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" name="Google Shape;95;p9"/>
            <p:cNvSpPr/>
            <p:nvPr/>
          </p:nvSpPr>
          <p:spPr>
            <a:xfrm>
              <a:off x="-1" y="-1032"/>
              <a:ext cx="9144884" cy="5146898"/>
            </a:xfrm>
            <a:custGeom>
              <a:avLst/>
              <a:gdLst/>
              <a:ahLst/>
              <a:cxnLst/>
              <a:rect l="l" t="t" r="r" b="b"/>
              <a:pathLst>
                <a:path w="4064393" h="2287510" extrusionOk="0">
                  <a:moveTo>
                    <a:pt x="3767571" y="1773029"/>
                  </a:moveTo>
                  <a:cubicBezTo>
                    <a:pt x="3678150" y="1745177"/>
                    <a:pt x="3601400" y="1686056"/>
                    <a:pt x="3513358" y="1654131"/>
                  </a:cubicBezTo>
                  <a:cubicBezTo>
                    <a:pt x="3253038" y="1560523"/>
                    <a:pt x="2846245" y="1725207"/>
                    <a:pt x="2683422" y="1432757"/>
                  </a:cubicBezTo>
                  <a:cubicBezTo>
                    <a:pt x="2593082" y="1250074"/>
                    <a:pt x="2741526" y="1029094"/>
                    <a:pt x="2694714" y="830711"/>
                  </a:cubicBezTo>
                  <a:cubicBezTo>
                    <a:pt x="2667271" y="714506"/>
                    <a:pt x="2577653" y="625234"/>
                    <a:pt x="2512064" y="525517"/>
                  </a:cubicBezTo>
                  <a:cubicBezTo>
                    <a:pt x="2410779" y="370063"/>
                    <a:pt x="2365609" y="184654"/>
                    <a:pt x="2384038" y="0"/>
                  </a:cubicBezTo>
                  <a:lnTo>
                    <a:pt x="0" y="0"/>
                  </a:lnTo>
                  <a:lnTo>
                    <a:pt x="0" y="2287511"/>
                  </a:lnTo>
                  <a:lnTo>
                    <a:pt x="4064394" y="2287511"/>
                  </a:lnTo>
                  <a:lnTo>
                    <a:pt x="4064394" y="1767774"/>
                  </a:lnTo>
                  <a:cubicBezTo>
                    <a:pt x="3965256" y="1794116"/>
                    <a:pt x="3864674" y="1803247"/>
                    <a:pt x="3767571" y="177302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6" name="Google Shape;96;p9"/>
          <p:cNvSpPr txBox="1">
            <a:spLocks noGrp="1"/>
          </p:cNvSpPr>
          <p:nvPr>
            <p:ph type="title"/>
          </p:nvPr>
        </p:nvSpPr>
        <p:spPr>
          <a:xfrm>
            <a:off x="609600" y="792567"/>
            <a:ext cx="6953600" cy="9552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9"/>
          <p:cNvSpPr txBox="1">
            <a:spLocks noGrp="1"/>
          </p:cNvSpPr>
          <p:nvPr>
            <p:ph type="sldNum" idx="12"/>
          </p:nvPr>
        </p:nvSpPr>
        <p:spPr>
          <a:xfrm>
            <a:off x="11307445" y="6333135"/>
            <a:ext cx="731600" cy="524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n">
                <a:solidFill>
                  <a:srgbClr val="CE0063"/>
                </a:solidFill>
              </a:rPr>
              <a:pPr/>
              <a:t>‹#›</a:t>
            </a:fld>
            <a:endParaRPr>
              <a:solidFill>
                <a:srgbClr val="CE006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730208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" name="Google Shape;99;p10"/>
          <p:cNvGrpSpPr/>
          <p:nvPr/>
        </p:nvGrpSpPr>
        <p:grpSpPr>
          <a:xfrm>
            <a:off x="-20" y="1"/>
            <a:ext cx="12192000" cy="6857803"/>
            <a:chOff x="-15" y="1"/>
            <a:chExt cx="9144000" cy="5143352"/>
          </a:xfrm>
        </p:grpSpPr>
        <p:sp>
          <p:nvSpPr>
            <p:cNvPr id="100" name="Google Shape;100;p10"/>
            <p:cNvSpPr/>
            <p:nvPr/>
          </p:nvSpPr>
          <p:spPr>
            <a:xfrm>
              <a:off x="-15" y="594"/>
              <a:ext cx="9144000" cy="5142022"/>
            </a:xfrm>
            <a:custGeom>
              <a:avLst/>
              <a:gdLst/>
              <a:ahLst/>
              <a:cxnLst/>
              <a:rect l="l" t="t" r="r" b="b"/>
              <a:pathLst>
                <a:path w="4064000" h="2285343" extrusionOk="0">
                  <a:moveTo>
                    <a:pt x="4064000" y="0"/>
                  </a:moveTo>
                  <a:lnTo>
                    <a:pt x="3968014" y="0"/>
                  </a:lnTo>
                  <a:cubicBezTo>
                    <a:pt x="3943656" y="81653"/>
                    <a:pt x="3826660" y="80930"/>
                    <a:pt x="3801974" y="0"/>
                  </a:cubicBezTo>
                  <a:lnTo>
                    <a:pt x="0" y="0"/>
                  </a:lnTo>
                  <a:lnTo>
                    <a:pt x="0" y="2145687"/>
                  </a:lnTo>
                  <a:cubicBezTo>
                    <a:pt x="79376" y="2132549"/>
                    <a:pt x="158227" y="2203954"/>
                    <a:pt x="143652" y="2285343"/>
                  </a:cubicBezTo>
                  <a:lnTo>
                    <a:pt x="4064000" y="228534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" name="Google Shape;101;p10"/>
            <p:cNvSpPr/>
            <p:nvPr/>
          </p:nvSpPr>
          <p:spPr>
            <a:xfrm>
              <a:off x="-15" y="594"/>
              <a:ext cx="9144000" cy="5142465"/>
            </a:xfrm>
            <a:custGeom>
              <a:avLst/>
              <a:gdLst/>
              <a:ahLst/>
              <a:cxnLst/>
              <a:rect l="l" t="t" r="r" b="b"/>
              <a:pathLst>
                <a:path w="4064000" h="2285540" extrusionOk="0">
                  <a:moveTo>
                    <a:pt x="3963287" y="130920"/>
                  </a:moveTo>
                  <a:cubicBezTo>
                    <a:pt x="3873866" y="88944"/>
                    <a:pt x="3760678" y="180187"/>
                    <a:pt x="3705331" y="0"/>
                  </a:cubicBezTo>
                  <a:lnTo>
                    <a:pt x="0" y="0"/>
                  </a:lnTo>
                  <a:lnTo>
                    <a:pt x="0" y="1539766"/>
                  </a:lnTo>
                  <a:cubicBezTo>
                    <a:pt x="129076" y="1755950"/>
                    <a:pt x="-47797" y="2028037"/>
                    <a:pt x="237078" y="2154621"/>
                  </a:cubicBezTo>
                  <a:cubicBezTo>
                    <a:pt x="281985" y="2185298"/>
                    <a:pt x="326893" y="2229179"/>
                    <a:pt x="325514" y="2285541"/>
                  </a:cubicBezTo>
                  <a:lnTo>
                    <a:pt x="4064000" y="2285541"/>
                  </a:lnTo>
                  <a:lnTo>
                    <a:pt x="4064000" y="465346"/>
                  </a:lnTo>
                  <a:cubicBezTo>
                    <a:pt x="3972806" y="345725"/>
                    <a:pt x="4041218" y="187281"/>
                    <a:pt x="3963287" y="13092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" name="Google Shape;102;p10"/>
            <p:cNvSpPr/>
            <p:nvPr/>
          </p:nvSpPr>
          <p:spPr>
            <a:xfrm>
              <a:off x="-15" y="1"/>
              <a:ext cx="9144000" cy="5143352"/>
            </a:xfrm>
            <a:custGeom>
              <a:avLst/>
              <a:gdLst/>
              <a:ahLst/>
              <a:cxnLst/>
              <a:rect l="l" t="t" r="r" b="b"/>
              <a:pathLst>
                <a:path w="4064000" h="2285934" extrusionOk="0">
                  <a:moveTo>
                    <a:pt x="4064000" y="541546"/>
                  </a:moveTo>
                  <a:cubicBezTo>
                    <a:pt x="4012396" y="498322"/>
                    <a:pt x="3979175" y="432238"/>
                    <a:pt x="3979832" y="364643"/>
                  </a:cubicBezTo>
                  <a:cubicBezTo>
                    <a:pt x="4024017" y="50055"/>
                    <a:pt x="3727785" y="340666"/>
                    <a:pt x="3594047" y="0"/>
                  </a:cubicBezTo>
                  <a:lnTo>
                    <a:pt x="0" y="0"/>
                  </a:lnTo>
                  <a:lnTo>
                    <a:pt x="0" y="1422904"/>
                  </a:lnTo>
                  <a:cubicBezTo>
                    <a:pt x="175691" y="1522029"/>
                    <a:pt x="10570" y="1742221"/>
                    <a:pt x="70053" y="1889300"/>
                  </a:cubicBezTo>
                  <a:cubicBezTo>
                    <a:pt x="143914" y="2074742"/>
                    <a:pt x="474680" y="2055101"/>
                    <a:pt x="474746" y="2285934"/>
                  </a:cubicBezTo>
                  <a:lnTo>
                    <a:pt x="4064000" y="2285934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" name="Google Shape;103;p10"/>
            <p:cNvSpPr/>
            <p:nvPr/>
          </p:nvSpPr>
          <p:spPr>
            <a:xfrm>
              <a:off x="-15" y="594"/>
              <a:ext cx="9144000" cy="5142022"/>
            </a:xfrm>
            <a:custGeom>
              <a:avLst/>
              <a:gdLst/>
              <a:ahLst/>
              <a:cxnLst/>
              <a:rect l="l" t="t" r="r" b="b"/>
              <a:pathLst>
                <a:path w="4064000" h="2285343" extrusionOk="0">
                  <a:moveTo>
                    <a:pt x="4064000" y="821975"/>
                  </a:moveTo>
                  <a:cubicBezTo>
                    <a:pt x="3904854" y="719696"/>
                    <a:pt x="3874981" y="525583"/>
                    <a:pt x="3912076" y="353739"/>
                  </a:cubicBezTo>
                  <a:cubicBezTo>
                    <a:pt x="3859553" y="89995"/>
                    <a:pt x="3654252" y="499373"/>
                    <a:pt x="3544412" y="242527"/>
                  </a:cubicBezTo>
                  <a:cubicBezTo>
                    <a:pt x="3516575" y="165210"/>
                    <a:pt x="3536927" y="75346"/>
                    <a:pt x="3500818" y="0"/>
                  </a:cubicBezTo>
                  <a:lnTo>
                    <a:pt x="0" y="0"/>
                  </a:lnTo>
                  <a:lnTo>
                    <a:pt x="0" y="1294546"/>
                  </a:lnTo>
                  <a:cubicBezTo>
                    <a:pt x="325974" y="1577931"/>
                    <a:pt x="36372" y="1880366"/>
                    <a:pt x="390774" y="2094121"/>
                  </a:cubicBezTo>
                  <a:cubicBezTo>
                    <a:pt x="460762" y="2144505"/>
                    <a:pt x="536133" y="2199618"/>
                    <a:pt x="560491" y="2285343"/>
                  </a:cubicBezTo>
                  <a:lnTo>
                    <a:pt x="4064000" y="2285343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" name="Google Shape;104;p10"/>
            <p:cNvSpPr/>
            <p:nvPr/>
          </p:nvSpPr>
          <p:spPr>
            <a:xfrm>
              <a:off x="-15" y="1037"/>
              <a:ext cx="9144000" cy="5141430"/>
            </a:xfrm>
            <a:custGeom>
              <a:avLst/>
              <a:gdLst/>
              <a:ahLst/>
              <a:cxnLst/>
              <a:rect l="l" t="t" r="r" b="b"/>
              <a:pathLst>
                <a:path w="4064000" h="2285080" extrusionOk="0">
                  <a:moveTo>
                    <a:pt x="3795803" y="455689"/>
                  </a:moveTo>
                  <a:cubicBezTo>
                    <a:pt x="3726931" y="388883"/>
                    <a:pt x="3601662" y="435325"/>
                    <a:pt x="3523928" y="379095"/>
                  </a:cubicBezTo>
                  <a:cubicBezTo>
                    <a:pt x="3414745" y="300268"/>
                    <a:pt x="3491101" y="102739"/>
                    <a:pt x="3416911" y="0"/>
                  </a:cubicBezTo>
                  <a:lnTo>
                    <a:pt x="0" y="0"/>
                  </a:lnTo>
                  <a:lnTo>
                    <a:pt x="0" y="1221828"/>
                  </a:lnTo>
                  <a:cubicBezTo>
                    <a:pt x="123883" y="1346322"/>
                    <a:pt x="210606" y="1502927"/>
                    <a:pt x="250406" y="1674035"/>
                  </a:cubicBezTo>
                  <a:cubicBezTo>
                    <a:pt x="273056" y="1772569"/>
                    <a:pt x="281394" y="1878856"/>
                    <a:pt x="339761" y="1961362"/>
                  </a:cubicBezTo>
                  <a:cubicBezTo>
                    <a:pt x="403642" y="2051685"/>
                    <a:pt x="513679" y="2094383"/>
                    <a:pt x="604610" y="2157314"/>
                  </a:cubicBezTo>
                  <a:cubicBezTo>
                    <a:pt x="651093" y="2189436"/>
                    <a:pt x="694622" y="2234828"/>
                    <a:pt x="720359" y="2285080"/>
                  </a:cubicBezTo>
                  <a:lnTo>
                    <a:pt x="4064000" y="2285080"/>
                  </a:lnTo>
                  <a:lnTo>
                    <a:pt x="4064000" y="1160473"/>
                  </a:lnTo>
                  <a:cubicBezTo>
                    <a:pt x="3953766" y="987362"/>
                    <a:pt x="3879774" y="793715"/>
                    <a:pt x="3846356" y="591207"/>
                  </a:cubicBezTo>
                  <a:cubicBezTo>
                    <a:pt x="3838609" y="542662"/>
                    <a:pt x="3831125" y="489782"/>
                    <a:pt x="3795803" y="455689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" name="Google Shape;105;p10"/>
            <p:cNvSpPr/>
            <p:nvPr/>
          </p:nvSpPr>
          <p:spPr>
            <a:xfrm>
              <a:off x="-15" y="150"/>
              <a:ext cx="9144000" cy="5142465"/>
            </a:xfrm>
            <a:custGeom>
              <a:avLst/>
              <a:gdLst/>
              <a:ahLst/>
              <a:cxnLst/>
              <a:rect l="l" t="t" r="r" b="b"/>
              <a:pathLst>
                <a:path w="4064000" h="2285540" extrusionOk="0">
                  <a:moveTo>
                    <a:pt x="4064000" y="1293035"/>
                  </a:moveTo>
                  <a:lnTo>
                    <a:pt x="3812282" y="663991"/>
                  </a:lnTo>
                  <a:cubicBezTo>
                    <a:pt x="3789828" y="607958"/>
                    <a:pt x="3764945" y="548640"/>
                    <a:pt x="3716820" y="514941"/>
                  </a:cubicBezTo>
                  <a:cubicBezTo>
                    <a:pt x="3642369" y="462390"/>
                    <a:pt x="3534630" y="487417"/>
                    <a:pt x="3463788" y="429545"/>
                  </a:cubicBezTo>
                  <a:cubicBezTo>
                    <a:pt x="3343313" y="329565"/>
                    <a:pt x="3428204" y="100177"/>
                    <a:pt x="3307400" y="0"/>
                  </a:cubicBezTo>
                  <a:lnTo>
                    <a:pt x="0" y="0"/>
                  </a:lnTo>
                  <a:lnTo>
                    <a:pt x="0" y="1157912"/>
                  </a:lnTo>
                  <a:cubicBezTo>
                    <a:pt x="382108" y="1475521"/>
                    <a:pt x="221517" y="1854222"/>
                    <a:pt x="483084" y="2065217"/>
                  </a:cubicBezTo>
                  <a:cubicBezTo>
                    <a:pt x="561344" y="2118951"/>
                    <a:pt x="661467" y="2128279"/>
                    <a:pt x="747277" y="2168810"/>
                  </a:cubicBezTo>
                  <a:cubicBezTo>
                    <a:pt x="803228" y="2195657"/>
                    <a:pt x="851805" y="2235721"/>
                    <a:pt x="888828" y="2285540"/>
                  </a:cubicBezTo>
                  <a:lnTo>
                    <a:pt x="4064000" y="228554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6" name="Google Shape;106;p10"/>
          <p:cNvSpPr txBox="1">
            <a:spLocks noGrp="1"/>
          </p:cNvSpPr>
          <p:nvPr>
            <p:ph type="body" idx="1"/>
          </p:nvPr>
        </p:nvSpPr>
        <p:spPr>
          <a:xfrm>
            <a:off x="609600" y="5671879"/>
            <a:ext cx="10972800" cy="692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304792" algn="ctr" rtl="0">
              <a:spcBef>
                <a:spcPts val="480"/>
              </a:spcBef>
              <a:spcAft>
                <a:spcPts val="0"/>
              </a:spcAft>
              <a:buSzPts val="1800"/>
              <a:buNone/>
              <a:defRPr sz="2400"/>
            </a:lvl1pPr>
          </a:lstStyle>
          <a:p>
            <a:endParaRPr/>
          </a:p>
        </p:txBody>
      </p:sp>
      <p:sp>
        <p:nvSpPr>
          <p:cNvPr id="107" name="Google Shape;107;p10"/>
          <p:cNvSpPr txBox="1">
            <a:spLocks noGrp="1"/>
          </p:cNvSpPr>
          <p:nvPr>
            <p:ph type="sldNum" idx="12"/>
          </p:nvPr>
        </p:nvSpPr>
        <p:spPr>
          <a:xfrm>
            <a:off x="11307445" y="6333135"/>
            <a:ext cx="731600" cy="524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n">
                <a:solidFill>
                  <a:srgbClr val="CE0063"/>
                </a:solidFill>
              </a:rPr>
              <a:pPr/>
              <a:t>‹#›</a:t>
            </a:fld>
            <a:endParaRPr>
              <a:solidFill>
                <a:srgbClr val="CE006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4412554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- Corners" type="blank">
  <p:cSld name="Blank - Corners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1"/>
          <p:cNvSpPr/>
          <p:nvPr/>
        </p:nvSpPr>
        <p:spPr>
          <a:xfrm>
            <a:off x="-20" y="792"/>
            <a:ext cx="12192000" cy="6856030"/>
          </a:xfrm>
          <a:custGeom>
            <a:avLst/>
            <a:gdLst/>
            <a:ahLst/>
            <a:cxnLst/>
            <a:rect l="l" t="t" r="r" b="b"/>
            <a:pathLst>
              <a:path w="4064000" h="2285343" extrusionOk="0">
                <a:moveTo>
                  <a:pt x="4064000" y="0"/>
                </a:moveTo>
                <a:lnTo>
                  <a:pt x="3968014" y="0"/>
                </a:lnTo>
                <a:cubicBezTo>
                  <a:pt x="3943656" y="81653"/>
                  <a:pt x="3826660" y="80930"/>
                  <a:pt x="3801974" y="0"/>
                </a:cubicBezTo>
                <a:lnTo>
                  <a:pt x="0" y="0"/>
                </a:lnTo>
                <a:lnTo>
                  <a:pt x="0" y="2145687"/>
                </a:lnTo>
                <a:cubicBezTo>
                  <a:pt x="79376" y="2132549"/>
                  <a:pt x="158227" y="2203954"/>
                  <a:pt x="143652" y="2285343"/>
                </a:cubicBezTo>
                <a:lnTo>
                  <a:pt x="4064000" y="2285343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ffectLst>
            <a:outerShdw blurRad="285750" dist="9525" algn="bl" rotWithShape="0">
              <a:schemeClr val="dk1">
                <a:alpha val="30000"/>
              </a:scheme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2400" kern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1"/>
          <p:cNvSpPr/>
          <p:nvPr/>
        </p:nvSpPr>
        <p:spPr>
          <a:xfrm>
            <a:off x="-20" y="792"/>
            <a:ext cx="12192000" cy="6856620"/>
          </a:xfrm>
          <a:custGeom>
            <a:avLst/>
            <a:gdLst/>
            <a:ahLst/>
            <a:cxnLst/>
            <a:rect l="l" t="t" r="r" b="b"/>
            <a:pathLst>
              <a:path w="4064000" h="2285540" extrusionOk="0">
                <a:moveTo>
                  <a:pt x="3963287" y="130920"/>
                </a:moveTo>
                <a:cubicBezTo>
                  <a:pt x="3873866" y="88944"/>
                  <a:pt x="3760678" y="180187"/>
                  <a:pt x="3705331" y="0"/>
                </a:cubicBezTo>
                <a:lnTo>
                  <a:pt x="0" y="0"/>
                </a:lnTo>
                <a:lnTo>
                  <a:pt x="0" y="1539766"/>
                </a:lnTo>
                <a:cubicBezTo>
                  <a:pt x="129076" y="1755950"/>
                  <a:pt x="-47797" y="2028037"/>
                  <a:pt x="237078" y="2154621"/>
                </a:cubicBezTo>
                <a:cubicBezTo>
                  <a:pt x="281985" y="2185298"/>
                  <a:pt x="326893" y="2229179"/>
                  <a:pt x="325514" y="2285541"/>
                </a:cubicBezTo>
                <a:lnTo>
                  <a:pt x="4064000" y="2285541"/>
                </a:lnTo>
                <a:lnTo>
                  <a:pt x="4064000" y="465346"/>
                </a:lnTo>
                <a:cubicBezTo>
                  <a:pt x="3972806" y="345725"/>
                  <a:pt x="4041218" y="187281"/>
                  <a:pt x="3963287" y="13092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  <a:effectLst>
            <a:outerShdw blurRad="285750" dist="9525" algn="bl" rotWithShape="0">
              <a:schemeClr val="dk1">
                <a:alpha val="30000"/>
              </a:scheme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2400" kern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1"/>
          <p:cNvSpPr/>
          <p:nvPr/>
        </p:nvSpPr>
        <p:spPr>
          <a:xfrm>
            <a:off x="-20" y="1"/>
            <a:ext cx="12192000" cy="6857803"/>
          </a:xfrm>
          <a:custGeom>
            <a:avLst/>
            <a:gdLst/>
            <a:ahLst/>
            <a:cxnLst/>
            <a:rect l="l" t="t" r="r" b="b"/>
            <a:pathLst>
              <a:path w="4064000" h="2285934" extrusionOk="0">
                <a:moveTo>
                  <a:pt x="4064000" y="541546"/>
                </a:moveTo>
                <a:cubicBezTo>
                  <a:pt x="4012396" y="498322"/>
                  <a:pt x="3979175" y="432238"/>
                  <a:pt x="3979832" y="364643"/>
                </a:cubicBezTo>
                <a:cubicBezTo>
                  <a:pt x="4024017" y="50055"/>
                  <a:pt x="3727785" y="340666"/>
                  <a:pt x="3594047" y="0"/>
                </a:cubicBezTo>
                <a:lnTo>
                  <a:pt x="0" y="0"/>
                </a:lnTo>
                <a:lnTo>
                  <a:pt x="0" y="1422904"/>
                </a:lnTo>
                <a:cubicBezTo>
                  <a:pt x="175691" y="1522029"/>
                  <a:pt x="10570" y="1742221"/>
                  <a:pt x="70053" y="1889300"/>
                </a:cubicBezTo>
                <a:cubicBezTo>
                  <a:pt x="143914" y="2074742"/>
                  <a:pt x="474680" y="2055101"/>
                  <a:pt x="474746" y="2285934"/>
                </a:cubicBezTo>
                <a:lnTo>
                  <a:pt x="4064000" y="2285934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  <a:effectLst>
            <a:outerShdw blurRad="285750" dist="9525" algn="bl" rotWithShape="0">
              <a:schemeClr val="dk1">
                <a:alpha val="30000"/>
              </a:scheme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2400" kern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1"/>
          <p:cNvSpPr/>
          <p:nvPr/>
        </p:nvSpPr>
        <p:spPr>
          <a:xfrm>
            <a:off x="-20" y="792"/>
            <a:ext cx="12192000" cy="6856030"/>
          </a:xfrm>
          <a:custGeom>
            <a:avLst/>
            <a:gdLst/>
            <a:ahLst/>
            <a:cxnLst/>
            <a:rect l="l" t="t" r="r" b="b"/>
            <a:pathLst>
              <a:path w="4064000" h="2285343" extrusionOk="0">
                <a:moveTo>
                  <a:pt x="4064000" y="821975"/>
                </a:moveTo>
                <a:cubicBezTo>
                  <a:pt x="3904854" y="719696"/>
                  <a:pt x="3874981" y="525583"/>
                  <a:pt x="3912076" y="353739"/>
                </a:cubicBezTo>
                <a:cubicBezTo>
                  <a:pt x="3859553" y="89995"/>
                  <a:pt x="3654252" y="499373"/>
                  <a:pt x="3544412" y="242527"/>
                </a:cubicBezTo>
                <a:cubicBezTo>
                  <a:pt x="3516575" y="165210"/>
                  <a:pt x="3536927" y="75346"/>
                  <a:pt x="3500818" y="0"/>
                </a:cubicBezTo>
                <a:lnTo>
                  <a:pt x="0" y="0"/>
                </a:lnTo>
                <a:lnTo>
                  <a:pt x="0" y="1294546"/>
                </a:lnTo>
                <a:cubicBezTo>
                  <a:pt x="325974" y="1577931"/>
                  <a:pt x="36372" y="1880366"/>
                  <a:pt x="390774" y="2094121"/>
                </a:cubicBezTo>
                <a:cubicBezTo>
                  <a:pt x="460762" y="2144505"/>
                  <a:pt x="536133" y="2199618"/>
                  <a:pt x="560491" y="2285343"/>
                </a:cubicBezTo>
                <a:lnTo>
                  <a:pt x="4064000" y="2285343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  <a:effectLst>
            <a:outerShdw blurRad="285750" dist="9525" algn="bl" rotWithShape="0">
              <a:schemeClr val="dk1">
                <a:alpha val="30000"/>
              </a:scheme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2400" kern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1"/>
          <p:cNvSpPr/>
          <p:nvPr/>
        </p:nvSpPr>
        <p:spPr>
          <a:xfrm>
            <a:off x="-20" y="1382"/>
            <a:ext cx="12192000" cy="6855240"/>
          </a:xfrm>
          <a:custGeom>
            <a:avLst/>
            <a:gdLst/>
            <a:ahLst/>
            <a:cxnLst/>
            <a:rect l="l" t="t" r="r" b="b"/>
            <a:pathLst>
              <a:path w="4064000" h="2285080" extrusionOk="0">
                <a:moveTo>
                  <a:pt x="3795803" y="455689"/>
                </a:moveTo>
                <a:cubicBezTo>
                  <a:pt x="3726931" y="388883"/>
                  <a:pt x="3601662" y="435325"/>
                  <a:pt x="3523928" y="379095"/>
                </a:cubicBezTo>
                <a:cubicBezTo>
                  <a:pt x="3414745" y="300268"/>
                  <a:pt x="3491101" y="102739"/>
                  <a:pt x="3416911" y="0"/>
                </a:cubicBezTo>
                <a:lnTo>
                  <a:pt x="0" y="0"/>
                </a:lnTo>
                <a:lnTo>
                  <a:pt x="0" y="1221828"/>
                </a:lnTo>
                <a:cubicBezTo>
                  <a:pt x="123883" y="1346322"/>
                  <a:pt x="210606" y="1502927"/>
                  <a:pt x="250406" y="1674035"/>
                </a:cubicBezTo>
                <a:cubicBezTo>
                  <a:pt x="273056" y="1772569"/>
                  <a:pt x="281394" y="1878856"/>
                  <a:pt x="339761" y="1961362"/>
                </a:cubicBezTo>
                <a:cubicBezTo>
                  <a:pt x="403642" y="2051685"/>
                  <a:pt x="513679" y="2094383"/>
                  <a:pt x="604610" y="2157314"/>
                </a:cubicBezTo>
                <a:cubicBezTo>
                  <a:pt x="651093" y="2189436"/>
                  <a:pt x="694622" y="2234828"/>
                  <a:pt x="720359" y="2285080"/>
                </a:cubicBezTo>
                <a:lnTo>
                  <a:pt x="4064000" y="2285080"/>
                </a:lnTo>
                <a:lnTo>
                  <a:pt x="4064000" y="1160473"/>
                </a:lnTo>
                <a:cubicBezTo>
                  <a:pt x="3953766" y="987362"/>
                  <a:pt x="3879774" y="793715"/>
                  <a:pt x="3846356" y="591207"/>
                </a:cubicBezTo>
                <a:cubicBezTo>
                  <a:pt x="3838609" y="542662"/>
                  <a:pt x="3831125" y="489782"/>
                  <a:pt x="3795803" y="455689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  <a:effectLst>
            <a:outerShdw blurRad="285750" dist="9525" algn="bl" rotWithShape="0">
              <a:schemeClr val="dk1">
                <a:alpha val="30000"/>
              </a:scheme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2400" kern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1"/>
          <p:cNvSpPr/>
          <p:nvPr/>
        </p:nvSpPr>
        <p:spPr>
          <a:xfrm>
            <a:off x="-20" y="200"/>
            <a:ext cx="12192000" cy="6856620"/>
          </a:xfrm>
          <a:custGeom>
            <a:avLst/>
            <a:gdLst/>
            <a:ahLst/>
            <a:cxnLst/>
            <a:rect l="l" t="t" r="r" b="b"/>
            <a:pathLst>
              <a:path w="4064000" h="2285540" extrusionOk="0">
                <a:moveTo>
                  <a:pt x="4064000" y="1293035"/>
                </a:moveTo>
                <a:lnTo>
                  <a:pt x="3812282" y="663991"/>
                </a:lnTo>
                <a:cubicBezTo>
                  <a:pt x="3789828" y="607958"/>
                  <a:pt x="3764945" y="548640"/>
                  <a:pt x="3716820" y="514941"/>
                </a:cubicBezTo>
                <a:cubicBezTo>
                  <a:pt x="3642369" y="462390"/>
                  <a:pt x="3534630" y="487417"/>
                  <a:pt x="3463788" y="429545"/>
                </a:cubicBezTo>
                <a:cubicBezTo>
                  <a:pt x="3343313" y="329565"/>
                  <a:pt x="3428204" y="100177"/>
                  <a:pt x="3307400" y="0"/>
                </a:cubicBezTo>
                <a:lnTo>
                  <a:pt x="0" y="0"/>
                </a:lnTo>
                <a:lnTo>
                  <a:pt x="0" y="1157912"/>
                </a:lnTo>
                <a:cubicBezTo>
                  <a:pt x="382108" y="1475521"/>
                  <a:pt x="221517" y="1854222"/>
                  <a:pt x="483084" y="2065217"/>
                </a:cubicBezTo>
                <a:cubicBezTo>
                  <a:pt x="561344" y="2118951"/>
                  <a:pt x="661467" y="2128279"/>
                  <a:pt x="747277" y="2168810"/>
                </a:cubicBezTo>
                <a:cubicBezTo>
                  <a:pt x="803228" y="2195657"/>
                  <a:pt x="851805" y="2235721"/>
                  <a:pt x="888828" y="2285540"/>
                </a:cubicBezTo>
                <a:lnTo>
                  <a:pt x="4064000" y="228554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  <a:effectLst>
            <a:outerShdw blurRad="285750" dist="9525" algn="bl" rotWithShape="0">
              <a:schemeClr val="dk1">
                <a:alpha val="30000"/>
              </a:scheme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2400" kern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1"/>
          <p:cNvSpPr txBox="1">
            <a:spLocks noGrp="1"/>
          </p:cNvSpPr>
          <p:nvPr>
            <p:ph type="sldNum" idx="12"/>
          </p:nvPr>
        </p:nvSpPr>
        <p:spPr>
          <a:xfrm>
            <a:off x="11307445" y="6333135"/>
            <a:ext cx="731600" cy="524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n">
                <a:solidFill>
                  <a:srgbClr val="CE0063"/>
                </a:solidFill>
              </a:rPr>
              <a:pPr/>
              <a:t>‹#›</a:t>
            </a:fld>
            <a:endParaRPr>
              <a:solidFill>
                <a:srgbClr val="CE006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42895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40000" decel="6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40000" decel="6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2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2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40000" decel="6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2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2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2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2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2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2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2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2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0" grpId="0" animBg="1"/>
      <p:bldP spid="111" grpId="0" animBg="1"/>
      <p:bldP spid="112" grpId="0" animBg="1"/>
      <p:bldP spid="113" grpId="0" animBg="1"/>
      <p:bldP spid="114" grpId="0" animBg="1"/>
      <p:bldP spid="115" grpId="0" animBg="1"/>
    </p:bldLst>
  </p:timing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- Center">
  <p:cSld name="Blank - Center">
    <p:bg>
      <p:bgPr>
        <a:gradFill>
          <a:gsLst>
            <a:gs pos="0">
              <a:schemeClr val="accent1"/>
            </a:gs>
            <a:gs pos="78000">
              <a:schemeClr val="dk2"/>
            </a:gs>
            <a:gs pos="100000">
              <a:schemeClr val="dk2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8" name="Google Shape;118;p12"/>
          <p:cNvGrpSpPr/>
          <p:nvPr/>
        </p:nvGrpSpPr>
        <p:grpSpPr>
          <a:xfrm>
            <a:off x="-20" y="-16"/>
            <a:ext cx="12192000" cy="6857013"/>
            <a:chOff x="-15" y="-12"/>
            <a:chExt cx="9144000" cy="5142760"/>
          </a:xfrm>
        </p:grpSpPr>
        <p:sp>
          <p:nvSpPr>
            <p:cNvPr id="119" name="Google Shape;119;p12"/>
            <p:cNvSpPr/>
            <p:nvPr/>
          </p:nvSpPr>
          <p:spPr>
            <a:xfrm>
              <a:off x="-15" y="-12"/>
              <a:ext cx="9144000" cy="5142022"/>
            </a:xfrm>
            <a:custGeom>
              <a:avLst/>
              <a:gdLst/>
              <a:ahLst/>
              <a:cxnLst/>
              <a:rect l="l" t="t" r="r" b="b"/>
              <a:pathLst>
                <a:path w="4064000" h="2285343" extrusionOk="0">
                  <a:moveTo>
                    <a:pt x="0" y="0"/>
                  </a:moveTo>
                  <a:lnTo>
                    <a:pt x="0" y="2285343"/>
                  </a:lnTo>
                  <a:lnTo>
                    <a:pt x="4064000" y="2285343"/>
                  </a:lnTo>
                  <a:lnTo>
                    <a:pt x="4064000" y="0"/>
                  </a:lnTo>
                  <a:close/>
                  <a:moveTo>
                    <a:pt x="3082140" y="1095966"/>
                  </a:moveTo>
                  <a:cubicBezTo>
                    <a:pt x="3009920" y="1483535"/>
                    <a:pt x="2684604" y="1652423"/>
                    <a:pt x="2340247" y="1756870"/>
                  </a:cubicBezTo>
                  <a:cubicBezTo>
                    <a:pt x="2062726" y="1889038"/>
                    <a:pt x="1710754" y="2209274"/>
                    <a:pt x="1410451" y="1968719"/>
                  </a:cubicBezTo>
                  <a:cubicBezTo>
                    <a:pt x="1225437" y="1799240"/>
                    <a:pt x="1294637" y="1499038"/>
                    <a:pt x="1163131" y="1300130"/>
                  </a:cubicBezTo>
                  <a:cubicBezTo>
                    <a:pt x="1007925" y="1131044"/>
                    <a:pt x="934129" y="954405"/>
                    <a:pt x="1065241" y="739731"/>
                  </a:cubicBezTo>
                  <a:cubicBezTo>
                    <a:pt x="1141071" y="619191"/>
                    <a:pt x="1267193" y="537210"/>
                    <a:pt x="1400931" y="488403"/>
                  </a:cubicBezTo>
                  <a:cubicBezTo>
                    <a:pt x="1570582" y="433092"/>
                    <a:pt x="1749227" y="457725"/>
                    <a:pt x="1892025" y="340141"/>
                  </a:cubicBezTo>
                  <a:cubicBezTo>
                    <a:pt x="2028520" y="295144"/>
                    <a:pt x="2144860" y="404583"/>
                    <a:pt x="2263825" y="452602"/>
                  </a:cubicBezTo>
                  <a:cubicBezTo>
                    <a:pt x="2464399" y="532086"/>
                    <a:pt x="2709749" y="457791"/>
                    <a:pt x="2894895" y="568544"/>
                  </a:cubicBezTo>
                  <a:cubicBezTo>
                    <a:pt x="3071701" y="674370"/>
                    <a:pt x="3124422" y="904546"/>
                    <a:pt x="3082140" y="109596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" name="Google Shape;120;p12"/>
            <p:cNvSpPr/>
            <p:nvPr/>
          </p:nvSpPr>
          <p:spPr>
            <a:xfrm>
              <a:off x="-15" y="-12"/>
              <a:ext cx="9144000" cy="5142022"/>
            </a:xfrm>
            <a:custGeom>
              <a:avLst/>
              <a:gdLst/>
              <a:ahLst/>
              <a:cxnLst/>
              <a:rect l="l" t="t" r="r" b="b"/>
              <a:pathLst>
                <a:path w="4064000" h="2285343" extrusionOk="0">
                  <a:moveTo>
                    <a:pt x="0" y="0"/>
                  </a:moveTo>
                  <a:lnTo>
                    <a:pt x="0" y="2285343"/>
                  </a:lnTo>
                  <a:lnTo>
                    <a:pt x="4064000" y="2285343"/>
                  </a:lnTo>
                  <a:lnTo>
                    <a:pt x="4064000" y="0"/>
                  </a:lnTo>
                  <a:close/>
                  <a:moveTo>
                    <a:pt x="2928181" y="1644672"/>
                  </a:moveTo>
                  <a:cubicBezTo>
                    <a:pt x="2752031" y="1744652"/>
                    <a:pt x="2539574" y="1757330"/>
                    <a:pt x="2353575" y="1837405"/>
                  </a:cubicBezTo>
                  <a:cubicBezTo>
                    <a:pt x="2238351" y="1887067"/>
                    <a:pt x="2135800" y="1961427"/>
                    <a:pt x="2027667" y="2025015"/>
                  </a:cubicBezTo>
                  <a:cubicBezTo>
                    <a:pt x="1831098" y="2157840"/>
                    <a:pt x="1492781" y="2223332"/>
                    <a:pt x="1363048" y="1974828"/>
                  </a:cubicBezTo>
                  <a:cubicBezTo>
                    <a:pt x="1295031" y="1831362"/>
                    <a:pt x="1366725" y="1645657"/>
                    <a:pt x="1283213" y="1510665"/>
                  </a:cubicBezTo>
                  <a:cubicBezTo>
                    <a:pt x="1230296" y="1425269"/>
                    <a:pt x="1129385" y="1384410"/>
                    <a:pt x="1051782" y="1320165"/>
                  </a:cubicBezTo>
                  <a:cubicBezTo>
                    <a:pt x="821992" y="1139256"/>
                    <a:pt x="837289" y="755825"/>
                    <a:pt x="1081129" y="594097"/>
                  </a:cubicBezTo>
                  <a:cubicBezTo>
                    <a:pt x="1196287" y="513825"/>
                    <a:pt x="1340398" y="491227"/>
                    <a:pt x="1474530" y="449580"/>
                  </a:cubicBezTo>
                  <a:cubicBezTo>
                    <a:pt x="1963063" y="306639"/>
                    <a:pt x="1790195" y="86842"/>
                    <a:pt x="2168495" y="320828"/>
                  </a:cubicBezTo>
                  <a:cubicBezTo>
                    <a:pt x="2375700" y="414830"/>
                    <a:pt x="2611268" y="397422"/>
                    <a:pt x="2823988" y="466462"/>
                  </a:cubicBezTo>
                  <a:cubicBezTo>
                    <a:pt x="3336485" y="633839"/>
                    <a:pt x="3403715" y="1390190"/>
                    <a:pt x="2928181" y="1644672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" name="Google Shape;121;p12"/>
            <p:cNvSpPr/>
            <p:nvPr/>
          </p:nvSpPr>
          <p:spPr>
            <a:xfrm>
              <a:off x="-15" y="-12"/>
              <a:ext cx="9144000" cy="5142760"/>
            </a:xfrm>
            <a:custGeom>
              <a:avLst/>
              <a:gdLst/>
              <a:ahLst/>
              <a:cxnLst/>
              <a:rect l="l" t="t" r="r" b="b"/>
              <a:pathLst>
                <a:path w="4064000" h="2285671" extrusionOk="0">
                  <a:moveTo>
                    <a:pt x="0" y="0"/>
                  </a:moveTo>
                  <a:lnTo>
                    <a:pt x="0" y="2285343"/>
                  </a:lnTo>
                  <a:lnTo>
                    <a:pt x="1470656" y="2285343"/>
                  </a:lnTo>
                  <a:cubicBezTo>
                    <a:pt x="1204690" y="2184378"/>
                    <a:pt x="1192479" y="1951180"/>
                    <a:pt x="1261088" y="1710493"/>
                  </a:cubicBezTo>
                  <a:cubicBezTo>
                    <a:pt x="1271330" y="1635344"/>
                    <a:pt x="1261088" y="1550013"/>
                    <a:pt x="1204165" y="1499761"/>
                  </a:cubicBezTo>
                  <a:cubicBezTo>
                    <a:pt x="1167793" y="1467507"/>
                    <a:pt x="1118814" y="1455157"/>
                    <a:pt x="1073448" y="1437290"/>
                  </a:cubicBezTo>
                  <a:cubicBezTo>
                    <a:pt x="859283" y="1352550"/>
                    <a:pt x="718586" y="1111732"/>
                    <a:pt x="749903" y="883395"/>
                  </a:cubicBezTo>
                  <a:cubicBezTo>
                    <a:pt x="781220" y="655057"/>
                    <a:pt x="981532" y="461076"/>
                    <a:pt x="1210665" y="437165"/>
                  </a:cubicBezTo>
                  <a:cubicBezTo>
                    <a:pt x="1329893" y="424749"/>
                    <a:pt x="1459298" y="444982"/>
                    <a:pt x="1559946" y="379949"/>
                  </a:cubicBezTo>
                  <a:cubicBezTo>
                    <a:pt x="1685083" y="299019"/>
                    <a:pt x="1663286" y="117190"/>
                    <a:pt x="1869834" y="106680"/>
                  </a:cubicBezTo>
                  <a:cubicBezTo>
                    <a:pt x="2081175" y="95644"/>
                    <a:pt x="2338737" y="351308"/>
                    <a:pt x="2756167" y="384350"/>
                  </a:cubicBezTo>
                  <a:cubicBezTo>
                    <a:pt x="2901919" y="395911"/>
                    <a:pt x="3039793" y="478024"/>
                    <a:pt x="3144840" y="580302"/>
                  </a:cubicBezTo>
                  <a:cubicBezTo>
                    <a:pt x="3559644" y="1035335"/>
                    <a:pt x="3159810" y="1809684"/>
                    <a:pt x="2608839" y="1934166"/>
                  </a:cubicBezTo>
                  <a:cubicBezTo>
                    <a:pt x="2494863" y="1963070"/>
                    <a:pt x="2375175" y="1970887"/>
                    <a:pt x="2263629" y="2009052"/>
                  </a:cubicBezTo>
                  <a:cubicBezTo>
                    <a:pt x="2066009" y="2076122"/>
                    <a:pt x="1907323" y="2233448"/>
                    <a:pt x="1702678" y="2285672"/>
                  </a:cubicBezTo>
                  <a:lnTo>
                    <a:pt x="4064000" y="2285672"/>
                  </a:lnTo>
                  <a:lnTo>
                    <a:pt x="406400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" name="Google Shape;122;p12"/>
            <p:cNvSpPr/>
            <p:nvPr/>
          </p:nvSpPr>
          <p:spPr>
            <a:xfrm>
              <a:off x="-15" y="-12"/>
              <a:ext cx="9144000" cy="5142022"/>
            </a:xfrm>
            <a:custGeom>
              <a:avLst/>
              <a:gdLst/>
              <a:ahLst/>
              <a:cxnLst/>
              <a:rect l="l" t="t" r="r" b="b"/>
              <a:pathLst>
                <a:path w="4064000" h="2285343" extrusionOk="0">
                  <a:moveTo>
                    <a:pt x="0" y="0"/>
                  </a:moveTo>
                  <a:lnTo>
                    <a:pt x="0" y="2285343"/>
                  </a:lnTo>
                  <a:lnTo>
                    <a:pt x="1416163" y="2285343"/>
                  </a:lnTo>
                  <a:cubicBezTo>
                    <a:pt x="1016131" y="2089260"/>
                    <a:pt x="1245462" y="1851791"/>
                    <a:pt x="1134375" y="1571953"/>
                  </a:cubicBezTo>
                  <a:cubicBezTo>
                    <a:pt x="1082245" y="1479988"/>
                    <a:pt x="974900" y="1438932"/>
                    <a:pt x="887646" y="1379746"/>
                  </a:cubicBezTo>
                  <a:cubicBezTo>
                    <a:pt x="644725" y="1237790"/>
                    <a:pt x="576970" y="844243"/>
                    <a:pt x="798356" y="660378"/>
                  </a:cubicBezTo>
                  <a:cubicBezTo>
                    <a:pt x="1191231" y="477761"/>
                    <a:pt x="1102598" y="589959"/>
                    <a:pt x="1414653" y="229454"/>
                  </a:cubicBezTo>
                  <a:cubicBezTo>
                    <a:pt x="1579183" y="67398"/>
                    <a:pt x="1821709" y="34618"/>
                    <a:pt x="2050515" y="52814"/>
                  </a:cubicBezTo>
                  <a:cubicBezTo>
                    <a:pt x="2243013" y="68120"/>
                    <a:pt x="2368281" y="221046"/>
                    <a:pt x="2554608" y="260788"/>
                  </a:cubicBezTo>
                  <a:cubicBezTo>
                    <a:pt x="2689462" y="289560"/>
                    <a:pt x="2831538" y="284962"/>
                    <a:pt x="2960483" y="339287"/>
                  </a:cubicBezTo>
                  <a:cubicBezTo>
                    <a:pt x="3426629" y="523218"/>
                    <a:pt x="3494318" y="1497133"/>
                    <a:pt x="3143658" y="1800356"/>
                  </a:cubicBezTo>
                  <a:cubicBezTo>
                    <a:pt x="3081681" y="1850543"/>
                    <a:pt x="3007557" y="1882797"/>
                    <a:pt x="2934418" y="1914459"/>
                  </a:cubicBezTo>
                  <a:cubicBezTo>
                    <a:pt x="2621642" y="2045838"/>
                    <a:pt x="2314051" y="2199487"/>
                    <a:pt x="1985254" y="2285343"/>
                  </a:cubicBezTo>
                  <a:lnTo>
                    <a:pt x="4064000" y="2285343"/>
                  </a:lnTo>
                  <a:lnTo>
                    <a:pt x="406400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" name="Google Shape;123;p12"/>
            <p:cNvSpPr/>
            <p:nvPr/>
          </p:nvSpPr>
          <p:spPr>
            <a:xfrm>
              <a:off x="5408537" y="-12"/>
              <a:ext cx="3735448" cy="5142022"/>
            </a:xfrm>
            <a:custGeom>
              <a:avLst/>
              <a:gdLst/>
              <a:ahLst/>
              <a:cxnLst/>
              <a:rect l="l" t="t" r="r" b="b"/>
              <a:pathLst>
                <a:path w="1660199" h="2285343" extrusionOk="0">
                  <a:moveTo>
                    <a:pt x="12277" y="0"/>
                  </a:moveTo>
                  <a:cubicBezTo>
                    <a:pt x="549133" y="201339"/>
                    <a:pt x="949098" y="345528"/>
                    <a:pt x="1082901" y="960974"/>
                  </a:cubicBezTo>
                  <a:cubicBezTo>
                    <a:pt x="1153480" y="1137745"/>
                    <a:pt x="1237780" y="1246921"/>
                    <a:pt x="1196090" y="1454435"/>
                  </a:cubicBezTo>
                  <a:cubicBezTo>
                    <a:pt x="1161162" y="1696304"/>
                    <a:pt x="946604" y="1836289"/>
                    <a:pt x="738676" y="1927860"/>
                  </a:cubicBezTo>
                  <a:lnTo>
                    <a:pt x="0" y="2285343"/>
                  </a:lnTo>
                  <a:lnTo>
                    <a:pt x="1660200" y="2285343"/>
                  </a:lnTo>
                  <a:lnTo>
                    <a:pt x="166020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" name="Google Shape;124;p12"/>
            <p:cNvSpPr/>
            <p:nvPr/>
          </p:nvSpPr>
          <p:spPr>
            <a:xfrm>
              <a:off x="6171372" y="-12"/>
              <a:ext cx="2972610" cy="5142317"/>
            </a:xfrm>
            <a:custGeom>
              <a:avLst/>
              <a:gdLst/>
              <a:ahLst/>
              <a:cxnLst/>
              <a:rect l="l" t="t" r="r" b="b"/>
              <a:pathLst>
                <a:path w="1321160" h="2285474" extrusionOk="0">
                  <a:moveTo>
                    <a:pt x="1321161" y="0"/>
                  </a:moveTo>
                  <a:lnTo>
                    <a:pt x="0" y="0"/>
                  </a:lnTo>
                  <a:cubicBezTo>
                    <a:pt x="438374" y="300136"/>
                    <a:pt x="961113" y="748862"/>
                    <a:pt x="991970" y="1313268"/>
                  </a:cubicBezTo>
                  <a:cubicBezTo>
                    <a:pt x="960391" y="1723828"/>
                    <a:pt x="665340" y="2083873"/>
                    <a:pt x="318226" y="2285475"/>
                  </a:cubicBezTo>
                  <a:lnTo>
                    <a:pt x="1321161" y="2285475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" name="Google Shape;125;p12"/>
            <p:cNvSpPr/>
            <p:nvPr/>
          </p:nvSpPr>
          <p:spPr>
            <a:xfrm>
              <a:off x="-15" y="-12"/>
              <a:ext cx="3691132" cy="5142022"/>
            </a:xfrm>
            <a:custGeom>
              <a:avLst/>
              <a:gdLst/>
              <a:ahLst/>
              <a:cxnLst/>
              <a:rect l="l" t="t" r="r" b="b"/>
              <a:pathLst>
                <a:path w="1640503" h="2285343" extrusionOk="0">
                  <a:moveTo>
                    <a:pt x="962295" y="2241265"/>
                  </a:moveTo>
                  <a:cubicBezTo>
                    <a:pt x="959603" y="1786562"/>
                    <a:pt x="1193923" y="1717653"/>
                    <a:pt x="698693" y="1419356"/>
                  </a:cubicBezTo>
                  <a:cubicBezTo>
                    <a:pt x="447303" y="1226032"/>
                    <a:pt x="409814" y="829857"/>
                    <a:pt x="619908" y="592652"/>
                  </a:cubicBezTo>
                  <a:cubicBezTo>
                    <a:pt x="713925" y="482688"/>
                    <a:pt x="844971" y="412334"/>
                    <a:pt x="972734" y="344608"/>
                  </a:cubicBezTo>
                  <a:cubicBezTo>
                    <a:pt x="1195499" y="230505"/>
                    <a:pt x="1411830" y="101556"/>
                    <a:pt x="1640504" y="0"/>
                  </a:cubicBezTo>
                  <a:lnTo>
                    <a:pt x="0" y="0"/>
                  </a:lnTo>
                  <a:lnTo>
                    <a:pt x="0" y="2285343"/>
                  </a:lnTo>
                  <a:lnTo>
                    <a:pt x="973587" y="2285343"/>
                  </a:lnTo>
                  <a:cubicBezTo>
                    <a:pt x="968722" y="2270957"/>
                    <a:pt x="964947" y="2256223"/>
                    <a:pt x="962295" y="2241265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" name="Google Shape;126;p12"/>
            <p:cNvSpPr/>
            <p:nvPr/>
          </p:nvSpPr>
          <p:spPr>
            <a:xfrm>
              <a:off x="-15" y="-12"/>
              <a:ext cx="2881318" cy="5142022"/>
            </a:xfrm>
            <a:custGeom>
              <a:avLst/>
              <a:gdLst/>
              <a:ahLst/>
              <a:cxnLst/>
              <a:rect l="l" t="t" r="r" b="b"/>
              <a:pathLst>
                <a:path w="1280586" h="2285343" extrusionOk="0">
                  <a:moveTo>
                    <a:pt x="814113" y="2168153"/>
                  </a:moveTo>
                  <a:cubicBezTo>
                    <a:pt x="750954" y="1388022"/>
                    <a:pt x="-112400" y="736578"/>
                    <a:pt x="1008121" y="209813"/>
                  </a:cubicBezTo>
                  <a:cubicBezTo>
                    <a:pt x="1135294" y="165669"/>
                    <a:pt x="1259183" y="161202"/>
                    <a:pt x="1280587" y="0"/>
                  </a:cubicBezTo>
                  <a:lnTo>
                    <a:pt x="0" y="0"/>
                  </a:lnTo>
                  <a:lnTo>
                    <a:pt x="0" y="2285343"/>
                  </a:lnTo>
                  <a:lnTo>
                    <a:pt x="838274" y="2285343"/>
                  </a:lnTo>
                  <a:cubicBezTo>
                    <a:pt x="821880" y="2248478"/>
                    <a:pt x="813640" y="2208499"/>
                    <a:pt x="814113" y="216815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7" name="Google Shape;127;p12"/>
          <p:cNvSpPr txBox="1">
            <a:spLocks noGrp="1"/>
          </p:cNvSpPr>
          <p:nvPr>
            <p:ph type="sldNum" idx="12"/>
          </p:nvPr>
        </p:nvSpPr>
        <p:spPr>
          <a:xfrm>
            <a:off x="11307445" y="6333135"/>
            <a:ext cx="731600" cy="524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n">
                <a:solidFill>
                  <a:srgbClr val="CE0063"/>
                </a:solidFill>
              </a:rPr>
              <a:pPr/>
              <a:t>‹#›</a:t>
            </a:fld>
            <a:endParaRPr>
              <a:solidFill>
                <a:srgbClr val="CE006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9921464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background">
  <p:cSld name="Image background">
    <p:bg>
      <p:bgPr>
        <a:gradFill>
          <a:gsLst>
            <a:gs pos="0">
              <a:schemeClr val="accent1"/>
            </a:gs>
            <a:gs pos="78000">
              <a:schemeClr val="dk2"/>
            </a:gs>
            <a:gs pos="100000">
              <a:schemeClr val="dk2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3"/>
          <p:cNvSpPr txBox="1">
            <a:spLocks noGrp="1"/>
          </p:cNvSpPr>
          <p:nvPr>
            <p:ph type="sldNum" idx="12"/>
          </p:nvPr>
        </p:nvSpPr>
        <p:spPr>
          <a:xfrm>
            <a:off x="11307445" y="6333135"/>
            <a:ext cx="731600" cy="524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fld id="{00000000-1234-1234-1234-123412341234}" type="slidenum">
              <a:rPr lang="en">
                <a:solidFill>
                  <a:srgbClr val="FFFFFF"/>
                </a:solidFill>
              </a:rPr>
              <a:pPr/>
              <a:t>‹#›</a:t>
            </a:fld>
            <a:endParaRPr>
              <a:solidFill>
                <a:srgbClr val="FFFFFF"/>
              </a:solidFill>
            </a:endParaRPr>
          </a:p>
        </p:txBody>
      </p:sp>
      <p:grpSp>
        <p:nvGrpSpPr>
          <p:cNvPr id="130" name="Google Shape;130;p13"/>
          <p:cNvGrpSpPr/>
          <p:nvPr/>
        </p:nvGrpSpPr>
        <p:grpSpPr>
          <a:xfrm>
            <a:off x="0" y="0"/>
            <a:ext cx="12192667" cy="6869371"/>
            <a:chOff x="0" y="0"/>
            <a:chExt cx="9144500" cy="5152028"/>
          </a:xfrm>
        </p:grpSpPr>
        <p:sp>
          <p:nvSpPr>
            <p:cNvPr id="131" name="Google Shape;131;p13"/>
            <p:cNvSpPr/>
            <p:nvPr/>
          </p:nvSpPr>
          <p:spPr>
            <a:xfrm>
              <a:off x="7448736" y="0"/>
              <a:ext cx="1695764" cy="2915696"/>
            </a:xfrm>
            <a:custGeom>
              <a:avLst/>
              <a:gdLst/>
              <a:ahLst/>
              <a:cxnLst/>
              <a:rect l="l" t="t" r="r" b="b"/>
              <a:pathLst>
                <a:path w="650341" h="1112861" extrusionOk="0">
                  <a:moveTo>
                    <a:pt x="132487" y="368402"/>
                  </a:moveTo>
                  <a:cubicBezTo>
                    <a:pt x="193589" y="418171"/>
                    <a:pt x="286581" y="396776"/>
                    <a:pt x="350869" y="441884"/>
                  </a:cubicBezTo>
                  <a:cubicBezTo>
                    <a:pt x="392368" y="471007"/>
                    <a:pt x="413854" y="522153"/>
                    <a:pt x="433215" y="570521"/>
                  </a:cubicBezTo>
                  <a:lnTo>
                    <a:pt x="650341" y="1112861"/>
                  </a:lnTo>
                  <a:lnTo>
                    <a:pt x="650341" y="0"/>
                  </a:lnTo>
                  <a:lnTo>
                    <a:pt x="0" y="0"/>
                  </a:lnTo>
                  <a:cubicBezTo>
                    <a:pt x="100428" y="87537"/>
                    <a:pt x="29356" y="282822"/>
                    <a:pt x="132487" y="36840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285750" dist="9525" algn="bl" rotWithShape="0">
                <a:schemeClr val="dk1">
                  <a:alpha val="6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" name="Google Shape;132;p13"/>
            <p:cNvSpPr/>
            <p:nvPr/>
          </p:nvSpPr>
          <p:spPr>
            <a:xfrm>
              <a:off x="0" y="2610500"/>
              <a:ext cx="1994013" cy="2541528"/>
            </a:xfrm>
            <a:custGeom>
              <a:avLst/>
              <a:gdLst/>
              <a:ahLst/>
              <a:cxnLst/>
              <a:rect l="l" t="t" r="r" b="b"/>
              <a:pathLst>
                <a:path w="764722" h="970049" extrusionOk="0">
                  <a:moveTo>
                    <a:pt x="644837" y="872178"/>
                  </a:moveTo>
                  <a:cubicBezTo>
                    <a:pt x="570748" y="837236"/>
                    <a:pt x="484322" y="829146"/>
                    <a:pt x="416799" y="782830"/>
                  </a:cubicBezTo>
                  <a:cubicBezTo>
                    <a:pt x="191078" y="600537"/>
                    <a:pt x="329601" y="274007"/>
                    <a:pt x="0" y="0"/>
                  </a:cubicBezTo>
                  <a:lnTo>
                    <a:pt x="0" y="970050"/>
                  </a:lnTo>
                  <a:lnTo>
                    <a:pt x="764723" y="970050"/>
                  </a:lnTo>
                  <a:cubicBezTo>
                    <a:pt x="733074" y="928390"/>
                    <a:pt x="691985" y="894843"/>
                    <a:pt x="644837" y="87217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285750" dist="9525" algn="bl" rotWithShape="0">
                <a:schemeClr val="dk1">
                  <a:alpha val="6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" name="Google Shape;133;p13"/>
            <p:cNvSpPr/>
            <p:nvPr/>
          </p:nvSpPr>
          <p:spPr>
            <a:xfrm>
              <a:off x="7692032" y="0"/>
              <a:ext cx="1452406" cy="2617388"/>
            </a:xfrm>
            <a:custGeom>
              <a:avLst/>
              <a:gdLst/>
              <a:ahLst/>
              <a:cxnLst/>
              <a:rect l="l" t="t" r="r" b="b"/>
              <a:pathLst>
                <a:path w="557011" h="999003" extrusionOk="0">
                  <a:moveTo>
                    <a:pt x="90868" y="324815"/>
                  </a:moveTo>
                  <a:cubicBezTo>
                    <a:pt x="157932" y="373401"/>
                    <a:pt x="266109" y="333291"/>
                    <a:pt x="325545" y="390980"/>
                  </a:cubicBezTo>
                  <a:cubicBezTo>
                    <a:pt x="355987" y="420538"/>
                    <a:pt x="362457" y="466177"/>
                    <a:pt x="369313" y="508050"/>
                  </a:cubicBezTo>
                  <a:cubicBezTo>
                    <a:pt x="398137" y="682691"/>
                    <a:pt x="461967" y="849694"/>
                    <a:pt x="557011" y="999003"/>
                  </a:cubicBezTo>
                  <a:lnTo>
                    <a:pt x="557011" y="0"/>
                  </a:lnTo>
                  <a:lnTo>
                    <a:pt x="0" y="0"/>
                  </a:lnTo>
                  <a:cubicBezTo>
                    <a:pt x="61367" y="89348"/>
                    <a:pt x="-2559" y="257176"/>
                    <a:pt x="90868" y="32481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" name="Google Shape;134;p13"/>
            <p:cNvSpPr/>
            <p:nvPr/>
          </p:nvSpPr>
          <p:spPr>
            <a:xfrm>
              <a:off x="0" y="2756070"/>
              <a:ext cx="1616827" cy="2395888"/>
            </a:xfrm>
            <a:custGeom>
              <a:avLst/>
              <a:gdLst/>
              <a:ahLst/>
              <a:cxnLst/>
              <a:rect l="l" t="t" r="r" b="b"/>
              <a:pathLst>
                <a:path w="620068" h="914461" extrusionOk="0">
                  <a:moveTo>
                    <a:pt x="521668" y="806930"/>
                  </a:moveTo>
                  <a:cubicBezTo>
                    <a:pt x="443185" y="752621"/>
                    <a:pt x="348214" y="715795"/>
                    <a:pt x="293099" y="637894"/>
                  </a:cubicBezTo>
                  <a:cubicBezTo>
                    <a:pt x="242692" y="566706"/>
                    <a:pt x="235498" y="474967"/>
                    <a:pt x="215847" y="389942"/>
                  </a:cubicBezTo>
                  <a:cubicBezTo>
                    <a:pt x="181547" y="242415"/>
                    <a:pt x="106799" y="107374"/>
                    <a:pt x="0" y="0"/>
                  </a:cubicBezTo>
                  <a:lnTo>
                    <a:pt x="0" y="914461"/>
                  </a:lnTo>
                  <a:lnTo>
                    <a:pt x="620068" y="914461"/>
                  </a:lnTo>
                  <a:cubicBezTo>
                    <a:pt x="597689" y="872130"/>
                    <a:pt x="560898" y="834169"/>
                    <a:pt x="521668" y="80693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" name="Google Shape;135;p13"/>
            <p:cNvSpPr/>
            <p:nvPr/>
          </p:nvSpPr>
          <p:spPr>
            <a:xfrm>
              <a:off x="7879130" y="0"/>
              <a:ext cx="1265261" cy="1852036"/>
            </a:xfrm>
            <a:custGeom>
              <a:avLst/>
              <a:gdLst/>
              <a:ahLst/>
              <a:cxnLst/>
              <a:rect l="l" t="t" r="r" b="b"/>
              <a:pathLst>
                <a:path w="485239" h="706884" extrusionOk="0">
                  <a:moveTo>
                    <a:pt x="36719" y="207021"/>
                  </a:moveTo>
                  <a:cubicBezTo>
                    <a:pt x="131763" y="428627"/>
                    <a:pt x="309225" y="75390"/>
                    <a:pt x="354273" y="302961"/>
                  </a:cubicBezTo>
                  <a:cubicBezTo>
                    <a:pt x="322286" y="451181"/>
                    <a:pt x="348020" y="618600"/>
                    <a:pt x="485239" y="706885"/>
                  </a:cubicBezTo>
                  <a:lnTo>
                    <a:pt x="485239" y="0"/>
                  </a:lnTo>
                  <a:lnTo>
                    <a:pt x="0" y="0"/>
                  </a:lnTo>
                  <a:cubicBezTo>
                    <a:pt x="29790" y="64523"/>
                    <a:pt x="12964" y="141073"/>
                    <a:pt x="36719" y="20702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" name="Google Shape;136;p13"/>
            <p:cNvSpPr/>
            <p:nvPr/>
          </p:nvSpPr>
          <p:spPr>
            <a:xfrm>
              <a:off x="0" y="2919658"/>
              <a:ext cx="1258526" cy="2232214"/>
            </a:xfrm>
            <a:custGeom>
              <a:avLst/>
              <a:gdLst/>
              <a:ahLst/>
              <a:cxnLst/>
              <a:rect l="l" t="t" r="r" b="b"/>
              <a:pathLst>
                <a:path w="482656" h="851990" extrusionOk="0">
                  <a:moveTo>
                    <a:pt x="337133" y="689788"/>
                  </a:moveTo>
                  <a:cubicBezTo>
                    <a:pt x="31384" y="505394"/>
                    <a:pt x="281053" y="244595"/>
                    <a:pt x="0" y="0"/>
                  </a:cubicBezTo>
                  <a:lnTo>
                    <a:pt x="0" y="851990"/>
                  </a:lnTo>
                  <a:lnTo>
                    <a:pt x="482656" y="851990"/>
                  </a:lnTo>
                  <a:cubicBezTo>
                    <a:pt x="460784" y="779667"/>
                    <a:pt x="396713" y="732723"/>
                    <a:pt x="337133" y="689788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7" name="Google Shape;137;p13"/>
            <p:cNvSpPr/>
            <p:nvPr/>
          </p:nvSpPr>
          <p:spPr>
            <a:xfrm>
              <a:off x="8089575" y="0"/>
              <a:ext cx="1054762" cy="1217967"/>
            </a:xfrm>
            <a:custGeom>
              <a:avLst/>
              <a:gdLst/>
              <a:ahLst/>
              <a:cxnLst/>
              <a:rect l="l" t="t" r="r" b="b"/>
              <a:pathLst>
                <a:path w="404511" h="464873" extrusionOk="0">
                  <a:moveTo>
                    <a:pt x="332087" y="312355"/>
                  </a:moveTo>
                  <a:cubicBezTo>
                    <a:pt x="331532" y="370648"/>
                    <a:pt x="360091" y="427541"/>
                    <a:pt x="404511" y="464873"/>
                  </a:cubicBezTo>
                  <a:lnTo>
                    <a:pt x="404511" y="0"/>
                  </a:lnTo>
                  <a:lnTo>
                    <a:pt x="0" y="0"/>
                  </a:lnTo>
                  <a:cubicBezTo>
                    <a:pt x="115854" y="290307"/>
                    <a:pt x="370086" y="41607"/>
                    <a:pt x="332087" y="312355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" name="Google Shape;138;p13"/>
            <p:cNvSpPr/>
            <p:nvPr/>
          </p:nvSpPr>
          <p:spPr>
            <a:xfrm>
              <a:off x="0" y="3209153"/>
              <a:ext cx="1067917" cy="1942573"/>
            </a:xfrm>
            <a:custGeom>
              <a:avLst/>
              <a:gdLst/>
              <a:ahLst/>
              <a:cxnLst/>
              <a:rect l="l" t="t" r="r" b="b"/>
              <a:pathLst>
                <a:path w="409556" h="741440" extrusionOk="0">
                  <a:moveTo>
                    <a:pt x="60353" y="402089"/>
                  </a:moveTo>
                  <a:cubicBezTo>
                    <a:pt x="9029" y="275481"/>
                    <a:pt x="151438" y="85556"/>
                    <a:pt x="0" y="0"/>
                  </a:cubicBezTo>
                  <a:lnTo>
                    <a:pt x="0" y="741441"/>
                  </a:lnTo>
                  <a:lnTo>
                    <a:pt x="409556" y="741441"/>
                  </a:lnTo>
                  <a:cubicBezTo>
                    <a:pt x="406756" y="545262"/>
                    <a:pt x="123748" y="561248"/>
                    <a:pt x="60353" y="402089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" name="Google Shape;139;p13"/>
            <p:cNvSpPr/>
            <p:nvPr/>
          </p:nvSpPr>
          <p:spPr>
            <a:xfrm>
              <a:off x="8338976" y="0"/>
              <a:ext cx="805298" cy="1045498"/>
            </a:xfrm>
            <a:custGeom>
              <a:avLst/>
              <a:gdLst/>
              <a:ahLst/>
              <a:cxnLst/>
              <a:rect l="l" t="t" r="r" b="b"/>
              <a:pathLst>
                <a:path w="308839" h="399045" extrusionOk="0">
                  <a:moveTo>
                    <a:pt x="221931" y="110694"/>
                  </a:moveTo>
                  <a:cubicBezTo>
                    <a:pt x="289164" y="159280"/>
                    <a:pt x="230259" y="295813"/>
                    <a:pt x="308839" y="399046"/>
                  </a:cubicBezTo>
                  <a:lnTo>
                    <a:pt x="308839" y="0"/>
                  </a:lnTo>
                  <a:lnTo>
                    <a:pt x="0" y="0"/>
                  </a:lnTo>
                  <a:cubicBezTo>
                    <a:pt x="48114" y="152398"/>
                    <a:pt x="145137" y="74666"/>
                    <a:pt x="221931" y="11069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" name="Google Shape;140;p13"/>
            <p:cNvSpPr/>
            <p:nvPr/>
          </p:nvSpPr>
          <p:spPr>
            <a:xfrm>
              <a:off x="0" y="3473794"/>
              <a:ext cx="731962" cy="1677798"/>
            </a:xfrm>
            <a:custGeom>
              <a:avLst/>
              <a:gdLst/>
              <a:ahLst/>
              <a:cxnLst/>
              <a:rect l="l" t="t" r="r" b="b"/>
              <a:pathLst>
                <a:path w="280714" h="640381" extrusionOk="0">
                  <a:moveTo>
                    <a:pt x="204452" y="530242"/>
                  </a:moveTo>
                  <a:cubicBezTo>
                    <a:pt x="-41306" y="421045"/>
                    <a:pt x="111050" y="186471"/>
                    <a:pt x="0" y="0"/>
                  </a:cubicBezTo>
                  <a:lnTo>
                    <a:pt x="0" y="640381"/>
                  </a:lnTo>
                  <a:lnTo>
                    <a:pt x="280715" y="640381"/>
                  </a:lnTo>
                  <a:cubicBezTo>
                    <a:pt x="280377" y="593220"/>
                    <a:pt x="242475" y="556201"/>
                    <a:pt x="204452" y="530242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" name="Google Shape;141;p13"/>
            <p:cNvSpPr/>
            <p:nvPr/>
          </p:nvSpPr>
          <p:spPr>
            <a:xfrm>
              <a:off x="8556976" y="0"/>
              <a:ext cx="369694" cy="131794"/>
            </a:xfrm>
            <a:custGeom>
              <a:avLst/>
              <a:gdLst/>
              <a:ahLst/>
              <a:cxnLst/>
              <a:rect l="l" t="t" r="r" b="b"/>
              <a:pathLst>
                <a:path w="141781" h="50303" extrusionOk="0">
                  <a:moveTo>
                    <a:pt x="141782" y="0"/>
                  </a:moveTo>
                  <a:lnTo>
                    <a:pt x="0" y="0"/>
                  </a:lnTo>
                  <a:cubicBezTo>
                    <a:pt x="22572" y="66793"/>
                    <a:pt x="119499" y="67349"/>
                    <a:pt x="14178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" name="Google Shape;142;p13"/>
            <p:cNvSpPr/>
            <p:nvPr/>
          </p:nvSpPr>
          <p:spPr>
            <a:xfrm>
              <a:off x="0" y="4839027"/>
              <a:ext cx="326660" cy="311874"/>
            </a:xfrm>
            <a:custGeom>
              <a:avLst/>
              <a:gdLst/>
              <a:ahLst/>
              <a:cxnLst/>
              <a:rect l="l" t="t" r="r" b="b"/>
              <a:pathLst>
                <a:path w="125277" h="119036" extrusionOk="0">
                  <a:moveTo>
                    <a:pt x="0" y="1339"/>
                  </a:moveTo>
                  <a:lnTo>
                    <a:pt x="0" y="119037"/>
                  </a:lnTo>
                  <a:lnTo>
                    <a:pt x="124231" y="119037"/>
                  </a:lnTo>
                  <a:cubicBezTo>
                    <a:pt x="134491" y="50143"/>
                    <a:pt x="67596" y="-9793"/>
                    <a:pt x="0" y="133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73117448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bg>
      <p:bgPr>
        <a:gradFill>
          <a:gsLst>
            <a:gs pos="0">
              <a:schemeClr val="accent1"/>
            </a:gs>
            <a:gs pos="37000">
              <a:schemeClr val="dk2"/>
            </a:gs>
            <a:gs pos="100000">
              <a:schemeClr val="dk2"/>
            </a:gs>
          </a:gsLst>
          <a:lin ang="10800025" scaled="0"/>
        </a:gra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-11" y="-17"/>
            <a:ext cx="10281021" cy="6856029"/>
            <a:chOff x="-8" y="-13"/>
            <a:chExt cx="7710766" cy="5142022"/>
          </a:xfrm>
        </p:grpSpPr>
        <p:sp>
          <p:nvSpPr>
            <p:cNvPr id="11" name="Google Shape;11;p2"/>
            <p:cNvSpPr/>
            <p:nvPr/>
          </p:nvSpPr>
          <p:spPr>
            <a:xfrm>
              <a:off x="-8" y="-13"/>
              <a:ext cx="7710766" cy="5142022"/>
            </a:xfrm>
            <a:custGeom>
              <a:avLst/>
              <a:gdLst/>
              <a:ahLst/>
              <a:cxnLst/>
              <a:rect l="l" t="t" r="r" b="b"/>
              <a:pathLst>
                <a:path w="3427007" h="2285343" extrusionOk="0">
                  <a:moveTo>
                    <a:pt x="3264200" y="1931013"/>
                  </a:moveTo>
                  <a:cubicBezTo>
                    <a:pt x="3059555" y="1738083"/>
                    <a:pt x="2707189" y="1625228"/>
                    <a:pt x="2663923" y="1311888"/>
                  </a:cubicBezTo>
                  <a:cubicBezTo>
                    <a:pt x="2646918" y="776320"/>
                    <a:pt x="3405816" y="668129"/>
                    <a:pt x="3258554" y="0"/>
                  </a:cubicBezTo>
                  <a:lnTo>
                    <a:pt x="0" y="0"/>
                  </a:lnTo>
                  <a:lnTo>
                    <a:pt x="0" y="2285343"/>
                  </a:lnTo>
                  <a:lnTo>
                    <a:pt x="3426103" y="2285343"/>
                  </a:lnTo>
                  <a:cubicBezTo>
                    <a:pt x="3436148" y="2153964"/>
                    <a:pt x="3361302" y="2023504"/>
                    <a:pt x="3264200" y="193101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-8" y="-13"/>
              <a:ext cx="7536339" cy="5142022"/>
            </a:xfrm>
            <a:custGeom>
              <a:avLst/>
              <a:gdLst/>
              <a:ahLst/>
              <a:cxnLst/>
              <a:rect l="l" t="t" r="r" b="b"/>
              <a:pathLst>
                <a:path w="3349484" h="2285343" extrusionOk="0">
                  <a:moveTo>
                    <a:pt x="3135123" y="1986849"/>
                  </a:moveTo>
                  <a:cubicBezTo>
                    <a:pt x="3002568" y="1888315"/>
                    <a:pt x="2836659" y="1848901"/>
                    <a:pt x="2687952" y="1777628"/>
                  </a:cubicBezTo>
                  <a:cubicBezTo>
                    <a:pt x="2379377" y="1643884"/>
                    <a:pt x="2269472" y="1317800"/>
                    <a:pt x="2551129" y="1092748"/>
                  </a:cubicBezTo>
                  <a:cubicBezTo>
                    <a:pt x="2647246" y="1012409"/>
                    <a:pt x="2763520" y="961040"/>
                    <a:pt x="2873688" y="901459"/>
                  </a:cubicBezTo>
                  <a:cubicBezTo>
                    <a:pt x="3268796" y="717528"/>
                    <a:pt x="3285865" y="371278"/>
                    <a:pt x="3154688" y="0"/>
                  </a:cubicBezTo>
                  <a:lnTo>
                    <a:pt x="0" y="0"/>
                  </a:lnTo>
                  <a:lnTo>
                    <a:pt x="0" y="2285343"/>
                  </a:lnTo>
                  <a:lnTo>
                    <a:pt x="3349485" y="2285343"/>
                  </a:lnTo>
                  <a:cubicBezTo>
                    <a:pt x="3310420" y="2166169"/>
                    <a:pt x="3235575" y="2061939"/>
                    <a:pt x="3135123" y="1986849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-8" y="-13"/>
              <a:ext cx="6852517" cy="5142022"/>
            </a:xfrm>
            <a:custGeom>
              <a:avLst/>
              <a:gdLst/>
              <a:ahLst/>
              <a:cxnLst/>
              <a:rect l="l" t="t" r="r" b="b"/>
              <a:pathLst>
                <a:path w="3045563" h="2285343" extrusionOk="0">
                  <a:moveTo>
                    <a:pt x="2807574" y="2063115"/>
                  </a:moveTo>
                  <a:cubicBezTo>
                    <a:pt x="2956478" y="1994404"/>
                    <a:pt x="2840008" y="1887198"/>
                    <a:pt x="2727411" y="1875177"/>
                  </a:cubicBezTo>
                  <a:cubicBezTo>
                    <a:pt x="2250301" y="1750695"/>
                    <a:pt x="2181824" y="1070150"/>
                    <a:pt x="2624661" y="853112"/>
                  </a:cubicBezTo>
                  <a:cubicBezTo>
                    <a:pt x="2701215" y="814552"/>
                    <a:pt x="2785909" y="794451"/>
                    <a:pt x="2863446" y="757796"/>
                  </a:cubicBezTo>
                  <a:cubicBezTo>
                    <a:pt x="3297881" y="540560"/>
                    <a:pt x="2793262" y="253036"/>
                    <a:pt x="2983397" y="0"/>
                  </a:cubicBezTo>
                  <a:lnTo>
                    <a:pt x="0" y="0"/>
                  </a:lnTo>
                  <a:lnTo>
                    <a:pt x="0" y="2285343"/>
                  </a:lnTo>
                  <a:lnTo>
                    <a:pt x="2681190" y="2285343"/>
                  </a:lnTo>
                  <a:cubicBezTo>
                    <a:pt x="2683685" y="2196596"/>
                    <a:pt x="2730299" y="2108047"/>
                    <a:pt x="2807574" y="2063115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-8" y="-13"/>
              <a:ext cx="6478551" cy="5142022"/>
            </a:xfrm>
            <a:custGeom>
              <a:avLst/>
              <a:gdLst/>
              <a:ahLst/>
              <a:cxnLst/>
              <a:rect l="l" t="t" r="r" b="b"/>
              <a:pathLst>
                <a:path w="2879356" h="2285343" extrusionOk="0">
                  <a:moveTo>
                    <a:pt x="2483636" y="1975748"/>
                  </a:moveTo>
                  <a:cubicBezTo>
                    <a:pt x="2425729" y="1949472"/>
                    <a:pt x="2357974" y="1946319"/>
                    <a:pt x="2304203" y="1912292"/>
                  </a:cubicBezTo>
                  <a:cubicBezTo>
                    <a:pt x="2200338" y="1846602"/>
                    <a:pt x="2149981" y="1693020"/>
                    <a:pt x="2194297" y="1578391"/>
                  </a:cubicBezTo>
                  <a:cubicBezTo>
                    <a:pt x="2362898" y="1262161"/>
                    <a:pt x="2082226" y="851863"/>
                    <a:pt x="2213994" y="698938"/>
                  </a:cubicBezTo>
                  <a:cubicBezTo>
                    <a:pt x="2289890" y="640671"/>
                    <a:pt x="2476086" y="701106"/>
                    <a:pt x="2569840" y="720484"/>
                  </a:cubicBezTo>
                  <a:cubicBezTo>
                    <a:pt x="3121795" y="827427"/>
                    <a:pt x="2785252" y="260657"/>
                    <a:pt x="2696422" y="0"/>
                  </a:cubicBezTo>
                  <a:lnTo>
                    <a:pt x="0" y="0"/>
                  </a:lnTo>
                  <a:lnTo>
                    <a:pt x="0" y="2285343"/>
                  </a:lnTo>
                  <a:lnTo>
                    <a:pt x="2605819" y="2285343"/>
                  </a:lnTo>
                  <a:cubicBezTo>
                    <a:pt x="2646787" y="2172291"/>
                    <a:pt x="2595314" y="2026460"/>
                    <a:pt x="2483636" y="197574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-8" y="-13"/>
              <a:ext cx="6272190" cy="5142022"/>
            </a:xfrm>
            <a:custGeom>
              <a:avLst/>
              <a:gdLst/>
              <a:ahLst/>
              <a:cxnLst/>
              <a:rect l="l" t="t" r="r" b="b"/>
              <a:pathLst>
                <a:path w="2787640" h="2285343" extrusionOk="0">
                  <a:moveTo>
                    <a:pt x="2551129" y="2165460"/>
                  </a:moveTo>
                  <a:cubicBezTo>
                    <a:pt x="2474839" y="1961822"/>
                    <a:pt x="2182086" y="2092478"/>
                    <a:pt x="2041192" y="1984090"/>
                  </a:cubicBezTo>
                  <a:cubicBezTo>
                    <a:pt x="1755530" y="1606309"/>
                    <a:pt x="2254765" y="1476178"/>
                    <a:pt x="2067125" y="765219"/>
                  </a:cubicBezTo>
                  <a:cubicBezTo>
                    <a:pt x="2053010" y="702617"/>
                    <a:pt x="2051631" y="620702"/>
                    <a:pt x="2107765" y="589762"/>
                  </a:cubicBezTo>
                  <a:cubicBezTo>
                    <a:pt x="2139214" y="572223"/>
                    <a:pt x="2178081" y="579120"/>
                    <a:pt x="2213403" y="586543"/>
                  </a:cubicBezTo>
                  <a:cubicBezTo>
                    <a:pt x="2363423" y="609994"/>
                    <a:pt x="2512983" y="669378"/>
                    <a:pt x="2665433" y="663991"/>
                  </a:cubicBezTo>
                  <a:cubicBezTo>
                    <a:pt x="2829568" y="636467"/>
                    <a:pt x="2809872" y="484724"/>
                    <a:pt x="2714805" y="382445"/>
                  </a:cubicBezTo>
                  <a:cubicBezTo>
                    <a:pt x="2614157" y="255007"/>
                    <a:pt x="2513443" y="127523"/>
                    <a:pt x="2412795" y="0"/>
                  </a:cubicBezTo>
                  <a:lnTo>
                    <a:pt x="0" y="0"/>
                  </a:lnTo>
                  <a:lnTo>
                    <a:pt x="0" y="2285343"/>
                  </a:lnTo>
                  <a:lnTo>
                    <a:pt x="2536094" y="2285343"/>
                  </a:lnTo>
                  <a:cubicBezTo>
                    <a:pt x="2555134" y="2247966"/>
                    <a:pt x="2563012" y="2205202"/>
                    <a:pt x="2551129" y="216546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-8" y="-13"/>
              <a:ext cx="5978795" cy="5142022"/>
            </a:xfrm>
            <a:custGeom>
              <a:avLst/>
              <a:gdLst/>
              <a:ahLst/>
              <a:cxnLst/>
              <a:rect l="l" t="t" r="r" b="b"/>
              <a:pathLst>
                <a:path w="2657242" h="2285343" extrusionOk="0">
                  <a:moveTo>
                    <a:pt x="2007248" y="2113499"/>
                  </a:moveTo>
                  <a:cubicBezTo>
                    <a:pt x="1570122" y="1477098"/>
                    <a:pt x="2433082" y="1775854"/>
                    <a:pt x="2003441" y="835244"/>
                  </a:cubicBezTo>
                  <a:cubicBezTo>
                    <a:pt x="1977901" y="745052"/>
                    <a:pt x="1922620" y="648094"/>
                    <a:pt x="1965558" y="564800"/>
                  </a:cubicBezTo>
                  <a:cubicBezTo>
                    <a:pt x="2004426" y="489322"/>
                    <a:pt x="2106518" y="470798"/>
                    <a:pt x="2189570" y="488337"/>
                  </a:cubicBezTo>
                  <a:cubicBezTo>
                    <a:pt x="2272623" y="505876"/>
                    <a:pt x="2348716" y="549428"/>
                    <a:pt x="2432491" y="564274"/>
                  </a:cubicBezTo>
                  <a:cubicBezTo>
                    <a:pt x="2646524" y="602374"/>
                    <a:pt x="2740016" y="398211"/>
                    <a:pt x="2567739" y="263810"/>
                  </a:cubicBezTo>
                  <a:cubicBezTo>
                    <a:pt x="2468142" y="185967"/>
                    <a:pt x="2311687" y="141430"/>
                    <a:pt x="2287855" y="0"/>
                  </a:cubicBezTo>
                  <a:lnTo>
                    <a:pt x="0" y="0"/>
                  </a:lnTo>
                  <a:lnTo>
                    <a:pt x="0" y="2285343"/>
                  </a:lnTo>
                  <a:lnTo>
                    <a:pt x="2023268" y="2285343"/>
                  </a:lnTo>
                  <a:cubicBezTo>
                    <a:pt x="2055570" y="2233645"/>
                    <a:pt x="2039156" y="2165000"/>
                    <a:pt x="2007248" y="211349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" name="Google Shape;17;p2"/>
          <p:cNvSpPr txBox="1">
            <a:spLocks noGrp="1"/>
          </p:cNvSpPr>
          <p:nvPr>
            <p:ph type="ctrTitle"/>
          </p:nvPr>
        </p:nvSpPr>
        <p:spPr>
          <a:xfrm>
            <a:off x="914400" y="878100"/>
            <a:ext cx="4826800" cy="5101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08383674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ubtitle">
  <p:cSld name="Subtitle">
    <p:bg>
      <p:bgPr>
        <a:gradFill>
          <a:gsLst>
            <a:gs pos="0">
              <a:schemeClr val="accent1"/>
            </a:gs>
            <a:gs pos="37000">
              <a:schemeClr val="dk2"/>
            </a:gs>
            <a:gs pos="100000">
              <a:schemeClr val="dk2"/>
            </a:gs>
          </a:gsLst>
          <a:lin ang="10800025" scaled="0"/>
        </a:gradFill>
        <a:effectLst/>
      </p:bgPr>
    </p:bg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oogle Shape;19;p3"/>
          <p:cNvGrpSpPr/>
          <p:nvPr/>
        </p:nvGrpSpPr>
        <p:grpSpPr>
          <a:xfrm>
            <a:off x="-10" y="-20"/>
            <a:ext cx="11928345" cy="6856029"/>
            <a:chOff x="-8" y="-15"/>
            <a:chExt cx="8946259" cy="5142022"/>
          </a:xfrm>
        </p:grpSpPr>
        <p:sp>
          <p:nvSpPr>
            <p:cNvPr id="20" name="Google Shape;20;p3"/>
            <p:cNvSpPr/>
            <p:nvPr/>
          </p:nvSpPr>
          <p:spPr>
            <a:xfrm>
              <a:off x="-8" y="-15"/>
              <a:ext cx="8946259" cy="5142022"/>
            </a:xfrm>
            <a:custGeom>
              <a:avLst/>
              <a:gdLst/>
              <a:ahLst/>
              <a:cxnLst/>
              <a:rect l="l" t="t" r="r" b="b"/>
              <a:pathLst>
                <a:path w="3976115" h="2285343" extrusionOk="0">
                  <a:moveTo>
                    <a:pt x="3715113" y="1727704"/>
                  </a:moveTo>
                  <a:cubicBezTo>
                    <a:pt x="3553145" y="1479660"/>
                    <a:pt x="3183314" y="1298028"/>
                    <a:pt x="3214303" y="961828"/>
                  </a:cubicBezTo>
                  <a:cubicBezTo>
                    <a:pt x="3275164" y="519540"/>
                    <a:pt x="4004911" y="481834"/>
                    <a:pt x="3975235" y="0"/>
                  </a:cubicBezTo>
                  <a:lnTo>
                    <a:pt x="0" y="0"/>
                  </a:lnTo>
                  <a:lnTo>
                    <a:pt x="0" y="2285343"/>
                  </a:lnTo>
                  <a:lnTo>
                    <a:pt x="3797837" y="2285343"/>
                  </a:lnTo>
                  <a:cubicBezTo>
                    <a:pt x="3851674" y="2096210"/>
                    <a:pt x="3821539" y="1893038"/>
                    <a:pt x="3715113" y="172770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" name="Google Shape;21;p3"/>
            <p:cNvSpPr/>
            <p:nvPr/>
          </p:nvSpPr>
          <p:spPr>
            <a:xfrm>
              <a:off x="-8" y="279"/>
              <a:ext cx="8777943" cy="5141725"/>
            </a:xfrm>
            <a:custGeom>
              <a:avLst/>
              <a:gdLst/>
              <a:ahLst/>
              <a:cxnLst/>
              <a:rect l="l" t="t" r="r" b="b"/>
              <a:pathLst>
                <a:path w="3901308" h="2285211" extrusionOk="0">
                  <a:moveTo>
                    <a:pt x="3708416" y="1627264"/>
                  </a:moveTo>
                  <a:cubicBezTo>
                    <a:pt x="3572709" y="1407927"/>
                    <a:pt x="3290527" y="1355375"/>
                    <a:pt x="3101311" y="1197194"/>
                  </a:cubicBezTo>
                  <a:cubicBezTo>
                    <a:pt x="2819851" y="972075"/>
                    <a:pt x="2929822" y="645861"/>
                    <a:pt x="3238200" y="512379"/>
                  </a:cubicBezTo>
                  <a:cubicBezTo>
                    <a:pt x="3501671" y="404123"/>
                    <a:pt x="3817403" y="307231"/>
                    <a:pt x="3901309" y="0"/>
                  </a:cubicBezTo>
                  <a:lnTo>
                    <a:pt x="0" y="0"/>
                  </a:lnTo>
                  <a:lnTo>
                    <a:pt x="0" y="2285212"/>
                  </a:lnTo>
                  <a:lnTo>
                    <a:pt x="3706316" y="2285212"/>
                  </a:lnTo>
                  <a:cubicBezTo>
                    <a:pt x="3772955" y="2075136"/>
                    <a:pt x="3829155" y="1827421"/>
                    <a:pt x="3708416" y="162726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" name="Google Shape;22;p3"/>
            <p:cNvSpPr/>
            <p:nvPr/>
          </p:nvSpPr>
          <p:spPr>
            <a:xfrm>
              <a:off x="-8" y="-15"/>
              <a:ext cx="8089742" cy="5142022"/>
            </a:xfrm>
            <a:custGeom>
              <a:avLst/>
              <a:gdLst/>
              <a:ahLst/>
              <a:cxnLst/>
              <a:rect l="l" t="t" r="r" b="b"/>
              <a:pathLst>
                <a:path w="3595441" h="2285343" extrusionOk="0">
                  <a:moveTo>
                    <a:pt x="3552685" y="1939028"/>
                  </a:moveTo>
                  <a:cubicBezTo>
                    <a:pt x="3582951" y="1866769"/>
                    <a:pt x="3608688" y="1786430"/>
                    <a:pt x="3587941" y="1710756"/>
                  </a:cubicBezTo>
                  <a:cubicBezTo>
                    <a:pt x="3534498" y="1533394"/>
                    <a:pt x="3320006" y="1508301"/>
                    <a:pt x="3174975" y="1437027"/>
                  </a:cubicBezTo>
                  <a:cubicBezTo>
                    <a:pt x="2668322" y="1141424"/>
                    <a:pt x="2837184" y="491490"/>
                    <a:pt x="3386710" y="375811"/>
                  </a:cubicBezTo>
                  <a:cubicBezTo>
                    <a:pt x="3539619" y="223214"/>
                    <a:pt x="3233605" y="269393"/>
                    <a:pt x="3231504" y="0"/>
                  </a:cubicBezTo>
                  <a:lnTo>
                    <a:pt x="0" y="0"/>
                  </a:lnTo>
                  <a:lnTo>
                    <a:pt x="0" y="2285343"/>
                  </a:lnTo>
                  <a:lnTo>
                    <a:pt x="3529771" y="2285343"/>
                  </a:lnTo>
                  <a:cubicBezTo>
                    <a:pt x="3445799" y="2181620"/>
                    <a:pt x="3505348" y="2046627"/>
                    <a:pt x="3552685" y="1939028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" name="Google Shape;23;p3"/>
            <p:cNvSpPr/>
            <p:nvPr/>
          </p:nvSpPr>
          <p:spPr>
            <a:xfrm>
              <a:off x="-8" y="-15"/>
              <a:ext cx="7722567" cy="5142022"/>
            </a:xfrm>
            <a:custGeom>
              <a:avLst/>
              <a:gdLst/>
              <a:ahLst/>
              <a:cxnLst/>
              <a:rect l="l" t="t" r="r" b="b"/>
              <a:pathLst>
                <a:path w="3432252" h="2285343" extrusionOk="0">
                  <a:moveTo>
                    <a:pt x="3391175" y="1610448"/>
                  </a:moveTo>
                  <a:cubicBezTo>
                    <a:pt x="3154820" y="1398993"/>
                    <a:pt x="2585794" y="1926152"/>
                    <a:pt x="2757348" y="1289817"/>
                  </a:cubicBezTo>
                  <a:cubicBezTo>
                    <a:pt x="2798382" y="1034087"/>
                    <a:pt x="2836134" y="949413"/>
                    <a:pt x="2744218" y="711748"/>
                  </a:cubicBezTo>
                  <a:cubicBezTo>
                    <a:pt x="2699901" y="597119"/>
                    <a:pt x="2750258" y="443405"/>
                    <a:pt x="2854123" y="377781"/>
                  </a:cubicBezTo>
                  <a:cubicBezTo>
                    <a:pt x="2907894" y="343820"/>
                    <a:pt x="2975649" y="340667"/>
                    <a:pt x="3033622" y="314391"/>
                  </a:cubicBezTo>
                  <a:cubicBezTo>
                    <a:pt x="3146810" y="262956"/>
                    <a:pt x="3198151" y="113643"/>
                    <a:pt x="3154032" y="0"/>
                  </a:cubicBezTo>
                  <a:lnTo>
                    <a:pt x="0" y="0"/>
                  </a:lnTo>
                  <a:lnTo>
                    <a:pt x="0" y="2285343"/>
                  </a:lnTo>
                  <a:lnTo>
                    <a:pt x="3248902" y="2285343"/>
                  </a:lnTo>
                  <a:cubicBezTo>
                    <a:pt x="3296108" y="2104303"/>
                    <a:pt x="3524059" y="1769220"/>
                    <a:pt x="3391175" y="161044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" name="Google Shape;24;p3"/>
            <p:cNvSpPr/>
            <p:nvPr/>
          </p:nvSpPr>
          <p:spPr>
            <a:xfrm>
              <a:off x="-8" y="279"/>
              <a:ext cx="7515353" cy="5141725"/>
            </a:xfrm>
            <a:custGeom>
              <a:avLst/>
              <a:gdLst/>
              <a:ahLst/>
              <a:cxnLst/>
              <a:rect l="l" t="t" r="r" b="b"/>
              <a:pathLst>
                <a:path w="3340157" h="2285211" extrusionOk="0">
                  <a:moveTo>
                    <a:pt x="3332546" y="1708063"/>
                  </a:moveTo>
                  <a:cubicBezTo>
                    <a:pt x="3232751" y="1497856"/>
                    <a:pt x="2822478" y="1757067"/>
                    <a:pt x="2658145" y="1700246"/>
                  </a:cubicBezTo>
                  <a:cubicBezTo>
                    <a:pt x="2602077" y="1669043"/>
                    <a:pt x="2603390" y="1587391"/>
                    <a:pt x="2617571" y="1524788"/>
                  </a:cubicBezTo>
                  <a:cubicBezTo>
                    <a:pt x="2805211" y="813501"/>
                    <a:pt x="2305910" y="683961"/>
                    <a:pt x="2591309" y="305851"/>
                  </a:cubicBezTo>
                  <a:cubicBezTo>
                    <a:pt x="2667271" y="248438"/>
                    <a:pt x="2771859" y="256978"/>
                    <a:pt x="2867057" y="253299"/>
                  </a:cubicBezTo>
                  <a:cubicBezTo>
                    <a:pt x="3011497" y="258160"/>
                    <a:pt x="3169526" y="147013"/>
                    <a:pt x="3083716" y="0"/>
                  </a:cubicBezTo>
                  <a:lnTo>
                    <a:pt x="0" y="0"/>
                  </a:lnTo>
                  <a:lnTo>
                    <a:pt x="0" y="2285212"/>
                  </a:lnTo>
                  <a:lnTo>
                    <a:pt x="2966654" y="2285212"/>
                  </a:lnTo>
                  <a:lnTo>
                    <a:pt x="3265185" y="1907496"/>
                  </a:lnTo>
                  <a:cubicBezTo>
                    <a:pt x="3310814" y="1849755"/>
                    <a:pt x="3359202" y="1776708"/>
                    <a:pt x="3332546" y="1708063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" name="Google Shape;25;p3"/>
            <p:cNvSpPr/>
            <p:nvPr/>
          </p:nvSpPr>
          <p:spPr>
            <a:xfrm>
              <a:off x="-8" y="-15"/>
              <a:ext cx="6899245" cy="5142022"/>
            </a:xfrm>
            <a:custGeom>
              <a:avLst/>
              <a:gdLst/>
              <a:ahLst/>
              <a:cxnLst/>
              <a:rect l="l" t="t" r="r" b="b"/>
              <a:pathLst>
                <a:path w="3066331" h="2285343" extrusionOk="0">
                  <a:moveTo>
                    <a:pt x="2774025" y="2159416"/>
                  </a:moveTo>
                  <a:cubicBezTo>
                    <a:pt x="2884784" y="2071195"/>
                    <a:pt x="3113261" y="1994798"/>
                    <a:pt x="3057783" y="1815794"/>
                  </a:cubicBezTo>
                  <a:cubicBezTo>
                    <a:pt x="2965867" y="1636921"/>
                    <a:pt x="2740147" y="1764293"/>
                    <a:pt x="2598203" y="1801802"/>
                  </a:cubicBezTo>
                  <a:cubicBezTo>
                    <a:pt x="2515150" y="1819341"/>
                    <a:pt x="2413058" y="1800751"/>
                    <a:pt x="2374190" y="1725339"/>
                  </a:cubicBezTo>
                  <a:cubicBezTo>
                    <a:pt x="2293436" y="1490236"/>
                    <a:pt x="2625778" y="1181823"/>
                    <a:pt x="2584810" y="955785"/>
                  </a:cubicBezTo>
                  <a:cubicBezTo>
                    <a:pt x="2401896" y="572091"/>
                    <a:pt x="2113871" y="610914"/>
                    <a:pt x="2415881" y="176640"/>
                  </a:cubicBezTo>
                  <a:cubicBezTo>
                    <a:pt x="2448708" y="123562"/>
                    <a:pt x="2465253" y="51829"/>
                    <a:pt x="2429011" y="0"/>
                  </a:cubicBezTo>
                  <a:lnTo>
                    <a:pt x="0" y="0"/>
                  </a:lnTo>
                  <a:lnTo>
                    <a:pt x="0" y="2285343"/>
                  </a:lnTo>
                  <a:lnTo>
                    <a:pt x="2697013" y="2285343"/>
                  </a:lnTo>
                  <a:cubicBezTo>
                    <a:pt x="2706335" y="2237916"/>
                    <a:pt x="2736733" y="2191604"/>
                    <a:pt x="2774025" y="215941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6" name="Google Shape;26;p3"/>
          <p:cNvSpPr txBox="1">
            <a:spLocks noGrp="1"/>
          </p:cNvSpPr>
          <p:nvPr>
            <p:ph type="ctrTitle"/>
          </p:nvPr>
        </p:nvSpPr>
        <p:spPr>
          <a:xfrm>
            <a:off x="914400" y="2831467"/>
            <a:ext cx="6088400" cy="627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endParaRPr/>
          </a:p>
        </p:txBody>
      </p:sp>
      <p:sp>
        <p:nvSpPr>
          <p:cNvPr id="27" name="Google Shape;27;p3"/>
          <p:cNvSpPr txBox="1">
            <a:spLocks noGrp="1"/>
          </p:cNvSpPr>
          <p:nvPr>
            <p:ph type="subTitle" idx="1"/>
          </p:nvPr>
        </p:nvSpPr>
        <p:spPr>
          <a:xfrm>
            <a:off x="914400" y="3588103"/>
            <a:ext cx="6088400" cy="436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None/>
              <a:defRPr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4000">
                <a:solidFill>
                  <a:schemeClr val="accen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4000">
                <a:solidFill>
                  <a:schemeClr val="accen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4000">
                <a:solidFill>
                  <a:schemeClr val="accen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4000">
                <a:solidFill>
                  <a:schemeClr val="accen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4000">
                <a:solidFill>
                  <a:schemeClr val="accen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4000">
                <a:solidFill>
                  <a:schemeClr val="accen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4000">
                <a:solidFill>
                  <a:schemeClr val="accen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40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60135527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Quote">
    <p:bg>
      <p:bgPr>
        <a:gradFill>
          <a:gsLst>
            <a:gs pos="0">
              <a:schemeClr val="accent1"/>
            </a:gs>
            <a:gs pos="78000">
              <a:schemeClr val="dk2"/>
            </a:gs>
            <a:gs pos="100000">
              <a:schemeClr val="dk2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oogle Shape;29;p4"/>
          <p:cNvGrpSpPr/>
          <p:nvPr/>
        </p:nvGrpSpPr>
        <p:grpSpPr>
          <a:xfrm>
            <a:off x="-20" y="-16"/>
            <a:ext cx="12192000" cy="6857013"/>
            <a:chOff x="-15" y="-12"/>
            <a:chExt cx="9144000" cy="5142760"/>
          </a:xfrm>
        </p:grpSpPr>
        <p:sp>
          <p:nvSpPr>
            <p:cNvPr id="30" name="Google Shape;30;p4"/>
            <p:cNvSpPr/>
            <p:nvPr/>
          </p:nvSpPr>
          <p:spPr>
            <a:xfrm>
              <a:off x="-15" y="-12"/>
              <a:ext cx="9144000" cy="5142022"/>
            </a:xfrm>
            <a:custGeom>
              <a:avLst/>
              <a:gdLst/>
              <a:ahLst/>
              <a:cxnLst/>
              <a:rect l="l" t="t" r="r" b="b"/>
              <a:pathLst>
                <a:path w="4064000" h="2285343" extrusionOk="0">
                  <a:moveTo>
                    <a:pt x="0" y="0"/>
                  </a:moveTo>
                  <a:lnTo>
                    <a:pt x="0" y="2285343"/>
                  </a:lnTo>
                  <a:lnTo>
                    <a:pt x="4064000" y="2285343"/>
                  </a:lnTo>
                  <a:lnTo>
                    <a:pt x="4064000" y="0"/>
                  </a:lnTo>
                  <a:close/>
                  <a:moveTo>
                    <a:pt x="3082140" y="1095966"/>
                  </a:moveTo>
                  <a:cubicBezTo>
                    <a:pt x="3009920" y="1483535"/>
                    <a:pt x="2684604" y="1652423"/>
                    <a:pt x="2340247" y="1756870"/>
                  </a:cubicBezTo>
                  <a:cubicBezTo>
                    <a:pt x="2062726" y="1889038"/>
                    <a:pt x="1710754" y="2209274"/>
                    <a:pt x="1410451" y="1968719"/>
                  </a:cubicBezTo>
                  <a:cubicBezTo>
                    <a:pt x="1225437" y="1799240"/>
                    <a:pt x="1294637" y="1499038"/>
                    <a:pt x="1163131" y="1300130"/>
                  </a:cubicBezTo>
                  <a:cubicBezTo>
                    <a:pt x="1007925" y="1131044"/>
                    <a:pt x="934129" y="954405"/>
                    <a:pt x="1065241" y="739731"/>
                  </a:cubicBezTo>
                  <a:cubicBezTo>
                    <a:pt x="1141071" y="619191"/>
                    <a:pt x="1267193" y="537210"/>
                    <a:pt x="1400931" y="488403"/>
                  </a:cubicBezTo>
                  <a:cubicBezTo>
                    <a:pt x="1570582" y="433092"/>
                    <a:pt x="1749227" y="457725"/>
                    <a:pt x="1892025" y="340141"/>
                  </a:cubicBezTo>
                  <a:cubicBezTo>
                    <a:pt x="2028520" y="295144"/>
                    <a:pt x="2144860" y="404583"/>
                    <a:pt x="2263825" y="452602"/>
                  </a:cubicBezTo>
                  <a:cubicBezTo>
                    <a:pt x="2464399" y="532086"/>
                    <a:pt x="2709749" y="457791"/>
                    <a:pt x="2894895" y="568544"/>
                  </a:cubicBezTo>
                  <a:cubicBezTo>
                    <a:pt x="3071701" y="674370"/>
                    <a:pt x="3124422" y="904546"/>
                    <a:pt x="3082140" y="109596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" name="Google Shape;31;p4"/>
            <p:cNvSpPr/>
            <p:nvPr/>
          </p:nvSpPr>
          <p:spPr>
            <a:xfrm>
              <a:off x="-15" y="-12"/>
              <a:ext cx="9144000" cy="5142022"/>
            </a:xfrm>
            <a:custGeom>
              <a:avLst/>
              <a:gdLst/>
              <a:ahLst/>
              <a:cxnLst/>
              <a:rect l="l" t="t" r="r" b="b"/>
              <a:pathLst>
                <a:path w="4064000" h="2285343" extrusionOk="0">
                  <a:moveTo>
                    <a:pt x="0" y="0"/>
                  </a:moveTo>
                  <a:lnTo>
                    <a:pt x="0" y="2285343"/>
                  </a:lnTo>
                  <a:lnTo>
                    <a:pt x="4064000" y="2285343"/>
                  </a:lnTo>
                  <a:lnTo>
                    <a:pt x="4064000" y="0"/>
                  </a:lnTo>
                  <a:close/>
                  <a:moveTo>
                    <a:pt x="2928181" y="1644672"/>
                  </a:moveTo>
                  <a:cubicBezTo>
                    <a:pt x="2752031" y="1744652"/>
                    <a:pt x="2539574" y="1757330"/>
                    <a:pt x="2353575" y="1837405"/>
                  </a:cubicBezTo>
                  <a:cubicBezTo>
                    <a:pt x="2238351" y="1887067"/>
                    <a:pt x="2135800" y="1961427"/>
                    <a:pt x="2027667" y="2025015"/>
                  </a:cubicBezTo>
                  <a:cubicBezTo>
                    <a:pt x="1831098" y="2157840"/>
                    <a:pt x="1492781" y="2223332"/>
                    <a:pt x="1363048" y="1974828"/>
                  </a:cubicBezTo>
                  <a:cubicBezTo>
                    <a:pt x="1295031" y="1831362"/>
                    <a:pt x="1366725" y="1645657"/>
                    <a:pt x="1283213" y="1510665"/>
                  </a:cubicBezTo>
                  <a:cubicBezTo>
                    <a:pt x="1230296" y="1425269"/>
                    <a:pt x="1129385" y="1384410"/>
                    <a:pt x="1051782" y="1320165"/>
                  </a:cubicBezTo>
                  <a:cubicBezTo>
                    <a:pt x="821992" y="1139256"/>
                    <a:pt x="837289" y="755825"/>
                    <a:pt x="1081129" y="594097"/>
                  </a:cubicBezTo>
                  <a:cubicBezTo>
                    <a:pt x="1196287" y="513825"/>
                    <a:pt x="1340398" y="491227"/>
                    <a:pt x="1474530" y="449580"/>
                  </a:cubicBezTo>
                  <a:cubicBezTo>
                    <a:pt x="1963063" y="306639"/>
                    <a:pt x="1790195" y="86842"/>
                    <a:pt x="2168495" y="320828"/>
                  </a:cubicBezTo>
                  <a:cubicBezTo>
                    <a:pt x="2375700" y="414830"/>
                    <a:pt x="2611268" y="397422"/>
                    <a:pt x="2823988" y="466462"/>
                  </a:cubicBezTo>
                  <a:cubicBezTo>
                    <a:pt x="3336485" y="633839"/>
                    <a:pt x="3403715" y="1390190"/>
                    <a:pt x="2928181" y="1644672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" name="Google Shape;32;p4"/>
            <p:cNvSpPr/>
            <p:nvPr/>
          </p:nvSpPr>
          <p:spPr>
            <a:xfrm>
              <a:off x="-15" y="-12"/>
              <a:ext cx="9144000" cy="5142760"/>
            </a:xfrm>
            <a:custGeom>
              <a:avLst/>
              <a:gdLst/>
              <a:ahLst/>
              <a:cxnLst/>
              <a:rect l="l" t="t" r="r" b="b"/>
              <a:pathLst>
                <a:path w="4064000" h="2285671" extrusionOk="0">
                  <a:moveTo>
                    <a:pt x="0" y="0"/>
                  </a:moveTo>
                  <a:lnTo>
                    <a:pt x="0" y="2285343"/>
                  </a:lnTo>
                  <a:lnTo>
                    <a:pt x="1470656" y="2285343"/>
                  </a:lnTo>
                  <a:cubicBezTo>
                    <a:pt x="1204690" y="2184378"/>
                    <a:pt x="1192479" y="1951180"/>
                    <a:pt x="1261088" y="1710493"/>
                  </a:cubicBezTo>
                  <a:cubicBezTo>
                    <a:pt x="1271330" y="1635344"/>
                    <a:pt x="1261088" y="1550013"/>
                    <a:pt x="1204165" y="1499761"/>
                  </a:cubicBezTo>
                  <a:cubicBezTo>
                    <a:pt x="1167793" y="1467507"/>
                    <a:pt x="1118814" y="1455157"/>
                    <a:pt x="1073448" y="1437290"/>
                  </a:cubicBezTo>
                  <a:cubicBezTo>
                    <a:pt x="859283" y="1352550"/>
                    <a:pt x="718586" y="1111732"/>
                    <a:pt x="749903" y="883395"/>
                  </a:cubicBezTo>
                  <a:cubicBezTo>
                    <a:pt x="781220" y="655057"/>
                    <a:pt x="981532" y="461076"/>
                    <a:pt x="1210665" y="437165"/>
                  </a:cubicBezTo>
                  <a:cubicBezTo>
                    <a:pt x="1329893" y="424749"/>
                    <a:pt x="1459298" y="444982"/>
                    <a:pt x="1559946" y="379949"/>
                  </a:cubicBezTo>
                  <a:cubicBezTo>
                    <a:pt x="1685083" y="299019"/>
                    <a:pt x="1663286" y="117190"/>
                    <a:pt x="1869834" y="106680"/>
                  </a:cubicBezTo>
                  <a:cubicBezTo>
                    <a:pt x="2081175" y="95644"/>
                    <a:pt x="2338737" y="351308"/>
                    <a:pt x="2756167" y="384350"/>
                  </a:cubicBezTo>
                  <a:cubicBezTo>
                    <a:pt x="2901919" y="395911"/>
                    <a:pt x="3039793" y="478024"/>
                    <a:pt x="3144840" y="580302"/>
                  </a:cubicBezTo>
                  <a:cubicBezTo>
                    <a:pt x="3559644" y="1035335"/>
                    <a:pt x="3159810" y="1809684"/>
                    <a:pt x="2608839" y="1934166"/>
                  </a:cubicBezTo>
                  <a:cubicBezTo>
                    <a:pt x="2494863" y="1963070"/>
                    <a:pt x="2375175" y="1970887"/>
                    <a:pt x="2263629" y="2009052"/>
                  </a:cubicBezTo>
                  <a:cubicBezTo>
                    <a:pt x="2066009" y="2076122"/>
                    <a:pt x="1907323" y="2233448"/>
                    <a:pt x="1702678" y="2285672"/>
                  </a:cubicBezTo>
                  <a:lnTo>
                    <a:pt x="4064000" y="2285672"/>
                  </a:lnTo>
                  <a:lnTo>
                    <a:pt x="406400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" name="Google Shape;33;p4"/>
            <p:cNvSpPr/>
            <p:nvPr/>
          </p:nvSpPr>
          <p:spPr>
            <a:xfrm>
              <a:off x="-15" y="-12"/>
              <a:ext cx="9144000" cy="5142022"/>
            </a:xfrm>
            <a:custGeom>
              <a:avLst/>
              <a:gdLst/>
              <a:ahLst/>
              <a:cxnLst/>
              <a:rect l="l" t="t" r="r" b="b"/>
              <a:pathLst>
                <a:path w="4064000" h="2285343" extrusionOk="0">
                  <a:moveTo>
                    <a:pt x="0" y="0"/>
                  </a:moveTo>
                  <a:lnTo>
                    <a:pt x="0" y="2285343"/>
                  </a:lnTo>
                  <a:lnTo>
                    <a:pt x="1416163" y="2285343"/>
                  </a:lnTo>
                  <a:cubicBezTo>
                    <a:pt x="1016131" y="2089260"/>
                    <a:pt x="1245462" y="1851791"/>
                    <a:pt x="1134375" y="1571953"/>
                  </a:cubicBezTo>
                  <a:cubicBezTo>
                    <a:pt x="1082245" y="1479988"/>
                    <a:pt x="974900" y="1438932"/>
                    <a:pt x="887646" y="1379746"/>
                  </a:cubicBezTo>
                  <a:cubicBezTo>
                    <a:pt x="644725" y="1237790"/>
                    <a:pt x="576970" y="844243"/>
                    <a:pt x="798356" y="660378"/>
                  </a:cubicBezTo>
                  <a:cubicBezTo>
                    <a:pt x="1191231" y="477761"/>
                    <a:pt x="1102598" y="589959"/>
                    <a:pt x="1414653" y="229454"/>
                  </a:cubicBezTo>
                  <a:cubicBezTo>
                    <a:pt x="1579183" y="67398"/>
                    <a:pt x="1821709" y="34618"/>
                    <a:pt x="2050515" y="52814"/>
                  </a:cubicBezTo>
                  <a:cubicBezTo>
                    <a:pt x="2243013" y="68120"/>
                    <a:pt x="2368281" y="221046"/>
                    <a:pt x="2554608" y="260788"/>
                  </a:cubicBezTo>
                  <a:cubicBezTo>
                    <a:pt x="2689462" y="289560"/>
                    <a:pt x="2831538" y="284962"/>
                    <a:pt x="2960483" y="339287"/>
                  </a:cubicBezTo>
                  <a:cubicBezTo>
                    <a:pt x="3426629" y="523218"/>
                    <a:pt x="3494318" y="1497133"/>
                    <a:pt x="3143658" y="1800356"/>
                  </a:cubicBezTo>
                  <a:cubicBezTo>
                    <a:pt x="3081681" y="1850543"/>
                    <a:pt x="3007557" y="1882797"/>
                    <a:pt x="2934418" y="1914459"/>
                  </a:cubicBezTo>
                  <a:cubicBezTo>
                    <a:pt x="2621642" y="2045838"/>
                    <a:pt x="2314051" y="2199487"/>
                    <a:pt x="1985254" y="2285343"/>
                  </a:cubicBezTo>
                  <a:lnTo>
                    <a:pt x="4064000" y="2285343"/>
                  </a:lnTo>
                  <a:lnTo>
                    <a:pt x="406400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" name="Google Shape;34;p4"/>
            <p:cNvSpPr/>
            <p:nvPr/>
          </p:nvSpPr>
          <p:spPr>
            <a:xfrm>
              <a:off x="5408537" y="-12"/>
              <a:ext cx="3735448" cy="5142022"/>
            </a:xfrm>
            <a:custGeom>
              <a:avLst/>
              <a:gdLst/>
              <a:ahLst/>
              <a:cxnLst/>
              <a:rect l="l" t="t" r="r" b="b"/>
              <a:pathLst>
                <a:path w="1660199" h="2285343" extrusionOk="0">
                  <a:moveTo>
                    <a:pt x="12277" y="0"/>
                  </a:moveTo>
                  <a:cubicBezTo>
                    <a:pt x="549133" y="201339"/>
                    <a:pt x="949098" y="345528"/>
                    <a:pt x="1082901" y="960974"/>
                  </a:cubicBezTo>
                  <a:cubicBezTo>
                    <a:pt x="1153480" y="1137745"/>
                    <a:pt x="1237780" y="1246921"/>
                    <a:pt x="1196090" y="1454435"/>
                  </a:cubicBezTo>
                  <a:cubicBezTo>
                    <a:pt x="1161162" y="1696304"/>
                    <a:pt x="946604" y="1836289"/>
                    <a:pt x="738676" y="1927860"/>
                  </a:cubicBezTo>
                  <a:lnTo>
                    <a:pt x="0" y="2285343"/>
                  </a:lnTo>
                  <a:lnTo>
                    <a:pt x="1660200" y="2285343"/>
                  </a:lnTo>
                  <a:lnTo>
                    <a:pt x="166020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" name="Google Shape;35;p4"/>
            <p:cNvSpPr/>
            <p:nvPr/>
          </p:nvSpPr>
          <p:spPr>
            <a:xfrm>
              <a:off x="6171372" y="-12"/>
              <a:ext cx="2972610" cy="5142317"/>
            </a:xfrm>
            <a:custGeom>
              <a:avLst/>
              <a:gdLst/>
              <a:ahLst/>
              <a:cxnLst/>
              <a:rect l="l" t="t" r="r" b="b"/>
              <a:pathLst>
                <a:path w="1321160" h="2285474" extrusionOk="0">
                  <a:moveTo>
                    <a:pt x="1321161" y="0"/>
                  </a:moveTo>
                  <a:lnTo>
                    <a:pt x="0" y="0"/>
                  </a:lnTo>
                  <a:cubicBezTo>
                    <a:pt x="438374" y="300136"/>
                    <a:pt x="961113" y="748862"/>
                    <a:pt x="991970" y="1313268"/>
                  </a:cubicBezTo>
                  <a:cubicBezTo>
                    <a:pt x="960391" y="1723828"/>
                    <a:pt x="665340" y="2083873"/>
                    <a:pt x="318226" y="2285475"/>
                  </a:cubicBezTo>
                  <a:lnTo>
                    <a:pt x="1321161" y="2285475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" name="Google Shape;36;p4"/>
            <p:cNvSpPr/>
            <p:nvPr/>
          </p:nvSpPr>
          <p:spPr>
            <a:xfrm>
              <a:off x="-15" y="-12"/>
              <a:ext cx="3691132" cy="5142022"/>
            </a:xfrm>
            <a:custGeom>
              <a:avLst/>
              <a:gdLst/>
              <a:ahLst/>
              <a:cxnLst/>
              <a:rect l="l" t="t" r="r" b="b"/>
              <a:pathLst>
                <a:path w="1640503" h="2285343" extrusionOk="0">
                  <a:moveTo>
                    <a:pt x="962295" y="2241265"/>
                  </a:moveTo>
                  <a:cubicBezTo>
                    <a:pt x="959603" y="1786562"/>
                    <a:pt x="1193923" y="1717653"/>
                    <a:pt x="698693" y="1419356"/>
                  </a:cubicBezTo>
                  <a:cubicBezTo>
                    <a:pt x="447303" y="1226032"/>
                    <a:pt x="409814" y="829857"/>
                    <a:pt x="619908" y="592652"/>
                  </a:cubicBezTo>
                  <a:cubicBezTo>
                    <a:pt x="713925" y="482688"/>
                    <a:pt x="844971" y="412334"/>
                    <a:pt x="972734" y="344608"/>
                  </a:cubicBezTo>
                  <a:cubicBezTo>
                    <a:pt x="1195499" y="230505"/>
                    <a:pt x="1411830" y="101556"/>
                    <a:pt x="1640504" y="0"/>
                  </a:cubicBezTo>
                  <a:lnTo>
                    <a:pt x="0" y="0"/>
                  </a:lnTo>
                  <a:lnTo>
                    <a:pt x="0" y="2285343"/>
                  </a:lnTo>
                  <a:lnTo>
                    <a:pt x="973587" y="2285343"/>
                  </a:lnTo>
                  <a:cubicBezTo>
                    <a:pt x="968722" y="2270957"/>
                    <a:pt x="964947" y="2256223"/>
                    <a:pt x="962295" y="2241265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" name="Google Shape;37;p4"/>
            <p:cNvSpPr/>
            <p:nvPr/>
          </p:nvSpPr>
          <p:spPr>
            <a:xfrm>
              <a:off x="-15" y="-12"/>
              <a:ext cx="2881318" cy="5142022"/>
            </a:xfrm>
            <a:custGeom>
              <a:avLst/>
              <a:gdLst/>
              <a:ahLst/>
              <a:cxnLst/>
              <a:rect l="l" t="t" r="r" b="b"/>
              <a:pathLst>
                <a:path w="1280586" h="2285343" extrusionOk="0">
                  <a:moveTo>
                    <a:pt x="814113" y="2168153"/>
                  </a:moveTo>
                  <a:cubicBezTo>
                    <a:pt x="750954" y="1388022"/>
                    <a:pt x="-112400" y="736578"/>
                    <a:pt x="1008121" y="209813"/>
                  </a:cubicBezTo>
                  <a:cubicBezTo>
                    <a:pt x="1135294" y="165669"/>
                    <a:pt x="1259183" y="161202"/>
                    <a:pt x="1280587" y="0"/>
                  </a:cubicBezTo>
                  <a:lnTo>
                    <a:pt x="0" y="0"/>
                  </a:lnTo>
                  <a:lnTo>
                    <a:pt x="0" y="2285343"/>
                  </a:lnTo>
                  <a:lnTo>
                    <a:pt x="838274" y="2285343"/>
                  </a:lnTo>
                  <a:cubicBezTo>
                    <a:pt x="821880" y="2248478"/>
                    <a:pt x="813640" y="2208499"/>
                    <a:pt x="814113" y="216815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8" name="Google Shape;38;p4"/>
          <p:cNvSpPr txBox="1">
            <a:spLocks noGrp="1"/>
          </p:cNvSpPr>
          <p:nvPr>
            <p:ph type="body" idx="1"/>
          </p:nvPr>
        </p:nvSpPr>
        <p:spPr>
          <a:xfrm>
            <a:off x="3590800" y="2882400"/>
            <a:ext cx="5010800" cy="1093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marL="609585" lvl="0" indent="-474121" algn="ctr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000"/>
              <a:buChar char="●"/>
              <a:defRPr sz="2667">
                <a:solidFill>
                  <a:schemeClr val="lt1"/>
                </a:solidFill>
              </a:defRPr>
            </a:lvl1pPr>
            <a:lvl2pPr marL="1219170" lvl="1" indent="-47412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○"/>
              <a:defRPr sz="2667">
                <a:solidFill>
                  <a:schemeClr val="lt1"/>
                </a:solidFill>
              </a:defRPr>
            </a:lvl2pPr>
            <a:lvl3pPr marL="1828754" lvl="2" indent="-47412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■"/>
              <a:defRPr sz="2667">
                <a:solidFill>
                  <a:schemeClr val="lt1"/>
                </a:solidFill>
              </a:defRPr>
            </a:lvl3pPr>
            <a:lvl4pPr marL="2438339" lvl="3" indent="-47412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●"/>
              <a:defRPr sz="2667">
                <a:solidFill>
                  <a:schemeClr val="lt1"/>
                </a:solidFill>
              </a:defRPr>
            </a:lvl4pPr>
            <a:lvl5pPr marL="3047924" lvl="4" indent="-47412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○"/>
              <a:defRPr sz="2667">
                <a:solidFill>
                  <a:schemeClr val="lt1"/>
                </a:solidFill>
              </a:defRPr>
            </a:lvl5pPr>
            <a:lvl6pPr marL="3657509" lvl="5" indent="-47412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■"/>
              <a:defRPr sz="2667">
                <a:solidFill>
                  <a:schemeClr val="lt1"/>
                </a:solidFill>
              </a:defRPr>
            </a:lvl6pPr>
            <a:lvl7pPr marL="4267093" lvl="6" indent="-47412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●"/>
              <a:defRPr sz="2667">
                <a:solidFill>
                  <a:schemeClr val="lt1"/>
                </a:solidFill>
              </a:defRPr>
            </a:lvl7pPr>
            <a:lvl8pPr marL="4876678" lvl="7" indent="-47412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○"/>
              <a:defRPr sz="2667">
                <a:solidFill>
                  <a:schemeClr val="lt1"/>
                </a:solidFill>
              </a:defRPr>
            </a:lvl8pPr>
            <a:lvl9pPr marL="5486263" lvl="8" indent="-47412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■"/>
              <a:defRPr sz="2667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9" name="Google Shape;39;p4"/>
          <p:cNvSpPr txBox="1"/>
          <p:nvPr/>
        </p:nvSpPr>
        <p:spPr>
          <a:xfrm>
            <a:off x="4791200" y="940225"/>
            <a:ext cx="2609600" cy="871600"/>
          </a:xfrm>
          <a:prstGeom prst="rect">
            <a:avLst/>
          </a:prstGeom>
          <a:noFill/>
          <a:ln>
            <a:noFill/>
          </a:ln>
          <a:effectLst>
            <a:outerShdw blurRad="142875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0" tIns="0" rIns="0" bIns="0" anchor="t" anchorCtr="0">
            <a:noAutofit/>
          </a:bodyPr>
          <a:lstStyle/>
          <a:p>
            <a:pPr algn="ctr">
              <a:buClr>
                <a:srgbClr val="000000"/>
              </a:buClr>
              <a:buFont typeface="Arial"/>
              <a:buNone/>
            </a:pPr>
            <a:r>
              <a:rPr lang="en" sz="12800" kern="0">
                <a:solidFill>
                  <a:srgbClr val="F97830"/>
                </a:solidFill>
                <a:latin typeface="Kulim Park"/>
                <a:ea typeface="Kulim Park"/>
                <a:cs typeface="Kulim Park"/>
                <a:sym typeface="Kulim Park"/>
              </a:rPr>
              <a:t>“</a:t>
            </a:r>
            <a:endParaRPr sz="12800" kern="0">
              <a:solidFill>
                <a:srgbClr val="F97830"/>
              </a:solidFill>
              <a:latin typeface="Kulim Park"/>
              <a:ea typeface="Kulim Park"/>
              <a:cs typeface="Kulim Park"/>
              <a:sym typeface="Kulim Park"/>
            </a:endParaRPr>
          </a:p>
        </p:txBody>
      </p:sp>
      <p:sp>
        <p:nvSpPr>
          <p:cNvPr id="40" name="Google Shape;40;p4"/>
          <p:cNvSpPr txBox="1">
            <a:spLocks noGrp="1"/>
          </p:cNvSpPr>
          <p:nvPr>
            <p:ph type="sldNum" idx="12"/>
          </p:nvPr>
        </p:nvSpPr>
        <p:spPr>
          <a:xfrm>
            <a:off x="11307445" y="6333135"/>
            <a:ext cx="731600" cy="524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n">
                <a:solidFill>
                  <a:srgbClr val="CE0063"/>
                </a:solidFill>
              </a:rPr>
              <a:pPr/>
              <a:t>‹#›</a:t>
            </a:fld>
            <a:endParaRPr>
              <a:solidFill>
                <a:srgbClr val="CE006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31164071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" type="tx">
  <p:cSld name="Title + 1 column">
    <p:bg>
      <p:bgPr>
        <a:gradFill>
          <a:gsLst>
            <a:gs pos="0">
              <a:schemeClr val="accent1"/>
            </a:gs>
            <a:gs pos="50000">
              <a:schemeClr val="dk2"/>
            </a:gs>
            <a:gs pos="100000">
              <a:schemeClr val="dk2"/>
            </a:gs>
          </a:gsLst>
          <a:path path="circle">
            <a:fillToRect l="100000" b="100000"/>
          </a:path>
          <a:tileRect t="-100000" r="-100000"/>
        </a:gradFill>
        <a:effectLst/>
      </p:bgPr>
    </p:bg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5"/>
          <p:cNvGrpSpPr/>
          <p:nvPr/>
        </p:nvGrpSpPr>
        <p:grpSpPr>
          <a:xfrm>
            <a:off x="-2" y="-1772"/>
            <a:ext cx="12193179" cy="6862927"/>
            <a:chOff x="-1" y="-1329"/>
            <a:chExt cx="9144884" cy="5147195"/>
          </a:xfrm>
        </p:grpSpPr>
        <p:sp>
          <p:nvSpPr>
            <p:cNvPr id="43" name="Google Shape;43;p5"/>
            <p:cNvSpPr/>
            <p:nvPr/>
          </p:nvSpPr>
          <p:spPr>
            <a:xfrm>
              <a:off x="-1" y="-886"/>
              <a:ext cx="9144884" cy="5146749"/>
            </a:xfrm>
            <a:custGeom>
              <a:avLst/>
              <a:gdLst/>
              <a:ahLst/>
              <a:cxnLst/>
              <a:rect l="l" t="t" r="r" b="b"/>
              <a:pathLst>
                <a:path w="4064393" h="2287444" extrusionOk="0">
                  <a:moveTo>
                    <a:pt x="3788843" y="883066"/>
                  </a:moveTo>
                  <a:cubicBezTo>
                    <a:pt x="3664100" y="932662"/>
                    <a:pt x="3567457" y="1052874"/>
                    <a:pt x="3428795" y="1065618"/>
                  </a:cubicBezTo>
                  <a:cubicBezTo>
                    <a:pt x="3361105" y="1071530"/>
                    <a:pt x="3286456" y="1042298"/>
                    <a:pt x="3256912" y="981141"/>
                  </a:cubicBezTo>
                  <a:cubicBezTo>
                    <a:pt x="3196576" y="857381"/>
                    <a:pt x="3353424" y="685537"/>
                    <a:pt x="3244831" y="575639"/>
                  </a:cubicBezTo>
                  <a:cubicBezTo>
                    <a:pt x="3212792" y="545750"/>
                    <a:pt x="3166506" y="538589"/>
                    <a:pt x="3124553" y="525846"/>
                  </a:cubicBezTo>
                  <a:cubicBezTo>
                    <a:pt x="2907894" y="464426"/>
                    <a:pt x="2780787" y="210535"/>
                    <a:pt x="2861936" y="0"/>
                  </a:cubicBezTo>
                  <a:lnTo>
                    <a:pt x="0" y="0"/>
                  </a:lnTo>
                  <a:lnTo>
                    <a:pt x="0" y="2287445"/>
                  </a:lnTo>
                  <a:lnTo>
                    <a:pt x="4064394" y="2287445"/>
                  </a:lnTo>
                  <a:lnTo>
                    <a:pt x="4064394" y="886022"/>
                  </a:lnTo>
                  <a:cubicBezTo>
                    <a:pt x="3976365" y="849505"/>
                    <a:pt x="3877634" y="848441"/>
                    <a:pt x="3788843" y="88306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" name="Google Shape;44;p5"/>
            <p:cNvSpPr/>
            <p:nvPr/>
          </p:nvSpPr>
          <p:spPr>
            <a:xfrm>
              <a:off x="-1" y="-1181"/>
              <a:ext cx="9144884" cy="5147046"/>
            </a:xfrm>
            <a:custGeom>
              <a:avLst/>
              <a:gdLst/>
              <a:ahLst/>
              <a:cxnLst/>
              <a:rect l="l" t="t" r="r" b="b"/>
              <a:pathLst>
                <a:path w="4064393" h="2287576" extrusionOk="0">
                  <a:moveTo>
                    <a:pt x="3901965" y="939494"/>
                  </a:moveTo>
                  <a:cubicBezTo>
                    <a:pt x="3499701" y="855017"/>
                    <a:pt x="3568310" y="1206588"/>
                    <a:pt x="3260260" y="1099645"/>
                  </a:cubicBezTo>
                  <a:cubicBezTo>
                    <a:pt x="3067828" y="996184"/>
                    <a:pt x="3151603" y="860929"/>
                    <a:pt x="3127442" y="700317"/>
                  </a:cubicBezTo>
                  <a:cubicBezTo>
                    <a:pt x="3105645" y="624183"/>
                    <a:pt x="3033622" y="575901"/>
                    <a:pt x="2981098" y="516715"/>
                  </a:cubicBezTo>
                  <a:cubicBezTo>
                    <a:pt x="2857471" y="377387"/>
                    <a:pt x="2848871" y="151612"/>
                    <a:pt x="2954837" y="0"/>
                  </a:cubicBezTo>
                  <a:lnTo>
                    <a:pt x="0" y="0"/>
                  </a:lnTo>
                  <a:lnTo>
                    <a:pt x="0" y="2287576"/>
                  </a:lnTo>
                  <a:lnTo>
                    <a:pt x="4064394" y="2287576"/>
                  </a:lnTo>
                  <a:lnTo>
                    <a:pt x="4064394" y="955128"/>
                  </a:lnTo>
                  <a:cubicBezTo>
                    <a:pt x="4010557" y="955588"/>
                    <a:pt x="3955277" y="947245"/>
                    <a:pt x="3901965" y="93949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" name="Google Shape;45;p5"/>
            <p:cNvSpPr/>
            <p:nvPr/>
          </p:nvSpPr>
          <p:spPr>
            <a:xfrm>
              <a:off x="-1" y="-1329"/>
              <a:ext cx="9144884" cy="5147195"/>
            </a:xfrm>
            <a:custGeom>
              <a:avLst/>
              <a:gdLst/>
              <a:ahLst/>
              <a:cxnLst/>
              <a:rect l="l" t="t" r="r" b="b"/>
              <a:pathLst>
                <a:path w="4064393" h="2287642" extrusionOk="0">
                  <a:moveTo>
                    <a:pt x="3897961" y="979695"/>
                  </a:moveTo>
                  <a:cubicBezTo>
                    <a:pt x="3674736" y="964390"/>
                    <a:pt x="3602516" y="1073895"/>
                    <a:pt x="3472718" y="1222747"/>
                  </a:cubicBezTo>
                  <a:cubicBezTo>
                    <a:pt x="3361105" y="1334420"/>
                    <a:pt x="3140244" y="1318720"/>
                    <a:pt x="3084963" y="1158306"/>
                  </a:cubicBezTo>
                  <a:cubicBezTo>
                    <a:pt x="3045899" y="1043086"/>
                    <a:pt x="3123962" y="918013"/>
                    <a:pt x="3106498" y="797538"/>
                  </a:cubicBezTo>
                  <a:cubicBezTo>
                    <a:pt x="3020688" y="502395"/>
                    <a:pt x="2709290" y="454573"/>
                    <a:pt x="2826877" y="0"/>
                  </a:cubicBezTo>
                  <a:lnTo>
                    <a:pt x="0" y="0"/>
                  </a:lnTo>
                  <a:lnTo>
                    <a:pt x="0" y="2287642"/>
                  </a:lnTo>
                  <a:lnTo>
                    <a:pt x="4064394" y="2287642"/>
                  </a:lnTo>
                  <a:lnTo>
                    <a:pt x="4064394" y="1009650"/>
                  </a:lnTo>
                  <a:cubicBezTo>
                    <a:pt x="4010098" y="993931"/>
                    <a:pt x="3954324" y="983893"/>
                    <a:pt x="3897961" y="979695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" name="Google Shape;46;p5"/>
            <p:cNvSpPr/>
            <p:nvPr/>
          </p:nvSpPr>
          <p:spPr>
            <a:xfrm>
              <a:off x="-1" y="-1329"/>
              <a:ext cx="9144884" cy="5147195"/>
            </a:xfrm>
            <a:custGeom>
              <a:avLst/>
              <a:gdLst/>
              <a:ahLst/>
              <a:cxnLst/>
              <a:rect l="l" t="t" r="r" b="b"/>
              <a:pathLst>
                <a:path w="4064393" h="2287642" extrusionOk="0">
                  <a:moveTo>
                    <a:pt x="3886668" y="1168356"/>
                  </a:moveTo>
                  <a:cubicBezTo>
                    <a:pt x="3523534" y="864476"/>
                    <a:pt x="3578093" y="1536875"/>
                    <a:pt x="3166834" y="1369892"/>
                  </a:cubicBezTo>
                  <a:cubicBezTo>
                    <a:pt x="2968952" y="1280029"/>
                    <a:pt x="2931661" y="1012343"/>
                    <a:pt x="3042091" y="838988"/>
                  </a:cubicBezTo>
                  <a:cubicBezTo>
                    <a:pt x="3075772" y="781641"/>
                    <a:pt x="3123043" y="717265"/>
                    <a:pt x="3097963" y="655648"/>
                  </a:cubicBezTo>
                  <a:cubicBezTo>
                    <a:pt x="3074787" y="598695"/>
                    <a:pt x="3004406" y="582076"/>
                    <a:pt x="2945711" y="563683"/>
                  </a:cubicBezTo>
                  <a:cubicBezTo>
                    <a:pt x="2704694" y="489125"/>
                    <a:pt x="2524210" y="251788"/>
                    <a:pt x="2514231" y="0"/>
                  </a:cubicBezTo>
                  <a:lnTo>
                    <a:pt x="0" y="0"/>
                  </a:lnTo>
                  <a:lnTo>
                    <a:pt x="0" y="2287642"/>
                  </a:lnTo>
                  <a:lnTo>
                    <a:pt x="4064394" y="2287642"/>
                  </a:lnTo>
                  <a:lnTo>
                    <a:pt x="4064394" y="1364506"/>
                  </a:lnTo>
                  <a:cubicBezTo>
                    <a:pt x="3994275" y="1309983"/>
                    <a:pt x="3950221" y="1229776"/>
                    <a:pt x="3886668" y="1168356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" name="Google Shape;47;p5"/>
            <p:cNvSpPr/>
            <p:nvPr/>
          </p:nvSpPr>
          <p:spPr>
            <a:xfrm>
              <a:off x="-1" y="-886"/>
              <a:ext cx="9144884" cy="5146749"/>
            </a:xfrm>
            <a:custGeom>
              <a:avLst/>
              <a:gdLst/>
              <a:ahLst/>
              <a:cxnLst/>
              <a:rect l="l" t="t" r="r" b="b"/>
              <a:pathLst>
                <a:path w="4064393" h="2287444" extrusionOk="0">
                  <a:moveTo>
                    <a:pt x="3860275" y="1412328"/>
                  </a:moveTo>
                  <a:cubicBezTo>
                    <a:pt x="3499570" y="1212171"/>
                    <a:pt x="3370166" y="1548765"/>
                    <a:pt x="3020622" y="1515723"/>
                  </a:cubicBezTo>
                  <a:cubicBezTo>
                    <a:pt x="2790832" y="1511322"/>
                    <a:pt x="2587895" y="1238973"/>
                    <a:pt x="2748288" y="1041181"/>
                  </a:cubicBezTo>
                  <a:cubicBezTo>
                    <a:pt x="2792933" y="989023"/>
                    <a:pt x="2861476" y="955785"/>
                    <a:pt x="2888657" y="892657"/>
                  </a:cubicBezTo>
                  <a:cubicBezTo>
                    <a:pt x="2920500" y="819019"/>
                    <a:pt x="2882092" y="731848"/>
                    <a:pt x="2824776" y="675552"/>
                  </a:cubicBezTo>
                  <a:cubicBezTo>
                    <a:pt x="2569577" y="494315"/>
                    <a:pt x="2383447" y="351243"/>
                    <a:pt x="2435314" y="0"/>
                  </a:cubicBezTo>
                  <a:lnTo>
                    <a:pt x="0" y="0"/>
                  </a:lnTo>
                  <a:lnTo>
                    <a:pt x="0" y="2287445"/>
                  </a:lnTo>
                  <a:lnTo>
                    <a:pt x="4064394" y="2287445"/>
                  </a:lnTo>
                  <a:lnTo>
                    <a:pt x="4064394" y="1502125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" name="Google Shape;48;p5"/>
            <p:cNvSpPr/>
            <p:nvPr/>
          </p:nvSpPr>
          <p:spPr>
            <a:xfrm>
              <a:off x="-1" y="-1032"/>
              <a:ext cx="9144884" cy="5146898"/>
            </a:xfrm>
            <a:custGeom>
              <a:avLst/>
              <a:gdLst/>
              <a:ahLst/>
              <a:cxnLst/>
              <a:rect l="l" t="t" r="r" b="b"/>
              <a:pathLst>
                <a:path w="4064393" h="2287510" extrusionOk="0">
                  <a:moveTo>
                    <a:pt x="3767571" y="1773029"/>
                  </a:moveTo>
                  <a:cubicBezTo>
                    <a:pt x="3678150" y="1745177"/>
                    <a:pt x="3601400" y="1686056"/>
                    <a:pt x="3513358" y="1654131"/>
                  </a:cubicBezTo>
                  <a:cubicBezTo>
                    <a:pt x="3253038" y="1560523"/>
                    <a:pt x="2846245" y="1725207"/>
                    <a:pt x="2683422" y="1432757"/>
                  </a:cubicBezTo>
                  <a:cubicBezTo>
                    <a:pt x="2593082" y="1250074"/>
                    <a:pt x="2741526" y="1029094"/>
                    <a:pt x="2694714" y="830711"/>
                  </a:cubicBezTo>
                  <a:cubicBezTo>
                    <a:pt x="2667271" y="714506"/>
                    <a:pt x="2577653" y="625234"/>
                    <a:pt x="2512064" y="525517"/>
                  </a:cubicBezTo>
                  <a:cubicBezTo>
                    <a:pt x="2410779" y="370063"/>
                    <a:pt x="2365609" y="184654"/>
                    <a:pt x="2384038" y="0"/>
                  </a:cubicBezTo>
                  <a:lnTo>
                    <a:pt x="0" y="0"/>
                  </a:lnTo>
                  <a:lnTo>
                    <a:pt x="0" y="2287511"/>
                  </a:lnTo>
                  <a:lnTo>
                    <a:pt x="4064394" y="2287511"/>
                  </a:lnTo>
                  <a:lnTo>
                    <a:pt x="4064394" y="1767774"/>
                  </a:lnTo>
                  <a:cubicBezTo>
                    <a:pt x="3965256" y="1794116"/>
                    <a:pt x="3864674" y="1803247"/>
                    <a:pt x="3767571" y="177302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9" name="Google Shape;49;p5"/>
          <p:cNvSpPr txBox="1">
            <a:spLocks noGrp="1"/>
          </p:cNvSpPr>
          <p:nvPr>
            <p:ph type="title"/>
          </p:nvPr>
        </p:nvSpPr>
        <p:spPr>
          <a:xfrm>
            <a:off x="609600" y="792567"/>
            <a:ext cx="6953600" cy="9552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5"/>
          <p:cNvSpPr txBox="1">
            <a:spLocks noGrp="1"/>
          </p:cNvSpPr>
          <p:nvPr>
            <p:ph type="body" idx="1"/>
          </p:nvPr>
        </p:nvSpPr>
        <p:spPr>
          <a:xfrm>
            <a:off x="609600" y="2123467"/>
            <a:ext cx="6953600" cy="3926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491054" rtl="0">
              <a:spcBef>
                <a:spcPts val="800"/>
              </a:spcBef>
              <a:spcAft>
                <a:spcPts val="0"/>
              </a:spcAft>
              <a:buSzPts val="2200"/>
              <a:buChar char="●"/>
              <a:defRPr/>
            </a:lvl1pPr>
            <a:lvl2pPr marL="1219170" lvl="1" indent="-491054" rtl="0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marL="1828754" lvl="2" indent="-491054" rtl="0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3pPr>
            <a:lvl4pPr marL="2438339" lvl="3" indent="-491054" rtl="0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4pPr>
            <a:lvl5pPr marL="3047924" lvl="4" indent="-491054" rtl="0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5pPr>
            <a:lvl6pPr marL="3657509" lvl="5" indent="-491054" rtl="0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6pPr>
            <a:lvl7pPr marL="4267093" lvl="6" indent="-491054" rtl="0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7pPr>
            <a:lvl8pPr marL="4876678" lvl="7" indent="-491054" rtl="0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8pPr>
            <a:lvl9pPr marL="5486263" lvl="8" indent="-491054" rtl="0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9pPr>
          </a:lstStyle>
          <a:p>
            <a:endParaRPr/>
          </a:p>
        </p:txBody>
      </p:sp>
      <p:sp>
        <p:nvSpPr>
          <p:cNvPr id="51" name="Google Shape;51;p5"/>
          <p:cNvSpPr txBox="1">
            <a:spLocks noGrp="1"/>
          </p:cNvSpPr>
          <p:nvPr>
            <p:ph type="sldNum" idx="12"/>
          </p:nvPr>
        </p:nvSpPr>
        <p:spPr>
          <a:xfrm>
            <a:off x="11307445" y="6333135"/>
            <a:ext cx="731600" cy="524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n">
                <a:solidFill>
                  <a:srgbClr val="CE0063"/>
                </a:solidFill>
              </a:rPr>
              <a:pPr/>
              <a:t>‹#›</a:t>
            </a:fld>
            <a:endParaRPr>
              <a:solidFill>
                <a:srgbClr val="CE006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9041246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 + Image">
  <p:cSld name="Title + 1 column + Image">
    <p:bg>
      <p:bgPr>
        <a:gradFill>
          <a:gsLst>
            <a:gs pos="0">
              <a:schemeClr val="accent1"/>
            </a:gs>
            <a:gs pos="37000">
              <a:schemeClr val="dk2"/>
            </a:gs>
            <a:gs pos="100000">
              <a:schemeClr val="dk2"/>
            </a:gs>
          </a:gsLst>
          <a:lin ang="10800025" scaled="0"/>
        </a:gradFill>
        <a:effectLst/>
      </p:bgPr>
    </p:bg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" name="Google Shape;53;p6"/>
          <p:cNvGrpSpPr/>
          <p:nvPr/>
        </p:nvGrpSpPr>
        <p:grpSpPr>
          <a:xfrm>
            <a:off x="9" y="-49"/>
            <a:ext cx="8342020" cy="6856029"/>
            <a:chOff x="-8" y="-13"/>
            <a:chExt cx="7710766" cy="5142022"/>
          </a:xfrm>
        </p:grpSpPr>
        <p:sp>
          <p:nvSpPr>
            <p:cNvPr id="54" name="Google Shape;54;p6"/>
            <p:cNvSpPr/>
            <p:nvPr/>
          </p:nvSpPr>
          <p:spPr>
            <a:xfrm>
              <a:off x="-8" y="-13"/>
              <a:ext cx="7710766" cy="5142022"/>
            </a:xfrm>
            <a:custGeom>
              <a:avLst/>
              <a:gdLst/>
              <a:ahLst/>
              <a:cxnLst/>
              <a:rect l="l" t="t" r="r" b="b"/>
              <a:pathLst>
                <a:path w="3427007" h="2285343" extrusionOk="0">
                  <a:moveTo>
                    <a:pt x="3264200" y="1931013"/>
                  </a:moveTo>
                  <a:cubicBezTo>
                    <a:pt x="3059555" y="1738083"/>
                    <a:pt x="2707189" y="1625228"/>
                    <a:pt x="2663923" y="1311888"/>
                  </a:cubicBezTo>
                  <a:cubicBezTo>
                    <a:pt x="2646918" y="776320"/>
                    <a:pt x="3405816" y="668129"/>
                    <a:pt x="3258554" y="0"/>
                  </a:cubicBezTo>
                  <a:lnTo>
                    <a:pt x="0" y="0"/>
                  </a:lnTo>
                  <a:lnTo>
                    <a:pt x="0" y="2285343"/>
                  </a:lnTo>
                  <a:lnTo>
                    <a:pt x="3426103" y="2285343"/>
                  </a:lnTo>
                  <a:cubicBezTo>
                    <a:pt x="3436148" y="2153964"/>
                    <a:pt x="3361302" y="2023504"/>
                    <a:pt x="3264200" y="193101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285750" dist="9525" algn="bl" rotWithShape="0">
                <a:schemeClr val="dk1">
                  <a:alpha val="75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" name="Google Shape;55;p6"/>
            <p:cNvSpPr/>
            <p:nvPr/>
          </p:nvSpPr>
          <p:spPr>
            <a:xfrm>
              <a:off x="-8" y="-13"/>
              <a:ext cx="7536339" cy="5142022"/>
            </a:xfrm>
            <a:custGeom>
              <a:avLst/>
              <a:gdLst/>
              <a:ahLst/>
              <a:cxnLst/>
              <a:rect l="l" t="t" r="r" b="b"/>
              <a:pathLst>
                <a:path w="3349484" h="2285343" extrusionOk="0">
                  <a:moveTo>
                    <a:pt x="3135123" y="1986849"/>
                  </a:moveTo>
                  <a:cubicBezTo>
                    <a:pt x="3002568" y="1888315"/>
                    <a:pt x="2836659" y="1848901"/>
                    <a:pt x="2687952" y="1777628"/>
                  </a:cubicBezTo>
                  <a:cubicBezTo>
                    <a:pt x="2379377" y="1643884"/>
                    <a:pt x="2269472" y="1317800"/>
                    <a:pt x="2551129" y="1092748"/>
                  </a:cubicBezTo>
                  <a:cubicBezTo>
                    <a:pt x="2647246" y="1012409"/>
                    <a:pt x="2763520" y="961040"/>
                    <a:pt x="2873688" y="901459"/>
                  </a:cubicBezTo>
                  <a:cubicBezTo>
                    <a:pt x="3268796" y="717528"/>
                    <a:pt x="3285865" y="371278"/>
                    <a:pt x="3154688" y="0"/>
                  </a:cubicBezTo>
                  <a:lnTo>
                    <a:pt x="0" y="0"/>
                  </a:lnTo>
                  <a:lnTo>
                    <a:pt x="0" y="2285343"/>
                  </a:lnTo>
                  <a:lnTo>
                    <a:pt x="3349485" y="2285343"/>
                  </a:lnTo>
                  <a:cubicBezTo>
                    <a:pt x="3310420" y="2166169"/>
                    <a:pt x="3235575" y="2061939"/>
                    <a:pt x="3135123" y="1986849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" name="Google Shape;56;p6"/>
            <p:cNvSpPr/>
            <p:nvPr/>
          </p:nvSpPr>
          <p:spPr>
            <a:xfrm>
              <a:off x="-8" y="-13"/>
              <a:ext cx="6852517" cy="5142022"/>
            </a:xfrm>
            <a:custGeom>
              <a:avLst/>
              <a:gdLst/>
              <a:ahLst/>
              <a:cxnLst/>
              <a:rect l="l" t="t" r="r" b="b"/>
              <a:pathLst>
                <a:path w="3045563" h="2285343" extrusionOk="0">
                  <a:moveTo>
                    <a:pt x="2807574" y="2063115"/>
                  </a:moveTo>
                  <a:cubicBezTo>
                    <a:pt x="2956478" y="1994404"/>
                    <a:pt x="2840008" y="1887198"/>
                    <a:pt x="2727411" y="1875177"/>
                  </a:cubicBezTo>
                  <a:cubicBezTo>
                    <a:pt x="2250301" y="1750695"/>
                    <a:pt x="2181824" y="1070150"/>
                    <a:pt x="2624661" y="853112"/>
                  </a:cubicBezTo>
                  <a:cubicBezTo>
                    <a:pt x="2701215" y="814552"/>
                    <a:pt x="2785909" y="794451"/>
                    <a:pt x="2863446" y="757796"/>
                  </a:cubicBezTo>
                  <a:cubicBezTo>
                    <a:pt x="3297881" y="540560"/>
                    <a:pt x="2793262" y="253036"/>
                    <a:pt x="2983397" y="0"/>
                  </a:cubicBezTo>
                  <a:lnTo>
                    <a:pt x="0" y="0"/>
                  </a:lnTo>
                  <a:lnTo>
                    <a:pt x="0" y="2285343"/>
                  </a:lnTo>
                  <a:lnTo>
                    <a:pt x="2681190" y="2285343"/>
                  </a:lnTo>
                  <a:cubicBezTo>
                    <a:pt x="2683685" y="2196596"/>
                    <a:pt x="2730299" y="2108047"/>
                    <a:pt x="2807574" y="2063115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" name="Google Shape;57;p6"/>
            <p:cNvSpPr/>
            <p:nvPr/>
          </p:nvSpPr>
          <p:spPr>
            <a:xfrm>
              <a:off x="-8" y="-13"/>
              <a:ext cx="6478551" cy="5142022"/>
            </a:xfrm>
            <a:custGeom>
              <a:avLst/>
              <a:gdLst/>
              <a:ahLst/>
              <a:cxnLst/>
              <a:rect l="l" t="t" r="r" b="b"/>
              <a:pathLst>
                <a:path w="2879356" h="2285343" extrusionOk="0">
                  <a:moveTo>
                    <a:pt x="2483636" y="1975748"/>
                  </a:moveTo>
                  <a:cubicBezTo>
                    <a:pt x="2425729" y="1949472"/>
                    <a:pt x="2357974" y="1946319"/>
                    <a:pt x="2304203" y="1912292"/>
                  </a:cubicBezTo>
                  <a:cubicBezTo>
                    <a:pt x="2200338" y="1846602"/>
                    <a:pt x="2149981" y="1693020"/>
                    <a:pt x="2194297" y="1578391"/>
                  </a:cubicBezTo>
                  <a:cubicBezTo>
                    <a:pt x="2362898" y="1262161"/>
                    <a:pt x="2082226" y="851863"/>
                    <a:pt x="2213994" y="698938"/>
                  </a:cubicBezTo>
                  <a:cubicBezTo>
                    <a:pt x="2289890" y="640671"/>
                    <a:pt x="2476086" y="701106"/>
                    <a:pt x="2569840" y="720484"/>
                  </a:cubicBezTo>
                  <a:cubicBezTo>
                    <a:pt x="3121795" y="827427"/>
                    <a:pt x="2785252" y="260657"/>
                    <a:pt x="2696422" y="0"/>
                  </a:cubicBezTo>
                  <a:lnTo>
                    <a:pt x="0" y="0"/>
                  </a:lnTo>
                  <a:lnTo>
                    <a:pt x="0" y="2285343"/>
                  </a:lnTo>
                  <a:lnTo>
                    <a:pt x="2605819" y="2285343"/>
                  </a:lnTo>
                  <a:cubicBezTo>
                    <a:pt x="2646787" y="2172291"/>
                    <a:pt x="2595314" y="2026460"/>
                    <a:pt x="2483636" y="197574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" name="Google Shape;58;p6"/>
            <p:cNvSpPr/>
            <p:nvPr/>
          </p:nvSpPr>
          <p:spPr>
            <a:xfrm>
              <a:off x="-8" y="-13"/>
              <a:ext cx="6272190" cy="5142022"/>
            </a:xfrm>
            <a:custGeom>
              <a:avLst/>
              <a:gdLst/>
              <a:ahLst/>
              <a:cxnLst/>
              <a:rect l="l" t="t" r="r" b="b"/>
              <a:pathLst>
                <a:path w="2787640" h="2285343" extrusionOk="0">
                  <a:moveTo>
                    <a:pt x="2551129" y="2165460"/>
                  </a:moveTo>
                  <a:cubicBezTo>
                    <a:pt x="2474839" y="1961822"/>
                    <a:pt x="2182086" y="2092478"/>
                    <a:pt x="2041192" y="1984090"/>
                  </a:cubicBezTo>
                  <a:cubicBezTo>
                    <a:pt x="1755530" y="1606309"/>
                    <a:pt x="2254765" y="1476178"/>
                    <a:pt x="2067125" y="765219"/>
                  </a:cubicBezTo>
                  <a:cubicBezTo>
                    <a:pt x="2053010" y="702617"/>
                    <a:pt x="2051631" y="620702"/>
                    <a:pt x="2107765" y="589762"/>
                  </a:cubicBezTo>
                  <a:cubicBezTo>
                    <a:pt x="2139214" y="572223"/>
                    <a:pt x="2178081" y="579120"/>
                    <a:pt x="2213403" y="586543"/>
                  </a:cubicBezTo>
                  <a:cubicBezTo>
                    <a:pt x="2363423" y="609994"/>
                    <a:pt x="2512983" y="669378"/>
                    <a:pt x="2665433" y="663991"/>
                  </a:cubicBezTo>
                  <a:cubicBezTo>
                    <a:pt x="2829568" y="636467"/>
                    <a:pt x="2809872" y="484724"/>
                    <a:pt x="2714805" y="382445"/>
                  </a:cubicBezTo>
                  <a:cubicBezTo>
                    <a:pt x="2614157" y="255007"/>
                    <a:pt x="2513443" y="127523"/>
                    <a:pt x="2412795" y="0"/>
                  </a:cubicBezTo>
                  <a:lnTo>
                    <a:pt x="0" y="0"/>
                  </a:lnTo>
                  <a:lnTo>
                    <a:pt x="0" y="2285343"/>
                  </a:lnTo>
                  <a:lnTo>
                    <a:pt x="2536094" y="2285343"/>
                  </a:lnTo>
                  <a:cubicBezTo>
                    <a:pt x="2555134" y="2247966"/>
                    <a:pt x="2563012" y="2205202"/>
                    <a:pt x="2551129" y="216546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" name="Google Shape;59;p6"/>
            <p:cNvSpPr/>
            <p:nvPr/>
          </p:nvSpPr>
          <p:spPr>
            <a:xfrm>
              <a:off x="-8" y="-13"/>
              <a:ext cx="5978795" cy="5142022"/>
            </a:xfrm>
            <a:custGeom>
              <a:avLst/>
              <a:gdLst/>
              <a:ahLst/>
              <a:cxnLst/>
              <a:rect l="l" t="t" r="r" b="b"/>
              <a:pathLst>
                <a:path w="2657242" h="2285343" extrusionOk="0">
                  <a:moveTo>
                    <a:pt x="2007248" y="2113499"/>
                  </a:moveTo>
                  <a:cubicBezTo>
                    <a:pt x="1570122" y="1477098"/>
                    <a:pt x="2433082" y="1775854"/>
                    <a:pt x="2003441" y="835244"/>
                  </a:cubicBezTo>
                  <a:cubicBezTo>
                    <a:pt x="1977901" y="745052"/>
                    <a:pt x="1922620" y="648094"/>
                    <a:pt x="1965558" y="564800"/>
                  </a:cubicBezTo>
                  <a:cubicBezTo>
                    <a:pt x="2004426" y="489322"/>
                    <a:pt x="2106518" y="470798"/>
                    <a:pt x="2189570" y="488337"/>
                  </a:cubicBezTo>
                  <a:cubicBezTo>
                    <a:pt x="2272623" y="505876"/>
                    <a:pt x="2348716" y="549428"/>
                    <a:pt x="2432491" y="564274"/>
                  </a:cubicBezTo>
                  <a:cubicBezTo>
                    <a:pt x="2646524" y="602374"/>
                    <a:pt x="2740016" y="398211"/>
                    <a:pt x="2567739" y="263810"/>
                  </a:cubicBezTo>
                  <a:cubicBezTo>
                    <a:pt x="2468142" y="185967"/>
                    <a:pt x="2311687" y="141430"/>
                    <a:pt x="2287855" y="0"/>
                  </a:cubicBezTo>
                  <a:lnTo>
                    <a:pt x="0" y="0"/>
                  </a:lnTo>
                  <a:lnTo>
                    <a:pt x="0" y="2285343"/>
                  </a:lnTo>
                  <a:lnTo>
                    <a:pt x="2023268" y="2285343"/>
                  </a:lnTo>
                  <a:cubicBezTo>
                    <a:pt x="2055570" y="2233645"/>
                    <a:pt x="2039156" y="2165000"/>
                    <a:pt x="2007248" y="211349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0" name="Google Shape;60;p6"/>
          <p:cNvSpPr txBox="1">
            <a:spLocks noGrp="1"/>
          </p:cNvSpPr>
          <p:nvPr>
            <p:ph type="title"/>
          </p:nvPr>
        </p:nvSpPr>
        <p:spPr>
          <a:xfrm>
            <a:off x="609600" y="1402167"/>
            <a:ext cx="3696400" cy="9552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6"/>
          <p:cNvSpPr txBox="1">
            <a:spLocks noGrp="1"/>
          </p:cNvSpPr>
          <p:nvPr>
            <p:ph type="body" idx="1"/>
          </p:nvPr>
        </p:nvSpPr>
        <p:spPr>
          <a:xfrm>
            <a:off x="609600" y="2733067"/>
            <a:ext cx="3696400" cy="332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457189" rtl="0">
              <a:spcBef>
                <a:spcPts val="800"/>
              </a:spcBef>
              <a:spcAft>
                <a:spcPts val="0"/>
              </a:spcAft>
              <a:buSzPts val="1800"/>
              <a:buChar char="●"/>
              <a:defRPr sz="2400"/>
            </a:lvl1pPr>
            <a:lvl2pPr marL="1219170" lvl="1" indent="-457189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2400"/>
            </a:lvl2pPr>
            <a:lvl3pPr marL="1828754" lvl="2" indent="-457189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2400"/>
            </a:lvl3pPr>
            <a:lvl4pPr marL="2438339" lvl="3" indent="-457189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2400"/>
            </a:lvl4pPr>
            <a:lvl5pPr marL="3047924" lvl="4" indent="-457189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2400"/>
            </a:lvl5pPr>
            <a:lvl6pPr marL="3657509" lvl="5" indent="-457189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2400"/>
            </a:lvl6pPr>
            <a:lvl7pPr marL="4267093" lvl="6" indent="-457189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2400"/>
            </a:lvl7pPr>
            <a:lvl8pPr marL="4876678" lvl="7" indent="-457189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2400"/>
            </a:lvl8pPr>
            <a:lvl9pPr marL="5486263" lvl="8" indent="-457189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2400"/>
            </a:lvl9pPr>
          </a:lstStyle>
          <a:p>
            <a:endParaRPr/>
          </a:p>
        </p:txBody>
      </p:sp>
      <p:sp>
        <p:nvSpPr>
          <p:cNvPr id="62" name="Google Shape;62;p6"/>
          <p:cNvSpPr txBox="1">
            <a:spLocks noGrp="1"/>
          </p:cNvSpPr>
          <p:nvPr>
            <p:ph type="sldNum" idx="12"/>
          </p:nvPr>
        </p:nvSpPr>
        <p:spPr>
          <a:xfrm>
            <a:off x="11307445" y="6333135"/>
            <a:ext cx="731600" cy="524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fld id="{00000000-1234-1234-1234-123412341234}" type="slidenum">
              <a:rPr lang="en">
                <a:solidFill>
                  <a:srgbClr val="FFFFFF"/>
                </a:solidFill>
              </a:rPr>
              <a:pPr/>
              <a:t>‹#›</a:t>
            </a:fld>
            <a:endParaRPr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77498532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2 columns" type="twoColTx">
  <p:cSld name="Title + 2 columns">
    <p:bg>
      <p:bgPr>
        <a:gradFill>
          <a:gsLst>
            <a:gs pos="0">
              <a:schemeClr val="accent1"/>
            </a:gs>
            <a:gs pos="50000">
              <a:schemeClr val="dk2"/>
            </a:gs>
            <a:gs pos="100000">
              <a:schemeClr val="dk2"/>
            </a:gs>
          </a:gsLst>
          <a:path path="circle">
            <a:fillToRect l="100000" b="100000"/>
          </a:path>
          <a:tileRect t="-100000" r="-100000"/>
        </a:gradFill>
        <a:effectLst/>
      </p:bgPr>
    </p:bg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4" name="Google Shape;64;p7"/>
          <p:cNvGrpSpPr/>
          <p:nvPr/>
        </p:nvGrpSpPr>
        <p:grpSpPr>
          <a:xfrm>
            <a:off x="-7" y="-13"/>
            <a:ext cx="12193773" cy="6857017"/>
            <a:chOff x="-5" y="-10"/>
            <a:chExt cx="9145330" cy="5142763"/>
          </a:xfrm>
        </p:grpSpPr>
        <p:sp>
          <p:nvSpPr>
            <p:cNvPr id="65" name="Google Shape;65;p7"/>
            <p:cNvSpPr/>
            <p:nvPr/>
          </p:nvSpPr>
          <p:spPr>
            <a:xfrm>
              <a:off x="436" y="-10"/>
              <a:ext cx="9144886" cy="5142760"/>
            </a:xfrm>
            <a:custGeom>
              <a:avLst/>
              <a:gdLst/>
              <a:ahLst/>
              <a:cxnLst/>
              <a:rect l="l" t="t" r="r" b="b"/>
              <a:pathLst>
                <a:path w="4064394" h="2285671" extrusionOk="0">
                  <a:moveTo>
                    <a:pt x="3915359" y="1249483"/>
                  </a:moveTo>
                  <a:cubicBezTo>
                    <a:pt x="3758905" y="1375673"/>
                    <a:pt x="3604486" y="1367725"/>
                    <a:pt x="3572381" y="1142869"/>
                  </a:cubicBezTo>
                  <a:cubicBezTo>
                    <a:pt x="3564371" y="1057472"/>
                    <a:pt x="3585512" y="972535"/>
                    <a:pt x="3594835" y="887270"/>
                  </a:cubicBezTo>
                  <a:cubicBezTo>
                    <a:pt x="3604157" y="802005"/>
                    <a:pt x="3597723" y="707609"/>
                    <a:pt x="3544938" y="644219"/>
                  </a:cubicBezTo>
                  <a:cubicBezTo>
                    <a:pt x="3492151" y="580828"/>
                    <a:pt x="3402533" y="563289"/>
                    <a:pt x="3347252" y="501147"/>
                  </a:cubicBezTo>
                  <a:cubicBezTo>
                    <a:pt x="3215944" y="341980"/>
                    <a:pt x="3347252" y="113972"/>
                    <a:pt x="3484470" y="0"/>
                  </a:cubicBezTo>
                  <a:lnTo>
                    <a:pt x="0" y="0"/>
                  </a:lnTo>
                  <a:lnTo>
                    <a:pt x="0" y="2285672"/>
                  </a:lnTo>
                  <a:lnTo>
                    <a:pt x="4064394" y="2285672"/>
                  </a:lnTo>
                  <a:lnTo>
                    <a:pt x="4064394" y="1205077"/>
                  </a:lnTo>
                  <a:cubicBezTo>
                    <a:pt x="4016007" y="1198508"/>
                    <a:pt x="3959741" y="1220908"/>
                    <a:pt x="3915359" y="124948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" name="Google Shape;66;p7"/>
            <p:cNvSpPr/>
            <p:nvPr/>
          </p:nvSpPr>
          <p:spPr>
            <a:xfrm>
              <a:off x="436" y="731"/>
              <a:ext cx="9144886" cy="5142022"/>
            </a:xfrm>
            <a:custGeom>
              <a:avLst/>
              <a:gdLst/>
              <a:ahLst/>
              <a:cxnLst/>
              <a:rect l="l" t="t" r="r" b="b"/>
              <a:pathLst>
                <a:path w="4064394" h="2285343" extrusionOk="0">
                  <a:moveTo>
                    <a:pt x="3921596" y="1306896"/>
                  </a:moveTo>
                  <a:cubicBezTo>
                    <a:pt x="3827382" y="1355046"/>
                    <a:pt x="3758839" y="1489579"/>
                    <a:pt x="3641252" y="1479923"/>
                  </a:cubicBezTo>
                  <a:cubicBezTo>
                    <a:pt x="3438840" y="1433940"/>
                    <a:pt x="3511651" y="1152459"/>
                    <a:pt x="3489000" y="998483"/>
                  </a:cubicBezTo>
                  <a:cubicBezTo>
                    <a:pt x="3445274" y="740060"/>
                    <a:pt x="3136174" y="567099"/>
                    <a:pt x="3190076" y="285685"/>
                  </a:cubicBezTo>
                  <a:cubicBezTo>
                    <a:pt x="3210823" y="187938"/>
                    <a:pt x="3283305" y="103593"/>
                    <a:pt x="3278381" y="0"/>
                  </a:cubicBezTo>
                  <a:lnTo>
                    <a:pt x="0" y="0"/>
                  </a:lnTo>
                  <a:lnTo>
                    <a:pt x="0" y="2285343"/>
                  </a:lnTo>
                  <a:lnTo>
                    <a:pt x="4064394" y="2285343"/>
                  </a:lnTo>
                  <a:lnTo>
                    <a:pt x="4064394" y="1314779"/>
                  </a:lnTo>
                  <a:cubicBezTo>
                    <a:pt x="4026971" y="1280751"/>
                    <a:pt x="3967291" y="1283576"/>
                    <a:pt x="3921596" y="1306896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" name="Google Shape;67;p7"/>
            <p:cNvSpPr/>
            <p:nvPr/>
          </p:nvSpPr>
          <p:spPr>
            <a:xfrm>
              <a:off x="-5" y="731"/>
              <a:ext cx="9145330" cy="5142022"/>
            </a:xfrm>
            <a:custGeom>
              <a:avLst/>
              <a:gdLst/>
              <a:ahLst/>
              <a:cxnLst/>
              <a:rect l="l" t="t" r="r" b="b"/>
              <a:pathLst>
                <a:path w="4064591" h="2285343" extrusionOk="0">
                  <a:moveTo>
                    <a:pt x="3770329" y="1529387"/>
                  </a:moveTo>
                  <a:cubicBezTo>
                    <a:pt x="3385594" y="1586602"/>
                    <a:pt x="3413301" y="1366017"/>
                    <a:pt x="3417043" y="1072384"/>
                  </a:cubicBezTo>
                  <a:cubicBezTo>
                    <a:pt x="3360449" y="715689"/>
                    <a:pt x="2974270" y="507453"/>
                    <a:pt x="3214762" y="117322"/>
                  </a:cubicBezTo>
                  <a:cubicBezTo>
                    <a:pt x="3227893" y="80141"/>
                    <a:pt x="3233605" y="36983"/>
                    <a:pt x="3223625" y="0"/>
                  </a:cubicBezTo>
                  <a:lnTo>
                    <a:pt x="0" y="0"/>
                  </a:lnTo>
                  <a:lnTo>
                    <a:pt x="0" y="2285343"/>
                  </a:lnTo>
                  <a:lnTo>
                    <a:pt x="4064591" y="2285343"/>
                  </a:lnTo>
                  <a:lnTo>
                    <a:pt x="4064591" y="1598886"/>
                  </a:lnTo>
                  <a:cubicBezTo>
                    <a:pt x="3998346" y="1512308"/>
                    <a:pt x="3874916" y="1516052"/>
                    <a:pt x="3770329" y="1529387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" name="Google Shape;68;p7"/>
            <p:cNvSpPr/>
            <p:nvPr/>
          </p:nvSpPr>
          <p:spPr>
            <a:xfrm>
              <a:off x="436" y="583"/>
              <a:ext cx="9144886" cy="5142168"/>
            </a:xfrm>
            <a:custGeom>
              <a:avLst/>
              <a:gdLst/>
              <a:ahLst/>
              <a:cxnLst/>
              <a:rect l="l" t="t" r="r" b="b"/>
              <a:pathLst>
                <a:path w="4064394" h="2285408" extrusionOk="0">
                  <a:moveTo>
                    <a:pt x="3518216" y="1610776"/>
                  </a:moveTo>
                  <a:cubicBezTo>
                    <a:pt x="3308123" y="1694859"/>
                    <a:pt x="3276477" y="1573793"/>
                    <a:pt x="3327359" y="1394788"/>
                  </a:cubicBezTo>
                  <a:cubicBezTo>
                    <a:pt x="3353621" y="1255855"/>
                    <a:pt x="3313637" y="1105097"/>
                    <a:pt x="3223691" y="1003935"/>
                  </a:cubicBezTo>
                  <a:cubicBezTo>
                    <a:pt x="3022920" y="804107"/>
                    <a:pt x="3083059" y="820727"/>
                    <a:pt x="3141820" y="584638"/>
                  </a:cubicBezTo>
                  <a:cubicBezTo>
                    <a:pt x="3145891" y="476184"/>
                    <a:pt x="3038415" y="408787"/>
                    <a:pt x="2988780" y="315310"/>
                  </a:cubicBezTo>
                  <a:cubicBezTo>
                    <a:pt x="2935534" y="216184"/>
                    <a:pt x="2953524" y="78302"/>
                    <a:pt x="3036904" y="0"/>
                  </a:cubicBezTo>
                  <a:lnTo>
                    <a:pt x="0" y="0"/>
                  </a:lnTo>
                  <a:lnTo>
                    <a:pt x="0" y="2285409"/>
                  </a:lnTo>
                  <a:lnTo>
                    <a:pt x="4064394" y="2285409"/>
                  </a:lnTo>
                  <a:lnTo>
                    <a:pt x="4064394" y="1775263"/>
                  </a:lnTo>
                  <a:cubicBezTo>
                    <a:pt x="3874128" y="1764358"/>
                    <a:pt x="3706841" y="1566435"/>
                    <a:pt x="3518216" y="1610776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" name="Google Shape;69;p7"/>
            <p:cNvSpPr/>
            <p:nvPr/>
          </p:nvSpPr>
          <p:spPr>
            <a:xfrm>
              <a:off x="731" y="731"/>
              <a:ext cx="9144589" cy="5142022"/>
            </a:xfrm>
            <a:custGeom>
              <a:avLst/>
              <a:gdLst/>
              <a:ahLst/>
              <a:cxnLst/>
              <a:rect l="l" t="t" r="r" b="b"/>
              <a:pathLst>
                <a:path w="4064262" h="2285343" extrusionOk="0">
                  <a:moveTo>
                    <a:pt x="3911354" y="1813823"/>
                  </a:moveTo>
                  <a:cubicBezTo>
                    <a:pt x="3733431" y="1756279"/>
                    <a:pt x="3525766" y="1820392"/>
                    <a:pt x="3358808" y="1722711"/>
                  </a:cubicBezTo>
                  <a:cubicBezTo>
                    <a:pt x="3177667" y="1604864"/>
                    <a:pt x="3210363" y="1445238"/>
                    <a:pt x="3338586" y="1300852"/>
                  </a:cubicBezTo>
                  <a:cubicBezTo>
                    <a:pt x="3453941" y="1143197"/>
                    <a:pt x="3377978" y="1019175"/>
                    <a:pt x="3192965" y="1000454"/>
                  </a:cubicBezTo>
                  <a:cubicBezTo>
                    <a:pt x="2865678" y="937129"/>
                    <a:pt x="3055091" y="791166"/>
                    <a:pt x="3032571" y="594426"/>
                  </a:cubicBezTo>
                  <a:cubicBezTo>
                    <a:pt x="3008870" y="510278"/>
                    <a:pt x="2913277" y="477761"/>
                    <a:pt x="2846901" y="423304"/>
                  </a:cubicBezTo>
                  <a:cubicBezTo>
                    <a:pt x="2723602" y="324770"/>
                    <a:pt x="2700886" y="123037"/>
                    <a:pt x="2803438" y="0"/>
                  </a:cubicBezTo>
                  <a:lnTo>
                    <a:pt x="0" y="0"/>
                  </a:lnTo>
                  <a:lnTo>
                    <a:pt x="0" y="2285343"/>
                  </a:lnTo>
                  <a:lnTo>
                    <a:pt x="4064263" y="2285343"/>
                  </a:lnTo>
                  <a:lnTo>
                    <a:pt x="4064263" y="1916167"/>
                  </a:lnTo>
                  <a:cubicBezTo>
                    <a:pt x="4026118" y="1868214"/>
                    <a:pt x="3969852" y="1832741"/>
                    <a:pt x="3911354" y="1813823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" name="Google Shape;70;p7"/>
            <p:cNvSpPr/>
            <p:nvPr/>
          </p:nvSpPr>
          <p:spPr>
            <a:xfrm>
              <a:off x="436" y="731"/>
              <a:ext cx="9144886" cy="5142022"/>
            </a:xfrm>
            <a:custGeom>
              <a:avLst/>
              <a:gdLst/>
              <a:ahLst/>
              <a:cxnLst/>
              <a:rect l="l" t="t" r="r" b="b"/>
              <a:pathLst>
                <a:path w="4064394" h="2285343" extrusionOk="0">
                  <a:moveTo>
                    <a:pt x="3763435" y="1980675"/>
                  </a:moveTo>
                  <a:cubicBezTo>
                    <a:pt x="3694695" y="2003469"/>
                    <a:pt x="3636788" y="2052539"/>
                    <a:pt x="3567588" y="2074020"/>
                  </a:cubicBezTo>
                  <a:cubicBezTo>
                    <a:pt x="3429714" y="2116718"/>
                    <a:pt x="3273391" y="2032701"/>
                    <a:pt x="3205242" y="1905263"/>
                  </a:cubicBezTo>
                  <a:cubicBezTo>
                    <a:pt x="3082469" y="1678240"/>
                    <a:pt x="3215156" y="1486623"/>
                    <a:pt x="3268861" y="1269453"/>
                  </a:cubicBezTo>
                  <a:cubicBezTo>
                    <a:pt x="3268007" y="941004"/>
                    <a:pt x="3006244" y="1151737"/>
                    <a:pt x="2907172" y="1045583"/>
                  </a:cubicBezTo>
                  <a:cubicBezTo>
                    <a:pt x="2870405" y="1001833"/>
                    <a:pt x="2887935" y="934239"/>
                    <a:pt x="2918530" y="886022"/>
                  </a:cubicBezTo>
                  <a:cubicBezTo>
                    <a:pt x="3044717" y="741505"/>
                    <a:pt x="3036708" y="613476"/>
                    <a:pt x="2871981" y="500030"/>
                  </a:cubicBezTo>
                  <a:cubicBezTo>
                    <a:pt x="2666286" y="390788"/>
                    <a:pt x="2485474" y="247716"/>
                    <a:pt x="2627944" y="0"/>
                  </a:cubicBezTo>
                  <a:lnTo>
                    <a:pt x="0" y="0"/>
                  </a:lnTo>
                  <a:lnTo>
                    <a:pt x="0" y="2285343"/>
                  </a:lnTo>
                  <a:lnTo>
                    <a:pt x="4064394" y="2285343"/>
                  </a:lnTo>
                  <a:lnTo>
                    <a:pt x="4064394" y="2074020"/>
                  </a:lnTo>
                  <a:cubicBezTo>
                    <a:pt x="3992306" y="1989674"/>
                    <a:pt x="3869992" y="1945268"/>
                    <a:pt x="3763435" y="198067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1" name="Google Shape;71;p7"/>
          <p:cNvSpPr txBox="1">
            <a:spLocks noGrp="1"/>
          </p:cNvSpPr>
          <p:nvPr>
            <p:ph type="title"/>
          </p:nvPr>
        </p:nvSpPr>
        <p:spPr>
          <a:xfrm>
            <a:off x="609600" y="792567"/>
            <a:ext cx="6953600" cy="9552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7"/>
          <p:cNvSpPr txBox="1">
            <a:spLocks noGrp="1"/>
          </p:cNvSpPr>
          <p:nvPr>
            <p:ph type="body" idx="1"/>
          </p:nvPr>
        </p:nvSpPr>
        <p:spPr>
          <a:xfrm>
            <a:off x="609600" y="2123467"/>
            <a:ext cx="3554800" cy="3921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474121" rtl="0">
              <a:spcBef>
                <a:spcPts val="800"/>
              </a:spcBef>
              <a:spcAft>
                <a:spcPts val="0"/>
              </a:spcAft>
              <a:buSzPts val="2000"/>
              <a:buChar char="●"/>
              <a:defRPr sz="2667"/>
            </a:lvl1pPr>
            <a:lvl2pPr marL="1219170" lvl="1" indent="-474121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667"/>
            </a:lvl2pPr>
            <a:lvl3pPr marL="1828754" lvl="2" indent="-474121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667"/>
            </a:lvl3pPr>
            <a:lvl4pPr marL="2438339" lvl="3" indent="-474121" rtl="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667"/>
            </a:lvl4pPr>
            <a:lvl5pPr marL="3047924" lvl="4" indent="-474121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667"/>
            </a:lvl5pPr>
            <a:lvl6pPr marL="3657509" lvl="5" indent="-474121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667"/>
            </a:lvl6pPr>
            <a:lvl7pPr marL="4267093" lvl="6" indent="-474121" rtl="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667"/>
            </a:lvl7pPr>
            <a:lvl8pPr marL="4876678" lvl="7" indent="-474121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667"/>
            </a:lvl8pPr>
            <a:lvl9pPr marL="5486263" lvl="8" indent="-474121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667"/>
            </a:lvl9pPr>
          </a:lstStyle>
          <a:p>
            <a:endParaRPr/>
          </a:p>
        </p:txBody>
      </p:sp>
      <p:sp>
        <p:nvSpPr>
          <p:cNvPr id="73" name="Google Shape;73;p7"/>
          <p:cNvSpPr txBox="1">
            <a:spLocks noGrp="1"/>
          </p:cNvSpPr>
          <p:nvPr>
            <p:ph type="body" idx="2"/>
          </p:nvPr>
        </p:nvSpPr>
        <p:spPr>
          <a:xfrm>
            <a:off x="4533605" y="2123467"/>
            <a:ext cx="3554800" cy="3921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474121" rtl="0">
              <a:spcBef>
                <a:spcPts val="800"/>
              </a:spcBef>
              <a:spcAft>
                <a:spcPts val="0"/>
              </a:spcAft>
              <a:buSzPts val="2000"/>
              <a:buChar char="●"/>
              <a:defRPr sz="2667"/>
            </a:lvl1pPr>
            <a:lvl2pPr marL="1219170" lvl="1" indent="-474121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667"/>
            </a:lvl2pPr>
            <a:lvl3pPr marL="1828754" lvl="2" indent="-474121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667"/>
            </a:lvl3pPr>
            <a:lvl4pPr marL="2438339" lvl="3" indent="-474121" rtl="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667"/>
            </a:lvl4pPr>
            <a:lvl5pPr marL="3047924" lvl="4" indent="-474121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667"/>
            </a:lvl5pPr>
            <a:lvl6pPr marL="3657509" lvl="5" indent="-474121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667"/>
            </a:lvl6pPr>
            <a:lvl7pPr marL="4267093" lvl="6" indent="-474121" rtl="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667"/>
            </a:lvl7pPr>
            <a:lvl8pPr marL="4876678" lvl="7" indent="-474121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667"/>
            </a:lvl8pPr>
            <a:lvl9pPr marL="5486263" lvl="8" indent="-474121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667"/>
            </a:lvl9pPr>
          </a:lstStyle>
          <a:p>
            <a:endParaRPr/>
          </a:p>
        </p:txBody>
      </p:sp>
      <p:sp>
        <p:nvSpPr>
          <p:cNvPr id="74" name="Google Shape;74;p7"/>
          <p:cNvSpPr txBox="1">
            <a:spLocks noGrp="1"/>
          </p:cNvSpPr>
          <p:nvPr>
            <p:ph type="sldNum" idx="12"/>
          </p:nvPr>
        </p:nvSpPr>
        <p:spPr>
          <a:xfrm>
            <a:off x="11307445" y="6333135"/>
            <a:ext cx="731600" cy="524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n">
                <a:solidFill>
                  <a:srgbClr val="CE0063"/>
                </a:solidFill>
              </a:rPr>
              <a:pPr/>
              <a:t>‹#›</a:t>
            </a:fld>
            <a:endParaRPr>
              <a:solidFill>
                <a:srgbClr val="CE006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40423617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3 columns">
  <p:cSld name="Title + 3 columns">
    <p:bg>
      <p:bgPr>
        <a:gradFill>
          <a:gsLst>
            <a:gs pos="0">
              <a:schemeClr val="accent1"/>
            </a:gs>
            <a:gs pos="50000">
              <a:schemeClr val="dk2"/>
            </a:gs>
            <a:gs pos="100000">
              <a:schemeClr val="dk2"/>
            </a:gs>
          </a:gsLst>
          <a:path path="circle">
            <a:fillToRect l="100000" b="100000"/>
          </a:path>
          <a:tileRect t="-100000" r="-100000"/>
        </a:gradFill>
        <a:effectLst/>
      </p:bgPr>
    </p:bg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6" name="Google Shape;76;p8"/>
          <p:cNvGrpSpPr/>
          <p:nvPr/>
        </p:nvGrpSpPr>
        <p:grpSpPr>
          <a:xfrm>
            <a:off x="-7" y="-13"/>
            <a:ext cx="12193773" cy="6857017"/>
            <a:chOff x="-5" y="-10"/>
            <a:chExt cx="9145330" cy="5142763"/>
          </a:xfrm>
        </p:grpSpPr>
        <p:sp>
          <p:nvSpPr>
            <p:cNvPr id="77" name="Google Shape;77;p8"/>
            <p:cNvSpPr/>
            <p:nvPr/>
          </p:nvSpPr>
          <p:spPr>
            <a:xfrm>
              <a:off x="436" y="-10"/>
              <a:ext cx="9144886" cy="5142760"/>
            </a:xfrm>
            <a:custGeom>
              <a:avLst/>
              <a:gdLst/>
              <a:ahLst/>
              <a:cxnLst/>
              <a:rect l="l" t="t" r="r" b="b"/>
              <a:pathLst>
                <a:path w="4064394" h="2285671" extrusionOk="0">
                  <a:moveTo>
                    <a:pt x="3915359" y="1249483"/>
                  </a:moveTo>
                  <a:cubicBezTo>
                    <a:pt x="3758905" y="1375673"/>
                    <a:pt x="3604486" y="1367725"/>
                    <a:pt x="3572381" y="1142869"/>
                  </a:cubicBezTo>
                  <a:cubicBezTo>
                    <a:pt x="3564371" y="1057472"/>
                    <a:pt x="3585512" y="972535"/>
                    <a:pt x="3594835" y="887270"/>
                  </a:cubicBezTo>
                  <a:cubicBezTo>
                    <a:pt x="3604157" y="802005"/>
                    <a:pt x="3597723" y="707609"/>
                    <a:pt x="3544938" y="644219"/>
                  </a:cubicBezTo>
                  <a:cubicBezTo>
                    <a:pt x="3492151" y="580828"/>
                    <a:pt x="3402533" y="563289"/>
                    <a:pt x="3347252" y="501147"/>
                  </a:cubicBezTo>
                  <a:cubicBezTo>
                    <a:pt x="3215944" y="341980"/>
                    <a:pt x="3347252" y="113972"/>
                    <a:pt x="3484470" y="0"/>
                  </a:cubicBezTo>
                  <a:lnTo>
                    <a:pt x="0" y="0"/>
                  </a:lnTo>
                  <a:lnTo>
                    <a:pt x="0" y="2285672"/>
                  </a:lnTo>
                  <a:lnTo>
                    <a:pt x="4064394" y="2285672"/>
                  </a:lnTo>
                  <a:lnTo>
                    <a:pt x="4064394" y="1205077"/>
                  </a:lnTo>
                  <a:cubicBezTo>
                    <a:pt x="4016007" y="1198508"/>
                    <a:pt x="3959741" y="1220908"/>
                    <a:pt x="3915359" y="124948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" name="Google Shape;78;p8"/>
            <p:cNvSpPr/>
            <p:nvPr/>
          </p:nvSpPr>
          <p:spPr>
            <a:xfrm>
              <a:off x="436" y="731"/>
              <a:ext cx="9144886" cy="5142022"/>
            </a:xfrm>
            <a:custGeom>
              <a:avLst/>
              <a:gdLst/>
              <a:ahLst/>
              <a:cxnLst/>
              <a:rect l="l" t="t" r="r" b="b"/>
              <a:pathLst>
                <a:path w="4064394" h="2285343" extrusionOk="0">
                  <a:moveTo>
                    <a:pt x="3921596" y="1306896"/>
                  </a:moveTo>
                  <a:cubicBezTo>
                    <a:pt x="3827382" y="1355046"/>
                    <a:pt x="3758839" y="1489579"/>
                    <a:pt x="3641252" y="1479923"/>
                  </a:cubicBezTo>
                  <a:cubicBezTo>
                    <a:pt x="3438840" y="1433940"/>
                    <a:pt x="3511651" y="1152459"/>
                    <a:pt x="3489000" y="998483"/>
                  </a:cubicBezTo>
                  <a:cubicBezTo>
                    <a:pt x="3445274" y="740060"/>
                    <a:pt x="3136174" y="567099"/>
                    <a:pt x="3190076" y="285685"/>
                  </a:cubicBezTo>
                  <a:cubicBezTo>
                    <a:pt x="3210823" y="187938"/>
                    <a:pt x="3283305" y="103593"/>
                    <a:pt x="3278381" y="0"/>
                  </a:cubicBezTo>
                  <a:lnTo>
                    <a:pt x="0" y="0"/>
                  </a:lnTo>
                  <a:lnTo>
                    <a:pt x="0" y="2285343"/>
                  </a:lnTo>
                  <a:lnTo>
                    <a:pt x="4064394" y="2285343"/>
                  </a:lnTo>
                  <a:lnTo>
                    <a:pt x="4064394" y="1314779"/>
                  </a:lnTo>
                  <a:cubicBezTo>
                    <a:pt x="4026971" y="1280751"/>
                    <a:pt x="3967291" y="1283576"/>
                    <a:pt x="3921596" y="1306896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" name="Google Shape;79;p8"/>
            <p:cNvSpPr/>
            <p:nvPr/>
          </p:nvSpPr>
          <p:spPr>
            <a:xfrm>
              <a:off x="-5" y="731"/>
              <a:ext cx="9145330" cy="5142022"/>
            </a:xfrm>
            <a:custGeom>
              <a:avLst/>
              <a:gdLst/>
              <a:ahLst/>
              <a:cxnLst/>
              <a:rect l="l" t="t" r="r" b="b"/>
              <a:pathLst>
                <a:path w="4064591" h="2285343" extrusionOk="0">
                  <a:moveTo>
                    <a:pt x="3770329" y="1529387"/>
                  </a:moveTo>
                  <a:cubicBezTo>
                    <a:pt x="3385594" y="1586602"/>
                    <a:pt x="3413301" y="1366017"/>
                    <a:pt x="3417043" y="1072384"/>
                  </a:cubicBezTo>
                  <a:cubicBezTo>
                    <a:pt x="3360449" y="715689"/>
                    <a:pt x="2974270" y="507453"/>
                    <a:pt x="3214762" y="117322"/>
                  </a:cubicBezTo>
                  <a:cubicBezTo>
                    <a:pt x="3227893" y="80141"/>
                    <a:pt x="3233605" y="36983"/>
                    <a:pt x="3223625" y="0"/>
                  </a:cubicBezTo>
                  <a:lnTo>
                    <a:pt x="0" y="0"/>
                  </a:lnTo>
                  <a:lnTo>
                    <a:pt x="0" y="2285343"/>
                  </a:lnTo>
                  <a:lnTo>
                    <a:pt x="4064591" y="2285343"/>
                  </a:lnTo>
                  <a:lnTo>
                    <a:pt x="4064591" y="1598886"/>
                  </a:lnTo>
                  <a:cubicBezTo>
                    <a:pt x="3998346" y="1512308"/>
                    <a:pt x="3874916" y="1516052"/>
                    <a:pt x="3770329" y="1529387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" name="Google Shape;80;p8"/>
            <p:cNvSpPr/>
            <p:nvPr/>
          </p:nvSpPr>
          <p:spPr>
            <a:xfrm>
              <a:off x="436" y="583"/>
              <a:ext cx="9144886" cy="5142168"/>
            </a:xfrm>
            <a:custGeom>
              <a:avLst/>
              <a:gdLst/>
              <a:ahLst/>
              <a:cxnLst/>
              <a:rect l="l" t="t" r="r" b="b"/>
              <a:pathLst>
                <a:path w="4064394" h="2285408" extrusionOk="0">
                  <a:moveTo>
                    <a:pt x="3518216" y="1610776"/>
                  </a:moveTo>
                  <a:cubicBezTo>
                    <a:pt x="3308123" y="1694859"/>
                    <a:pt x="3276477" y="1573793"/>
                    <a:pt x="3327359" y="1394788"/>
                  </a:cubicBezTo>
                  <a:cubicBezTo>
                    <a:pt x="3353621" y="1255855"/>
                    <a:pt x="3313637" y="1105097"/>
                    <a:pt x="3223691" y="1003935"/>
                  </a:cubicBezTo>
                  <a:cubicBezTo>
                    <a:pt x="3022920" y="804107"/>
                    <a:pt x="3083059" y="820727"/>
                    <a:pt x="3141820" y="584638"/>
                  </a:cubicBezTo>
                  <a:cubicBezTo>
                    <a:pt x="3145891" y="476184"/>
                    <a:pt x="3038415" y="408787"/>
                    <a:pt x="2988780" y="315310"/>
                  </a:cubicBezTo>
                  <a:cubicBezTo>
                    <a:pt x="2935534" y="216184"/>
                    <a:pt x="2953524" y="78302"/>
                    <a:pt x="3036904" y="0"/>
                  </a:cubicBezTo>
                  <a:lnTo>
                    <a:pt x="0" y="0"/>
                  </a:lnTo>
                  <a:lnTo>
                    <a:pt x="0" y="2285409"/>
                  </a:lnTo>
                  <a:lnTo>
                    <a:pt x="4064394" y="2285409"/>
                  </a:lnTo>
                  <a:lnTo>
                    <a:pt x="4064394" y="1775263"/>
                  </a:lnTo>
                  <a:cubicBezTo>
                    <a:pt x="3874128" y="1764358"/>
                    <a:pt x="3706841" y="1566435"/>
                    <a:pt x="3518216" y="1610776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" name="Google Shape;81;p8"/>
            <p:cNvSpPr/>
            <p:nvPr/>
          </p:nvSpPr>
          <p:spPr>
            <a:xfrm>
              <a:off x="731" y="731"/>
              <a:ext cx="9144589" cy="5142022"/>
            </a:xfrm>
            <a:custGeom>
              <a:avLst/>
              <a:gdLst/>
              <a:ahLst/>
              <a:cxnLst/>
              <a:rect l="l" t="t" r="r" b="b"/>
              <a:pathLst>
                <a:path w="4064262" h="2285343" extrusionOk="0">
                  <a:moveTo>
                    <a:pt x="3911354" y="1813823"/>
                  </a:moveTo>
                  <a:cubicBezTo>
                    <a:pt x="3733431" y="1756279"/>
                    <a:pt x="3525766" y="1820392"/>
                    <a:pt x="3358808" y="1722711"/>
                  </a:cubicBezTo>
                  <a:cubicBezTo>
                    <a:pt x="3177667" y="1604864"/>
                    <a:pt x="3210363" y="1445238"/>
                    <a:pt x="3338586" y="1300852"/>
                  </a:cubicBezTo>
                  <a:cubicBezTo>
                    <a:pt x="3453941" y="1143197"/>
                    <a:pt x="3377978" y="1019175"/>
                    <a:pt x="3192965" y="1000454"/>
                  </a:cubicBezTo>
                  <a:cubicBezTo>
                    <a:pt x="2865678" y="937129"/>
                    <a:pt x="3055091" y="791166"/>
                    <a:pt x="3032571" y="594426"/>
                  </a:cubicBezTo>
                  <a:cubicBezTo>
                    <a:pt x="3008870" y="510278"/>
                    <a:pt x="2913277" y="477761"/>
                    <a:pt x="2846901" y="423304"/>
                  </a:cubicBezTo>
                  <a:cubicBezTo>
                    <a:pt x="2723602" y="324770"/>
                    <a:pt x="2700886" y="123037"/>
                    <a:pt x="2803438" y="0"/>
                  </a:cubicBezTo>
                  <a:lnTo>
                    <a:pt x="0" y="0"/>
                  </a:lnTo>
                  <a:lnTo>
                    <a:pt x="0" y="2285343"/>
                  </a:lnTo>
                  <a:lnTo>
                    <a:pt x="4064263" y="2285343"/>
                  </a:lnTo>
                  <a:lnTo>
                    <a:pt x="4064263" y="1916167"/>
                  </a:lnTo>
                  <a:cubicBezTo>
                    <a:pt x="4026118" y="1868214"/>
                    <a:pt x="3969852" y="1832741"/>
                    <a:pt x="3911354" y="1813823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" name="Google Shape;82;p8"/>
            <p:cNvSpPr/>
            <p:nvPr/>
          </p:nvSpPr>
          <p:spPr>
            <a:xfrm>
              <a:off x="436" y="731"/>
              <a:ext cx="9144886" cy="5142022"/>
            </a:xfrm>
            <a:custGeom>
              <a:avLst/>
              <a:gdLst/>
              <a:ahLst/>
              <a:cxnLst/>
              <a:rect l="l" t="t" r="r" b="b"/>
              <a:pathLst>
                <a:path w="4064394" h="2285343" extrusionOk="0">
                  <a:moveTo>
                    <a:pt x="3763435" y="1980675"/>
                  </a:moveTo>
                  <a:cubicBezTo>
                    <a:pt x="3694695" y="2003469"/>
                    <a:pt x="3636788" y="2052539"/>
                    <a:pt x="3567588" y="2074020"/>
                  </a:cubicBezTo>
                  <a:cubicBezTo>
                    <a:pt x="3429714" y="2116718"/>
                    <a:pt x="3273391" y="2032701"/>
                    <a:pt x="3205242" y="1905263"/>
                  </a:cubicBezTo>
                  <a:cubicBezTo>
                    <a:pt x="3082469" y="1678240"/>
                    <a:pt x="3215156" y="1486623"/>
                    <a:pt x="3268861" y="1269453"/>
                  </a:cubicBezTo>
                  <a:cubicBezTo>
                    <a:pt x="3268007" y="941004"/>
                    <a:pt x="3006244" y="1151737"/>
                    <a:pt x="2907172" y="1045583"/>
                  </a:cubicBezTo>
                  <a:cubicBezTo>
                    <a:pt x="2870405" y="1001833"/>
                    <a:pt x="2887935" y="934239"/>
                    <a:pt x="2918530" y="886022"/>
                  </a:cubicBezTo>
                  <a:cubicBezTo>
                    <a:pt x="3044717" y="741505"/>
                    <a:pt x="3036708" y="613476"/>
                    <a:pt x="2871981" y="500030"/>
                  </a:cubicBezTo>
                  <a:cubicBezTo>
                    <a:pt x="2666286" y="390788"/>
                    <a:pt x="2485474" y="247716"/>
                    <a:pt x="2627944" y="0"/>
                  </a:cubicBezTo>
                  <a:lnTo>
                    <a:pt x="0" y="0"/>
                  </a:lnTo>
                  <a:lnTo>
                    <a:pt x="0" y="2285343"/>
                  </a:lnTo>
                  <a:lnTo>
                    <a:pt x="4064394" y="2285343"/>
                  </a:lnTo>
                  <a:lnTo>
                    <a:pt x="4064394" y="2074020"/>
                  </a:lnTo>
                  <a:cubicBezTo>
                    <a:pt x="3992306" y="1989674"/>
                    <a:pt x="3869992" y="1945268"/>
                    <a:pt x="3763435" y="198067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3" name="Google Shape;83;p8"/>
          <p:cNvSpPr txBox="1">
            <a:spLocks noGrp="1"/>
          </p:cNvSpPr>
          <p:nvPr>
            <p:ph type="title"/>
          </p:nvPr>
        </p:nvSpPr>
        <p:spPr>
          <a:xfrm>
            <a:off x="609600" y="792567"/>
            <a:ext cx="6953600" cy="9552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"/>
          <p:cNvSpPr txBox="1">
            <a:spLocks noGrp="1"/>
          </p:cNvSpPr>
          <p:nvPr>
            <p:ph type="body" idx="1"/>
          </p:nvPr>
        </p:nvSpPr>
        <p:spPr>
          <a:xfrm>
            <a:off x="609600" y="2123467"/>
            <a:ext cx="2410400" cy="3921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440256" rtl="0">
              <a:spcBef>
                <a:spcPts val="800"/>
              </a:spcBef>
              <a:spcAft>
                <a:spcPts val="0"/>
              </a:spcAft>
              <a:buSzPts val="1600"/>
              <a:buChar char="●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2133"/>
            </a:lvl2pPr>
            <a:lvl3pPr marL="1828754" lvl="2" indent="-440256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2133"/>
            </a:lvl3pPr>
            <a:lvl4pPr marL="2438339" lvl="3" indent="-440256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2133"/>
            </a:lvl4pPr>
            <a:lvl5pPr marL="3047924" lvl="4" indent="-440256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2133"/>
            </a:lvl5pPr>
            <a:lvl6pPr marL="3657509" lvl="5" indent="-440256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2133"/>
            </a:lvl6pPr>
            <a:lvl7pPr marL="4267093" lvl="6" indent="-440256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2133"/>
            </a:lvl7pPr>
            <a:lvl8pPr marL="4876678" lvl="7" indent="-440256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2133"/>
            </a:lvl8pPr>
            <a:lvl9pPr marL="5486263" lvl="8" indent="-440256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2133"/>
            </a:lvl9pPr>
          </a:lstStyle>
          <a:p>
            <a:endParaRPr/>
          </a:p>
        </p:txBody>
      </p:sp>
      <p:sp>
        <p:nvSpPr>
          <p:cNvPr id="85" name="Google Shape;85;p8"/>
          <p:cNvSpPr txBox="1">
            <a:spLocks noGrp="1"/>
          </p:cNvSpPr>
          <p:nvPr>
            <p:ph type="body" idx="2"/>
          </p:nvPr>
        </p:nvSpPr>
        <p:spPr>
          <a:xfrm>
            <a:off x="3296108" y="2123467"/>
            <a:ext cx="2410400" cy="3921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440256" rtl="0">
              <a:spcBef>
                <a:spcPts val="800"/>
              </a:spcBef>
              <a:spcAft>
                <a:spcPts val="0"/>
              </a:spcAft>
              <a:buSzPts val="1600"/>
              <a:buChar char="●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2133"/>
            </a:lvl2pPr>
            <a:lvl3pPr marL="1828754" lvl="2" indent="-440256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2133"/>
            </a:lvl3pPr>
            <a:lvl4pPr marL="2438339" lvl="3" indent="-440256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2133"/>
            </a:lvl4pPr>
            <a:lvl5pPr marL="3047924" lvl="4" indent="-440256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2133"/>
            </a:lvl5pPr>
            <a:lvl6pPr marL="3657509" lvl="5" indent="-440256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2133"/>
            </a:lvl6pPr>
            <a:lvl7pPr marL="4267093" lvl="6" indent="-440256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2133"/>
            </a:lvl7pPr>
            <a:lvl8pPr marL="4876678" lvl="7" indent="-440256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2133"/>
            </a:lvl8pPr>
            <a:lvl9pPr marL="5486263" lvl="8" indent="-440256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2133"/>
            </a:lvl9pPr>
          </a:lstStyle>
          <a:p>
            <a:endParaRPr/>
          </a:p>
        </p:txBody>
      </p:sp>
      <p:sp>
        <p:nvSpPr>
          <p:cNvPr id="86" name="Google Shape;86;p8"/>
          <p:cNvSpPr txBox="1">
            <a:spLocks noGrp="1"/>
          </p:cNvSpPr>
          <p:nvPr>
            <p:ph type="body" idx="3"/>
          </p:nvPr>
        </p:nvSpPr>
        <p:spPr>
          <a:xfrm>
            <a:off x="5982616" y="2123467"/>
            <a:ext cx="2410400" cy="3921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440256" rtl="0">
              <a:spcBef>
                <a:spcPts val="800"/>
              </a:spcBef>
              <a:spcAft>
                <a:spcPts val="0"/>
              </a:spcAft>
              <a:buSzPts val="1600"/>
              <a:buChar char="●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2133"/>
            </a:lvl2pPr>
            <a:lvl3pPr marL="1828754" lvl="2" indent="-440256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2133"/>
            </a:lvl3pPr>
            <a:lvl4pPr marL="2438339" lvl="3" indent="-440256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2133"/>
            </a:lvl4pPr>
            <a:lvl5pPr marL="3047924" lvl="4" indent="-440256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2133"/>
            </a:lvl5pPr>
            <a:lvl6pPr marL="3657509" lvl="5" indent="-440256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2133"/>
            </a:lvl6pPr>
            <a:lvl7pPr marL="4267093" lvl="6" indent="-440256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2133"/>
            </a:lvl7pPr>
            <a:lvl8pPr marL="4876678" lvl="7" indent="-440256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2133"/>
            </a:lvl8pPr>
            <a:lvl9pPr marL="5486263" lvl="8" indent="-440256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2133"/>
            </a:lvl9pPr>
          </a:lstStyle>
          <a:p>
            <a:endParaRPr/>
          </a:p>
        </p:txBody>
      </p:sp>
      <p:sp>
        <p:nvSpPr>
          <p:cNvPr id="87" name="Google Shape;87;p8"/>
          <p:cNvSpPr txBox="1">
            <a:spLocks noGrp="1"/>
          </p:cNvSpPr>
          <p:nvPr>
            <p:ph type="sldNum" idx="12"/>
          </p:nvPr>
        </p:nvSpPr>
        <p:spPr>
          <a:xfrm>
            <a:off x="11307445" y="6333135"/>
            <a:ext cx="731600" cy="524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n">
                <a:solidFill>
                  <a:srgbClr val="CE0063"/>
                </a:solidFill>
              </a:rPr>
              <a:pPr/>
              <a:t>‹#›</a:t>
            </a:fld>
            <a:endParaRPr>
              <a:solidFill>
                <a:srgbClr val="CE006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16878858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bg>
      <p:bgPr>
        <a:gradFill>
          <a:gsLst>
            <a:gs pos="0">
              <a:schemeClr val="accent1"/>
            </a:gs>
            <a:gs pos="50000">
              <a:schemeClr val="dk2"/>
            </a:gs>
            <a:gs pos="100000">
              <a:schemeClr val="dk2"/>
            </a:gs>
          </a:gsLst>
          <a:path path="circle">
            <a:fillToRect l="100000" b="100000"/>
          </a:path>
          <a:tileRect t="-100000" r="-100000"/>
        </a:gradFill>
        <a:effectLst/>
      </p:bgPr>
    </p:bg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9" name="Google Shape;89;p9"/>
          <p:cNvGrpSpPr/>
          <p:nvPr/>
        </p:nvGrpSpPr>
        <p:grpSpPr>
          <a:xfrm>
            <a:off x="-2" y="-1772"/>
            <a:ext cx="12193179" cy="6862927"/>
            <a:chOff x="-1" y="-1329"/>
            <a:chExt cx="9144884" cy="5147195"/>
          </a:xfrm>
        </p:grpSpPr>
        <p:sp>
          <p:nvSpPr>
            <p:cNvPr id="90" name="Google Shape;90;p9"/>
            <p:cNvSpPr/>
            <p:nvPr/>
          </p:nvSpPr>
          <p:spPr>
            <a:xfrm>
              <a:off x="-1" y="-886"/>
              <a:ext cx="9144884" cy="5146749"/>
            </a:xfrm>
            <a:custGeom>
              <a:avLst/>
              <a:gdLst/>
              <a:ahLst/>
              <a:cxnLst/>
              <a:rect l="l" t="t" r="r" b="b"/>
              <a:pathLst>
                <a:path w="4064393" h="2287444" extrusionOk="0">
                  <a:moveTo>
                    <a:pt x="3788843" y="883066"/>
                  </a:moveTo>
                  <a:cubicBezTo>
                    <a:pt x="3664100" y="932662"/>
                    <a:pt x="3567457" y="1052874"/>
                    <a:pt x="3428795" y="1065618"/>
                  </a:cubicBezTo>
                  <a:cubicBezTo>
                    <a:pt x="3361105" y="1071530"/>
                    <a:pt x="3286456" y="1042298"/>
                    <a:pt x="3256912" y="981141"/>
                  </a:cubicBezTo>
                  <a:cubicBezTo>
                    <a:pt x="3196576" y="857381"/>
                    <a:pt x="3353424" y="685537"/>
                    <a:pt x="3244831" y="575639"/>
                  </a:cubicBezTo>
                  <a:cubicBezTo>
                    <a:pt x="3212792" y="545750"/>
                    <a:pt x="3166506" y="538589"/>
                    <a:pt x="3124553" y="525846"/>
                  </a:cubicBezTo>
                  <a:cubicBezTo>
                    <a:pt x="2907894" y="464426"/>
                    <a:pt x="2780787" y="210535"/>
                    <a:pt x="2861936" y="0"/>
                  </a:cubicBezTo>
                  <a:lnTo>
                    <a:pt x="0" y="0"/>
                  </a:lnTo>
                  <a:lnTo>
                    <a:pt x="0" y="2287445"/>
                  </a:lnTo>
                  <a:lnTo>
                    <a:pt x="4064394" y="2287445"/>
                  </a:lnTo>
                  <a:lnTo>
                    <a:pt x="4064394" y="886022"/>
                  </a:lnTo>
                  <a:cubicBezTo>
                    <a:pt x="3976365" y="849505"/>
                    <a:pt x="3877634" y="848441"/>
                    <a:pt x="3788843" y="88306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" name="Google Shape;91;p9"/>
            <p:cNvSpPr/>
            <p:nvPr/>
          </p:nvSpPr>
          <p:spPr>
            <a:xfrm>
              <a:off x="-1" y="-1181"/>
              <a:ext cx="9144884" cy="5147046"/>
            </a:xfrm>
            <a:custGeom>
              <a:avLst/>
              <a:gdLst/>
              <a:ahLst/>
              <a:cxnLst/>
              <a:rect l="l" t="t" r="r" b="b"/>
              <a:pathLst>
                <a:path w="4064393" h="2287576" extrusionOk="0">
                  <a:moveTo>
                    <a:pt x="3901965" y="939494"/>
                  </a:moveTo>
                  <a:cubicBezTo>
                    <a:pt x="3499701" y="855017"/>
                    <a:pt x="3568310" y="1206588"/>
                    <a:pt x="3260260" y="1099645"/>
                  </a:cubicBezTo>
                  <a:cubicBezTo>
                    <a:pt x="3067828" y="996184"/>
                    <a:pt x="3151603" y="860929"/>
                    <a:pt x="3127442" y="700317"/>
                  </a:cubicBezTo>
                  <a:cubicBezTo>
                    <a:pt x="3105645" y="624183"/>
                    <a:pt x="3033622" y="575901"/>
                    <a:pt x="2981098" y="516715"/>
                  </a:cubicBezTo>
                  <a:cubicBezTo>
                    <a:pt x="2857471" y="377387"/>
                    <a:pt x="2848871" y="151612"/>
                    <a:pt x="2954837" y="0"/>
                  </a:cubicBezTo>
                  <a:lnTo>
                    <a:pt x="0" y="0"/>
                  </a:lnTo>
                  <a:lnTo>
                    <a:pt x="0" y="2287576"/>
                  </a:lnTo>
                  <a:lnTo>
                    <a:pt x="4064394" y="2287576"/>
                  </a:lnTo>
                  <a:lnTo>
                    <a:pt x="4064394" y="955128"/>
                  </a:lnTo>
                  <a:cubicBezTo>
                    <a:pt x="4010557" y="955588"/>
                    <a:pt x="3955277" y="947245"/>
                    <a:pt x="3901965" y="93949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" name="Google Shape;92;p9"/>
            <p:cNvSpPr/>
            <p:nvPr/>
          </p:nvSpPr>
          <p:spPr>
            <a:xfrm>
              <a:off x="-1" y="-1329"/>
              <a:ext cx="9144884" cy="5147195"/>
            </a:xfrm>
            <a:custGeom>
              <a:avLst/>
              <a:gdLst/>
              <a:ahLst/>
              <a:cxnLst/>
              <a:rect l="l" t="t" r="r" b="b"/>
              <a:pathLst>
                <a:path w="4064393" h="2287642" extrusionOk="0">
                  <a:moveTo>
                    <a:pt x="3897961" y="979695"/>
                  </a:moveTo>
                  <a:cubicBezTo>
                    <a:pt x="3674736" y="964390"/>
                    <a:pt x="3602516" y="1073895"/>
                    <a:pt x="3472718" y="1222747"/>
                  </a:cubicBezTo>
                  <a:cubicBezTo>
                    <a:pt x="3361105" y="1334420"/>
                    <a:pt x="3140244" y="1318720"/>
                    <a:pt x="3084963" y="1158306"/>
                  </a:cubicBezTo>
                  <a:cubicBezTo>
                    <a:pt x="3045899" y="1043086"/>
                    <a:pt x="3123962" y="918013"/>
                    <a:pt x="3106498" y="797538"/>
                  </a:cubicBezTo>
                  <a:cubicBezTo>
                    <a:pt x="3020688" y="502395"/>
                    <a:pt x="2709290" y="454573"/>
                    <a:pt x="2826877" y="0"/>
                  </a:cubicBezTo>
                  <a:lnTo>
                    <a:pt x="0" y="0"/>
                  </a:lnTo>
                  <a:lnTo>
                    <a:pt x="0" y="2287642"/>
                  </a:lnTo>
                  <a:lnTo>
                    <a:pt x="4064394" y="2287642"/>
                  </a:lnTo>
                  <a:lnTo>
                    <a:pt x="4064394" y="1009650"/>
                  </a:lnTo>
                  <a:cubicBezTo>
                    <a:pt x="4010098" y="993931"/>
                    <a:pt x="3954324" y="983893"/>
                    <a:pt x="3897961" y="979695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" name="Google Shape;93;p9"/>
            <p:cNvSpPr/>
            <p:nvPr/>
          </p:nvSpPr>
          <p:spPr>
            <a:xfrm>
              <a:off x="-1" y="-1329"/>
              <a:ext cx="9144884" cy="5147195"/>
            </a:xfrm>
            <a:custGeom>
              <a:avLst/>
              <a:gdLst/>
              <a:ahLst/>
              <a:cxnLst/>
              <a:rect l="l" t="t" r="r" b="b"/>
              <a:pathLst>
                <a:path w="4064393" h="2287642" extrusionOk="0">
                  <a:moveTo>
                    <a:pt x="3886668" y="1168356"/>
                  </a:moveTo>
                  <a:cubicBezTo>
                    <a:pt x="3523534" y="864476"/>
                    <a:pt x="3578093" y="1536875"/>
                    <a:pt x="3166834" y="1369892"/>
                  </a:cubicBezTo>
                  <a:cubicBezTo>
                    <a:pt x="2968952" y="1280029"/>
                    <a:pt x="2931661" y="1012343"/>
                    <a:pt x="3042091" y="838988"/>
                  </a:cubicBezTo>
                  <a:cubicBezTo>
                    <a:pt x="3075772" y="781641"/>
                    <a:pt x="3123043" y="717265"/>
                    <a:pt x="3097963" y="655648"/>
                  </a:cubicBezTo>
                  <a:cubicBezTo>
                    <a:pt x="3074787" y="598695"/>
                    <a:pt x="3004406" y="582076"/>
                    <a:pt x="2945711" y="563683"/>
                  </a:cubicBezTo>
                  <a:cubicBezTo>
                    <a:pt x="2704694" y="489125"/>
                    <a:pt x="2524210" y="251788"/>
                    <a:pt x="2514231" y="0"/>
                  </a:cubicBezTo>
                  <a:lnTo>
                    <a:pt x="0" y="0"/>
                  </a:lnTo>
                  <a:lnTo>
                    <a:pt x="0" y="2287642"/>
                  </a:lnTo>
                  <a:lnTo>
                    <a:pt x="4064394" y="2287642"/>
                  </a:lnTo>
                  <a:lnTo>
                    <a:pt x="4064394" y="1364506"/>
                  </a:lnTo>
                  <a:cubicBezTo>
                    <a:pt x="3994275" y="1309983"/>
                    <a:pt x="3950221" y="1229776"/>
                    <a:pt x="3886668" y="1168356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" name="Google Shape;94;p9"/>
            <p:cNvSpPr/>
            <p:nvPr/>
          </p:nvSpPr>
          <p:spPr>
            <a:xfrm>
              <a:off x="-1" y="-886"/>
              <a:ext cx="9144884" cy="5146749"/>
            </a:xfrm>
            <a:custGeom>
              <a:avLst/>
              <a:gdLst/>
              <a:ahLst/>
              <a:cxnLst/>
              <a:rect l="l" t="t" r="r" b="b"/>
              <a:pathLst>
                <a:path w="4064393" h="2287444" extrusionOk="0">
                  <a:moveTo>
                    <a:pt x="3860275" y="1412328"/>
                  </a:moveTo>
                  <a:cubicBezTo>
                    <a:pt x="3499570" y="1212171"/>
                    <a:pt x="3370166" y="1548765"/>
                    <a:pt x="3020622" y="1515723"/>
                  </a:cubicBezTo>
                  <a:cubicBezTo>
                    <a:pt x="2790832" y="1511322"/>
                    <a:pt x="2587895" y="1238973"/>
                    <a:pt x="2748288" y="1041181"/>
                  </a:cubicBezTo>
                  <a:cubicBezTo>
                    <a:pt x="2792933" y="989023"/>
                    <a:pt x="2861476" y="955785"/>
                    <a:pt x="2888657" y="892657"/>
                  </a:cubicBezTo>
                  <a:cubicBezTo>
                    <a:pt x="2920500" y="819019"/>
                    <a:pt x="2882092" y="731848"/>
                    <a:pt x="2824776" y="675552"/>
                  </a:cubicBezTo>
                  <a:cubicBezTo>
                    <a:pt x="2569577" y="494315"/>
                    <a:pt x="2383447" y="351243"/>
                    <a:pt x="2435314" y="0"/>
                  </a:cubicBezTo>
                  <a:lnTo>
                    <a:pt x="0" y="0"/>
                  </a:lnTo>
                  <a:lnTo>
                    <a:pt x="0" y="2287445"/>
                  </a:lnTo>
                  <a:lnTo>
                    <a:pt x="4064394" y="2287445"/>
                  </a:lnTo>
                  <a:lnTo>
                    <a:pt x="4064394" y="1502125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" name="Google Shape;95;p9"/>
            <p:cNvSpPr/>
            <p:nvPr/>
          </p:nvSpPr>
          <p:spPr>
            <a:xfrm>
              <a:off x="-1" y="-1032"/>
              <a:ext cx="9144884" cy="5146898"/>
            </a:xfrm>
            <a:custGeom>
              <a:avLst/>
              <a:gdLst/>
              <a:ahLst/>
              <a:cxnLst/>
              <a:rect l="l" t="t" r="r" b="b"/>
              <a:pathLst>
                <a:path w="4064393" h="2287510" extrusionOk="0">
                  <a:moveTo>
                    <a:pt x="3767571" y="1773029"/>
                  </a:moveTo>
                  <a:cubicBezTo>
                    <a:pt x="3678150" y="1745177"/>
                    <a:pt x="3601400" y="1686056"/>
                    <a:pt x="3513358" y="1654131"/>
                  </a:cubicBezTo>
                  <a:cubicBezTo>
                    <a:pt x="3253038" y="1560523"/>
                    <a:pt x="2846245" y="1725207"/>
                    <a:pt x="2683422" y="1432757"/>
                  </a:cubicBezTo>
                  <a:cubicBezTo>
                    <a:pt x="2593082" y="1250074"/>
                    <a:pt x="2741526" y="1029094"/>
                    <a:pt x="2694714" y="830711"/>
                  </a:cubicBezTo>
                  <a:cubicBezTo>
                    <a:pt x="2667271" y="714506"/>
                    <a:pt x="2577653" y="625234"/>
                    <a:pt x="2512064" y="525517"/>
                  </a:cubicBezTo>
                  <a:cubicBezTo>
                    <a:pt x="2410779" y="370063"/>
                    <a:pt x="2365609" y="184654"/>
                    <a:pt x="2384038" y="0"/>
                  </a:cubicBezTo>
                  <a:lnTo>
                    <a:pt x="0" y="0"/>
                  </a:lnTo>
                  <a:lnTo>
                    <a:pt x="0" y="2287511"/>
                  </a:lnTo>
                  <a:lnTo>
                    <a:pt x="4064394" y="2287511"/>
                  </a:lnTo>
                  <a:lnTo>
                    <a:pt x="4064394" y="1767774"/>
                  </a:lnTo>
                  <a:cubicBezTo>
                    <a:pt x="3965256" y="1794116"/>
                    <a:pt x="3864674" y="1803247"/>
                    <a:pt x="3767571" y="177302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6" name="Google Shape;96;p9"/>
          <p:cNvSpPr txBox="1">
            <a:spLocks noGrp="1"/>
          </p:cNvSpPr>
          <p:nvPr>
            <p:ph type="title"/>
          </p:nvPr>
        </p:nvSpPr>
        <p:spPr>
          <a:xfrm>
            <a:off x="609600" y="792567"/>
            <a:ext cx="6953600" cy="9552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9"/>
          <p:cNvSpPr txBox="1">
            <a:spLocks noGrp="1"/>
          </p:cNvSpPr>
          <p:nvPr>
            <p:ph type="sldNum" idx="12"/>
          </p:nvPr>
        </p:nvSpPr>
        <p:spPr>
          <a:xfrm>
            <a:off x="11307445" y="6333135"/>
            <a:ext cx="731600" cy="524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n">
                <a:solidFill>
                  <a:srgbClr val="CE0063"/>
                </a:solidFill>
              </a:rPr>
              <a:pPr/>
              <a:t>‹#›</a:t>
            </a:fld>
            <a:endParaRPr>
              <a:solidFill>
                <a:srgbClr val="CE006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49701391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" name="Google Shape;99;p10"/>
          <p:cNvGrpSpPr/>
          <p:nvPr/>
        </p:nvGrpSpPr>
        <p:grpSpPr>
          <a:xfrm>
            <a:off x="-20" y="1"/>
            <a:ext cx="12192000" cy="6857803"/>
            <a:chOff x="-15" y="1"/>
            <a:chExt cx="9144000" cy="5143352"/>
          </a:xfrm>
        </p:grpSpPr>
        <p:sp>
          <p:nvSpPr>
            <p:cNvPr id="100" name="Google Shape;100;p10"/>
            <p:cNvSpPr/>
            <p:nvPr/>
          </p:nvSpPr>
          <p:spPr>
            <a:xfrm>
              <a:off x="-15" y="594"/>
              <a:ext cx="9144000" cy="5142022"/>
            </a:xfrm>
            <a:custGeom>
              <a:avLst/>
              <a:gdLst/>
              <a:ahLst/>
              <a:cxnLst/>
              <a:rect l="l" t="t" r="r" b="b"/>
              <a:pathLst>
                <a:path w="4064000" h="2285343" extrusionOk="0">
                  <a:moveTo>
                    <a:pt x="4064000" y="0"/>
                  </a:moveTo>
                  <a:lnTo>
                    <a:pt x="3968014" y="0"/>
                  </a:lnTo>
                  <a:cubicBezTo>
                    <a:pt x="3943656" y="81653"/>
                    <a:pt x="3826660" y="80930"/>
                    <a:pt x="3801974" y="0"/>
                  </a:cubicBezTo>
                  <a:lnTo>
                    <a:pt x="0" y="0"/>
                  </a:lnTo>
                  <a:lnTo>
                    <a:pt x="0" y="2145687"/>
                  </a:lnTo>
                  <a:cubicBezTo>
                    <a:pt x="79376" y="2132549"/>
                    <a:pt x="158227" y="2203954"/>
                    <a:pt x="143652" y="2285343"/>
                  </a:cubicBezTo>
                  <a:lnTo>
                    <a:pt x="4064000" y="228534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" name="Google Shape;101;p10"/>
            <p:cNvSpPr/>
            <p:nvPr/>
          </p:nvSpPr>
          <p:spPr>
            <a:xfrm>
              <a:off x="-15" y="594"/>
              <a:ext cx="9144000" cy="5142465"/>
            </a:xfrm>
            <a:custGeom>
              <a:avLst/>
              <a:gdLst/>
              <a:ahLst/>
              <a:cxnLst/>
              <a:rect l="l" t="t" r="r" b="b"/>
              <a:pathLst>
                <a:path w="4064000" h="2285540" extrusionOk="0">
                  <a:moveTo>
                    <a:pt x="3963287" y="130920"/>
                  </a:moveTo>
                  <a:cubicBezTo>
                    <a:pt x="3873866" y="88944"/>
                    <a:pt x="3760678" y="180187"/>
                    <a:pt x="3705331" y="0"/>
                  </a:cubicBezTo>
                  <a:lnTo>
                    <a:pt x="0" y="0"/>
                  </a:lnTo>
                  <a:lnTo>
                    <a:pt x="0" y="1539766"/>
                  </a:lnTo>
                  <a:cubicBezTo>
                    <a:pt x="129076" y="1755950"/>
                    <a:pt x="-47797" y="2028037"/>
                    <a:pt x="237078" y="2154621"/>
                  </a:cubicBezTo>
                  <a:cubicBezTo>
                    <a:pt x="281985" y="2185298"/>
                    <a:pt x="326893" y="2229179"/>
                    <a:pt x="325514" y="2285541"/>
                  </a:cubicBezTo>
                  <a:lnTo>
                    <a:pt x="4064000" y="2285541"/>
                  </a:lnTo>
                  <a:lnTo>
                    <a:pt x="4064000" y="465346"/>
                  </a:lnTo>
                  <a:cubicBezTo>
                    <a:pt x="3972806" y="345725"/>
                    <a:pt x="4041218" y="187281"/>
                    <a:pt x="3963287" y="13092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" name="Google Shape;102;p10"/>
            <p:cNvSpPr/>
            <p:nvPr/>
          </p:nvSpPr>
          <p:spPr>
            <a:xfrm>
              <a:off x="-15" y="1"/>
              <a:ext cx="9144000" cy="5143352"/>
            </a:xfrm>
            <a:custGeom>
              <a:avLst/>
              <a:gdLst/>
              <a:ahLst/>
              <a:cxnLst/>
              <a:rect l="l" t="t" r="r" b="b"/>
              <a:pathLst>
                <a:path w="4064000" h="2285934" extrusionOk="0">
                  <a:moveTo>
                    <a:pt x="4064000" y="541546"/>
                  </a:moveTo>
                  <a:cubicBezTo>
                    <a:pt x="4012396" y="498322"/>
                    <a:pt x="3979175" y="432238"/>
                    <a:pt x="3979832" y="364643"/>
                  </a:cubicBezTo>
                  <a:cubicBezTo>
                    <a:pt x="4024017" y="50055"/>
                    <a:pt x="3727785" y="340666"/>
                    <a:pt x="3594047" y="0"/>
                  </a:cubicBezTo>
                  <a:lnTo>
                    <a:pt x="0" y="0"/>
                  </a:lnTo>
                  <a:lnTo>
                    <a:pt x="0" y="1422904"/>
                  </a:lnTo>
                  <a:cubicBezTo>
                    <a:pt x="175691" y="1522029"/>
                    <a:pt x="10570" y="1742221"/>
                    <a:pt x="70053" y="1889300"/>
                  </a:cubicBezTo>
                  <a:cubicBezTo>
                    <a:pt x="143914" y="2074742"/>
                    <a:pt x="474680" y="2055101"/>
                    <a:pt x="474746" y="2285934"/>
                  </a:cubicBezTo>
                  <a:lnTo>
                    <a:pt x="4064000" y="2285934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" name="Google Shape;103;p10"/>
            <p:cNvSpPr/>
            <p:nvPr/>
          </p:nvSpPr>
          <p:spPr>
            <a:xfrm>
              <a:off x="-15" y="594"/>
              <a:ext cx="9144000" cy="5142022"/>
            </a:xfrm>
            <a:custGeom>
              <a:avLst/>
              <a:gdLst/>
              <a:ahLst/>
              <a:cxnLst/>
              <a:rect l="l" t="t" r="r" b="b"/>
              <a:pathLst>
                <a:path w="4064000" h="2285343" extrusionOk="0">
                  <a:moveTo>
                    <a:pt x="4064000" y="821975"/>
                  </a:moveTo>
                  <a:cubicBezTo>
                    <a:pt x="3904854" y="719696"/>
                    <a:pt x="3874981" y="525583"/>
                    <a:pt x="3912076" y="353739"/>
                  </a:cubicBezTo>
                  <a:cubicBezTo>
                    <a:pt x="3859553" y="89995"/>
                    <a:pt x="3654252" y="499373"/>
                    <a:pt x="3544412" y="242527"/>
                  </a:cubicBezTo>
                  <a:cubicBezTo>
                    <a:pt x="3516575" y="165210"/>
                    <a:pt x="3536927" y="75346"/>
                    <a:pt x="3500818" y="0"/>
                  </a:cubicBezTo>
                  <a:lnTo>
                    <a:pt x="0" y="0"/>
                  </a:lnTo>
                  <a:lnTo>
                    <a:pt x="0" y="1294546"/>
                  </a:lnTo>
                  <a:cubicBezTo>
                    <a:pt x="325974" y="1577931"/>
                    <a:pt x="36372" y="1880366"/>
                    <a:pt x="390774" y="2094121"/>
                  </a:cubicBezTo>
                  <a:cubicBezTo>
                    <a:pt x="460762" y="2144505"/>
                    <a:pt x="536133" y="2199618"/>
                    <a:pt x="560491" y="2285343"/>
                  </a:cubicBezTo>
                  <a:lnTo>
                    <a:pt x="4064000" y="2285343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" name="Google Shape;104;p10"/>
            <p:cNvSpPr/>
            <p:nvPr/>
          </p:nvSpPr>
          <p:spPr>
            <a:xfrm>
              <a:off x="-15" y="1037"/>
              <a:ext cx="9144000" cy="5141430"/>
            </a:xfrm>
            <a:custGeom>
              <a:avLst/>
              <a:gdLst/>
              <a:ahLst/>
              <a:cxnLst/>
              <a:rect l="l" t="t" r="r" b="b"/>
              <a:pathLst>
                <a:path w="4064000" h="2285080" extrusionOk="0">
                  <a:moveTo>
                    <a:pt x="3795803" y="455689"/>
                  </a:moveTo>
                  <a:cubicBezTo>
                    <a:pt x="3726931" y="388883"/>
                    <a:pt x="3601662" y="435325"/>
                    <a:pt x="3523928" y="379095"/>
                  </a:cubicBezTo>
                  <a:cubicBezTo>
                    <a:pt x="3414745" y="300268"/>
                    <a:pt x="3491101" y="102739"/>
                    <a:pt x="3416911" y="0"/>
                  </a:cubicBezTo>
                  <a:lnTo>
                    <a:pt x="0" y="0"/>
                  </a:lnTo>
                  <a:lnTo>
                    <a:pt x="0" y="1221828"/>
                  </a:lnTo>
                  <a:cubicBezTo>
                    <a:pt x="123883" y="1346322"/>
                    <a:pt x="210606" y="1502927"/>
                    <a:pt x="250406" y="1674035"/>
                  </a:cubicBezTo>
                  <a:cubicBezTo>
                    <a:pt x="273056" y="1772569"/>
                    <a:pt x="281394" y="1878856"/>
                    <a:pt x="339761" y="1961362"/>
                  </a:cubicBezTo>
                  <a:cubicBezTo>
                    <a:pt x="403642" y="2051685"/>
                    <a:pt x="513679" y="2094383"/>
                    <a:pt x="604610" y="2157314"/>
                  </a:cubicBezTo>
                  <a:cubicBezTo>
                    <a:pt x="651093" y="2189436"/>
                    <a:pt x="694622" y="2234828"/>
                    <a:pt x="720359" y="2285080"/>
                  </a:cubicBezTo>
                  <a:lnTo>
                    <a:pt x="4064000" y="2285080"/>
                  </a:lnTo>
                  <a:lnTo>
                    <a:pt x="4064000" y="1160473"/>
                  </a:lnTo>
                  <a:cubicBezTo>
                    <a:pt x="3953766" y="987362"/>
                    <a:pt x="3879774" y="793715"/>
                    <a:pt x="3846356" y="591207"/>
                  </a:cubicBezTo>
                  <a:cubicBezTo>
                    <a:pt x="3838609" y="542662"/>
                    <a:pt x="3831125" y="489782"/>
                    <a:pt x="3795803" y="455689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" name="Google Shape;105;p10"/>
            <p:cNvSpPr/>
            <p:nvPr/>
          </p:nvSpPr>
          <p:spPr>
            <a:xfrm>
              <a:off x="-15" y="150"/>
              <a:ext cx="9144000" cy="5142465"/>
            </a:xfrm>
            <a:custGeom>
              <a:avLst/>
              <a:gdLst/>
              <a:ahLst/>
              <a:cxnLst/>
              <a:rect l="l" t="t" r="r" b="b"/>
              <a:pathLst>
                <a:path w="4064000" h="2285540" extrusionOk="0">
                  <a:moveTo>
                    <a:pt x="4064000" y="1293035"/>
                  </a:moveTo>
                  <a:lnTo>
                    <a:pt x="3812282" y="663991"/>
                  </a:lnTo>
                  <a:cubicBezTo>
                    <a:pt x="3789828" y="607958"/>
                    <a:pt x="3764945" y="548640"/>
                    <a:pt x="3716820" y="514941"/>
                  </a:cubicBezTo>
                  <a:cubicBezTo>
                    <a:pt x="3642369" y="462390"/>
                    <a:pt x="3534630" y="487417"/>
                    <a:pt x="3463788" y="429545"/>
                  </a:cubicBezTo>
                  <a:cubicBezTo>
                    <a:pt x="3343313" y="329565"/>
                    <a:pt x="3428204" y="100177"/>
                    <a:pt x="3307400" y="0"/>
                  </a:cubicBezTo>
                  <a:lnTo>
                    <a:pt x="0" y="0"/>
                  </a:lnTo>
                  <a:lnTo>
                    <a:pt x="0" y="1157912"/>
                  </a:lnTo>
                  <a:cubicBezTo>
                    <a:pt x="382108" y="1475521"/>
                    <a:pt x="221517" y="1854222"/>
                    <a:pt x="483084" y="2065217"/>
                  </a:cubicBezTo>
                  <a:cubicBezTo>
                    <a:pt x="561344" y="2118951"/>
                    <a:pt x="661467" y="2128279"/>
                    <a:pt x="747277" y="2168810"/>
                  </a:cubicBezTo>
                  <a:cubicBezTo>
                    <a:pt x="803228" y="2195657"/>
                    <a:pt x="851805" y="2235721"/>
                    <a:pt x="888828" y="2285540"/>
                  </a:cubicBezTo>
                  <a:lnTo>
                    <a:pt x="4064000" y="228554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6" name="Google Shape;106;p10"/>
          <p:cNvSpPr txBox="1">
            <a:spLocks noGrp="1"/>
          </p:cNvSpPr>
          <p:nvPr>
            <p:ph type="body" idx="1"/>
          </p:nvPr>
        </p:nvSpPr>
        <p:spPr>
          <a:xfrm>
            <a:off x="609600" y="5671879"/>
            <a:ext cx="10972800" cy="692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304792" algn="ctr" rtl="0">
              <a:spcBef>
                <a:spcPts val="480"/>
              </a:spcBef>
              <a:spcAft>
                <a:spcPts val="0"/>
              </a:spcAft>
              <a:buSzPts val="1800"/>
              <a:buNone/>
              <a:defRPr sz="2400"/>
            </a:lvl1pPr>
          </a:lstStyle>
          <a:p>
            <a:endParaRPr/>
          </a:p>
        </p:txBody>
      </p:sp>
      <p:sp>
        <p:nvSpPr>
          <p:cNvPr id="107" name="Google Shape;107;p10"/>
          <p:cNvSpPr txBox="1">
            <a:spLocks noGrp="1"/>
          </p:cNvSpPr>
          <p:nvPr>
            <p:ph type="sldNum" idx="12"/>
          </p:nvPr>
        </p:nvSpPr>
        <p:spPr>
          <a:xfrm>
            <a:off x="11307445" y="6333135"/>
            <a:ext cx="731600" cy="524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n">
                <a:solidFill>
                  <a:srgbClr val="CE0063"/>
                </a:solidFill>
              </a:rPr>
              <a:pPr/>
              <a:t>‹#›</a:t>
            </a:fld>
            <a:endParaRPr>
              <a:solidFill>
                <a:srgbClr val="CE006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58278840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- Corners" type="blank">
  <p:cSld name="Blank - Corners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9" name="Google Shape;109;p11"/>
          <p:cNvGrpSpPr/>
          <p:nvPr/>
        </p:nvGrpSpPr>
        <p:grpSpPr>
          <a:xfrm>
            <a:off x="-20" y="1"/>
            <a:ext cx="12192000" cy="6857803"/>
            <a:chOff x="-15" y="1"/>
            <a:chExt cx="9144000" cy="5143352"/>
          </a:xfrm>
        </p:grpSpPr>
        <p:sp>
          <p:nvSpPr>
            <p:cNvPr id="110" name="Google Shape;110;p11"/>
            <p:cNvSpPr/>
            <p:nvPr/>
          </p:nvSpPr>
          <p:spPr>
            <a:xfrm>
              <a:off x="-15" y="594"/>
              <a:ext cx="9144000" cy="5142022"/>
            </a:xfrm>
            <a:custGeom>
              <a:avLst/>
              <a:gdLst/>
              <a:ahLst/>
              <a:cxnLst/>
              <a:rect l="l" t="t" r="r" b="b"/>
              <a:pathLst>
                <a:path w="4064000" h="2285343" extrusionOk="0">
                  <a:moveTo>
                    <a:pt x="4064000" y="0"/>
                  </a:moveTo>
                  <a:lnTo>
                    <a:pt x="3968014" y="0"/>
                  </a:lnTo>
                  <a:cubicBezTo>
                    <a:pt x="3943656" y="81653"/>
                    <a:pt x="3826660" y="80930"/>
                    <a:pt x="3801974" y="0"/>
                  </a:cubicBezTo>
                  <a:lnTo>
                    <a:pt x="0" y="0"/>
                  </a:lnTo>
                  <a:lnTo>
                    <a:pt x="0" y="2145687"/>
                  </a:lnTo>
                  <a:cubicBezTo>
                    <a:pt x="79376" y="2132549"/>
                    <a:pt x="158227" y="2203954"/>
                    <a:pt x="143652" y="2285343"/>
                  </a:cubicBezTo>
                  <a:lnTo>
                    <a:pt x="4064000" y="228534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" name="Google Shape;111;p11"/>
            <p:cNvSpPr/>
            <p:nvPr/>
          </p:nvSpPr>
          <p:spPr>
            <a:xfrm>
              <a:off x="-15" y="594"/>
              <a:ext cx="9144000" cy="5142465"/>
            </a:xfrm>
            <a:custGeom>
              <a:avLst/>
              <a:gdLst/>
              <a:ahLst/>
              <a:cxnLst/>
              <a:rect l="l" t="t" r="r" b="b"/>
              <a:pathLst>
                <a:path w="4064000" h="2285540" extrusionOk="0">
                  <a:moveTo>
                    <a:pt x="3963287" y="130920"/>
                  </a:moveTo>
                  <a:cubicBezTo>
                    <a:pt x="3873866" y="88944"/>
                    <a:pt x="3760678" y="180187"/>
                    <a:pt x="3705331" y="0"/>
                  </a:cubicBezTo>
                  <a:lnTo>
                    <a:pt x="0" y="0"/>
                  </a:lnTo>
                  <a:lnTo>
                    <a:pt x="0" y="1539766"/>
                  </a:lnTo>
                  <a:cubicBezTo>
                    <a:pt x="129076" y="1755950"/>
                    <a:pt x="-47797" y="2028037"/>
                    <a:pt x="237078" y="2154621"/>
                  </a:cubicBezTo>
                  <a:cubicBezTo>
                    <a:pt x="281985" y="2185298"/>
                    <a:pt x="326893" y="2229179"/>
                    <a:pt x="325514" y="2285541"/>
                  </a:cubicBezTo>
                  <a:lnTo>
                    <a:pt x="4064000" y="2285541"/>
                  </a:lnTo>
                  <a:lnTo>
                    <a:pt x="4064000" y="465346"/>
                  </a:lnTo>
                  <a:cubicBezTo>
                    <a:pt x="3972806" y="345725"/>
                    <a:pt x="4041218" y="187281"/>
                    <a:pt x="3963287" y="13092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" name="Google Shape;112;p11"/>
            <p:cNvSpPr/>
            <p:nvPr/>
          </p:nvSpPr>
          <p:spPr>
            <a:xfrm>
              <a:off x="-15" y="1"/>
              <a:ext cx="9144000" cy="5143352"/>
            </a:xfrm>
            <a:custGeom>
              <a:avLst/>
              <a:gdLst/>
              <a:ahLst/>
              <a:cxnLst/>
              <a:rect l="l" t="t" r="r" b="b"/>
              <a:pathLst>
                <a:path w="4064000" h="2285934" extrusionOk="0">
                  <a:moveTo>
                    <a:pt x="4064000" y="541546"/>
                  </a:moveTo>
                  <a:cubicBezTo>
                    <a:pt x="4012396" y="498322"/>
                    <a:pt x="3979175" y="432238"/>
                    <a:pt x="3979832" y="364643"/>
                  </a:cubicBezTo>
                  <a:cubicBezTo>
                    <a:pt x="4024017" y="50055"/>
                    <a:pt x="3727785" y="340666"/>
                    <a:pt x="3594047" y="0"/>
                  </a:cubicBezTo>
                  <a:lnTo>
                    <a:pt x="0" y="0"/>
                  </a:lnTo>
                  <a:lnTo>
                    <a:pt x="0" y="1422904"/>
                  </a:lnTo>
                  <a:cubicBezTo>
                    <a:pt x="175691" y="1522029"/>
                    <a:pt x="10570" y="1742221"/>
                    <a:pt x="70053" y="1889300"/>
                  </a:cubicBezTo>
                  <a:cubicBezTo>
                    <a:pt x="143914" y="2074742"/>
                    <a:pt x="474680" y="2055101"/>
                    <a:pt x="474746" y="2285934"/>
                  </a:cubicBezTo>
                  <a:lnTo>
                    <a:pt x="4064000" y="2285934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" name="Google Shape;113;p11"/>
            <p:cNvSpPr/>
            <p:nvPr/>
          </p:nvSpPr>
          <p:spPr>
            <a:xfrm>
              <a:off x="-15" y="594"/>
              <a:ext cx="9144000" cy="5142022"/>
            </a:xfrm>
            <a:custGeom>
              <a:avLst/>
              <a:gdLst/>
              <a:ahLst/>
              <a:cxnLst/>
              <a:rect l="l" t="t" r="r" b="b"/>
              <a:pathLst>
                <a:path w="4064000" h="2285343" extrusionOk="0">
                  <a:moveTo>
                    <a:pt x="4064000" y="821975"/>
                  </a:moveTo>
                  <a:cubicBezTo>
                    <a:pt x="3904854" y="719696"/>
                    <a:pt x="3874981" y="525583"/>
                    <a:pt x="3912076" y="353739"/>
                  </a:cubicBezTo>
                  <a:cubicBezTo>
                    <a:pt x="3859553" y="89995"/>
                    <a:pt x="3654252" y="499373"/>
                    <a:pt x="3544412" y="242527"/>
                  </a:cubicBezTo>
                  <a:cubicBezTo>
                    <a:pt x="3516575" y="165210"/>
                    <a:pt x="3536927" y="75346"/>
                    <a:pt x="3500818" y="0"/>
                  </a:cubicBezTo>
                  <a:lnTo>
                    <a:pt x="0" y="0"/>
                  </a:lnTo>
                  <a:lnTo>
                    <a:pt x="0" y="1294546"/>
                  </a:lnTo>
                  <a:cubicBezTo>
                    <a:pt x="325974" y="1577931"/>
                    <a:pt x="36372" y="1880366"/>
                    <a:pt x="390774" y="2094121"/>
                  </a:cubicBezTo>
                  <a:cubicBezTo>
                    <a:pt x="460762" y="2144505"/>
                    <a:pt x="536133" y="2199618"/>
                    <a:pt x="560491" y="2285343"/>
                  </a:cubicBezTo>
                  <a:lnTo>
                    <a:pt x="4064000" y="2285343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" name="Google Shape;114;p11"/>
            <p:cNvSpPr/>
            <p:nvPr/>
          </p:nvSpPr>
          <p:spPr>
            <a:xfrm>
              <a:off x="-15" y="1037"/>
              <a:ext cx="9144000" cy="5141430"/>
            </a:xfrm>
            <a:custGeom>
              <a:avLst/>
              <a:gdLst/>
              <a:ahLst/>
              <a:cxnLst/>
              <a:rect l="l" t="t" r="r" b="b"/>
              <a:pathLst>
                <a:path w="4064000" h="2285080" extrusionOk="0">
                  <a:moveTo>
                    <a:pt x="3795803" y="455689"/>
                  </a:moveTo>
                  <a:cubicBezTo>
                    <a:pt x="3726931" y="388883"/>
                    <a:pt x="3601662" y="435325"/>
                    <a:pt x="3523928" y="379095"/>
                  </a:cubicBezTo>
                  <a:cubicBezTo>
                    <a:pt x="3414745" y="300268"/>
                    <a:pt x="3491101" y="102739"/>
                    <a:pt x="3416911" y="0"/>
                  </a:cubicBezTo>
                  <a:lnTo>
                    <a:pt x="0" y="0"/>
                  </a:lnTo>
                  <a:lnTo>
                    <a:pt x="0" y="1221828"/>
                  </a:lnTo>
                  <a:cubicBezTo>
                    <a:pt x="123883" y="1346322"/>
                    <a:pt x="210606" y="1502927"/>
                    <a:pt x="250406" y="1674035"/>
                  </a:cubicBezTo>
                  <a:cubicBezTo>
                    <a:pt x="273056" y="1772569"/>
                    <a:pt x="281394" y="1878856"/>
                    <a:pt x="339761" y="1961362"/>
                  </a:cubicBezTo>
                  <a:cubicBezTo>
                    <a:pt x="403642" y="2051685"/>
                    <a:pt x="513679" y="2094383"/>
                    <a:pt x="604610" y="2157314"/>
                  </a:cubicBezTo>
                  <a:cubicBezTo>
                    <a:pt x="651093" y="2189436"/>
                    <a:pt x="694622" y="2234828"/>
                    <a:pt x="720359" y="2285080"/>
                  </a:cubicBezTo>
                  <a:lnTo>
                    <a:pt x="4064000" y="2285080"/>
                  </a:lnTo>
                  <a:lnTo>
                    <a:pt x="4064000" y="1160473"/>
                  </a:lnTo>
                  <a:cubicBezTo>
                    <a:pt x="3953766" y="987362"/>
                    <a:pt x="3879774" y="793715"/>
                    <a:pt x="3846356" y="591207"/>
                  </a:cubicBezTo>
                  <a:cubicBezTo>
                    <a:pt x="3838609" y="542662"/>
                    <a:pt x="3831125" y="489782"/>
                    <a:pt x="3795803" y="455689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" name="Google Shape;115;p11"/>
            <p:cNvSpPr/>
            <p:nvPr/>
          </p:nvSpPr>
          <p:spPr>
            <a:xfrm>
              <a:off x="-15" y="150"/>
              <a:ext cx="9144000" cy="5142465"/>
            </a:xfrm>
            <a:custGeom>
              <a:avLst/>
              <a:gdLst/>
              <a:ahLst/>
              <a:cxnLst/>
              <a:rect l="l" t="t" r="r" b="b"/>
              <a:pathLst>
                <a:path w="4064000" h="2285540" extrusionOk="0">
                  <a:moveTo>
                    <a:pt x="4064000" y="1293035"/>
                  </a:moveTo>
                  <a:lnTo>
                    <a:pt x="3812282" y="663991"/>
                  </a:lnTo>
                  <a:cubicBezTo>
                    <a:pt x="3789828" y="607958"/>
                    <a:pt x="3764945" y="548640"/>
                    <a:pt x="3716820" y="514941"/>
                  </a:cubicBezTo>
                  <a:cubicBezTo>
                    <a:pt x="3642369" y="462390"/>
                    <a:pt x="3534630" y="487417"/>
                    <a:pt x="3463788" y="429545"/>
                  </a:cubicBezTo>
                  <a:cubicBezTo>
                    <a:pt x="3343313" y="329565"/>
                    <a:pt x="3428204" y="100177"/>
                    <a:pt x="3307400" y="0"/>
                  </a:cubicBezTo>
                  <a:lnTo>
                    <a:pt x="0" y="0"/>
                  </a:lnTo>
                  <a:lnTo>
                    <a:pt x="0" y="1157912"/>
                  </a:lnTo>
                  <a:cubicBezTo>
                    <a:pt x="382108" y="1475521"/>
                    <a:pt x="221517" y="1854222"/>
                    <a:pt x="483084" y="2065217"/>
                  </a:cubicBezTo>
                  <a:cubicBezTo>
                    <a:pt x="561344" y="2118951"/>
                    <a:pt x="661467" y="2128279"/>
                    <a:pt x="747277" y="2168810"/>
                  </a:cubicBezTo>
                  <a:cubicBezTo>
                    <a:pt x="803228" y="2195657"/>
                    <a:pt x="851805" y="2235721"/>
                    <a:pt x="888828" y="2285540"/>
                  </a:cubicBezTo>
                  <a:lnTo>
                    <a:pt x="4064000" y="228554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6" name="Google Shape;116;p11"/>
          <p:cNvSpPr txBox="1">
            <a:spLocks noGrp="1"/>
          </p:cNvSpPr>
          <p:nvPr>
            <p:ph type="sldNum" idx="12"/>
          </p:nvPr>
        </p:nvSpPr>
        <p:spPr>
          <a:xfrm>
            <a:off x="11307445" y="6333135"/>
            <a:ext cx="731600" cy="524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n">
                <a:solidFill>
                  <a:srgbClr val="CE0063"/>
                </a:solidFill>
              </a:rPr>
              <a:pPr/>
              <a:t>‹#›</a:t>
            </a:fld>
            <a:endParaRPr>
              <a:solidFill>
                <a:srgbClr val="CE006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9127499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- Center">
  <p:cSld name="Blank - Center">
    <p:bg>
      <p:bgPr>
        <a:gradFill>
          <a:gsLst>
            <a:gs pos="0">
              <a:schemeClr val="accent1"/>
            </a:gs>
            <a:gs pos="78000">
              <a:schemeClr val="dk2"/>
            </a:gs>
            <a:gs pos="100000">
              <a:schemeClr val="dk2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8" name="Google Shape;118;p12"/>
          <p:cNvGrpSpPr/>
          <p:nvPr/>
        </p:nvGrpSpPr>
        <p:grpSpPr>
          <a:xfrm>
            <a:off x="-20" y="-16"/>
            <a:ext cx="12192000" cy="6857013"/>
            <a:chOff x="-15" y="-12"/>
            <a:chExt cx="9144000" cy="5142760"/>
          </a:xfrm>
        </p:grpSpPr>
        <p:sp>
          <p:nvSpPr>
            <p:cNvPr id="119" name="Google Shape;119;p12"/>
            <p:cNvSpPr/>
            <p:nvPr/>
          </p:nvSpPr>
          <p:spPr>
            <a:xfrm>
              <a:off x="-15" y="-12"/>
              <a:ext cx="9144000" cy="5142022"/>
            </a:xfrm>
            <a:custGeom>
              <a:avLst/>
              <a:gdLst/>
              <a:ahLst/>
              <a:cxnLst/>
              <a:rect l="l" t="t" r="r" b="b"/>
              <a:pathLst>
                <a:path w="4064000" h="2285343" extrusionOk="0">
                  <a:moveTo>
                    <a:pt x="0" y="0"/>
                  </a:moveTo>
                  <a:lnTo>
                    <a:pt x="0" y="2285343"/>
                  </a:lnTo>
                  <a:lnTo>
                    <a:pt x="4064000" y="2285343"/>
                  </a:lnTo>
                  <a:lnTo>
                    <a:pt x="4064000" y="0"/>
                  </a:lnTo>
                  <a:close/>
                  <a:moveTo>
                    <a:pt x="3082140" y="1095966"/>
                  </a:moveTo>
                  <a:cubicBezTo>
                    <a:pt x="3009920" y="1483535"/>
                    <a:pt x="2684604" y="1652423"/>
                    <a:pt x="2340247" y="1756870"/>
                  </a:cubicBezTo>
                  <a:cubicBezTo>
                    <a:pt x="2062726" y="1889038"/>
                    <a:pt x="1710754" y="2209274"/>
                    <a:pt x="1410451" y="1968719"/>
                  </a:cubicBezTo>
                  <a:cubicBezTo>
                    <a:pt x="1225437" y="1799240"/>
                    <a:pt x="1294637" y="1499038"/>
                    <a:pt x="1163131" y="1300130"/>
                  </a:cubicBezTo>
                  <a:cubicBezTo>
                    <a:pt x="1007925" y="1131044"/>
                    <a:pt x="934129" y="954405"/>
                    <a:pt x="1065241" y="739731"/>
                  </a:cubicBezTo>
                  <a:cubicBezTo>
                    <a:pt x="1141071" y="619191"/>
                    <a:pt x="1267193" y="537210"/>
                    <a:pt x="1400931" y="488403"/>
                  </a:cubicBezTo>
                  <a:cubicBezTo>
                    <a:pt x="1570582" y="433092"/>
                    <a:pt x="1749227" y="457725"/>
                    <a:pt x="1892025" y="340141"/>
                  </a:cubicBezTo>
                  <a:cubicBezTo>
                    <a:pt x="2028520" y="295144"/>
                    <a:pt x="2144860" y="404583"/>
                    <a:pt x="2263825" y="452602"/>
                  </a:cubicBezTo>
                  <a:cubicBezTo>
                    <a:pt x="2464399" y="532086"/>
                    <a:pt x="2709749" y="457791"/>
                    <a:pt x="2894895" y="568544"/>
                  </a:cubicBezTo>
                  <a:cubicBezTo>
                    <a:pt x="3071701" y="674370"/>
                    <a:pt x="3124422" y="904546"/>
                    <a:pt x="3082140" y="109596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" name="Google Shape;120;p12"/>
            <p:cNvSpPr/>
            <p:nvPr/>
          </p:nvSpPr>
          <p:spPr>
            <a:xfrm>
              <a:off x="-15" y="-12"/>
              <a:ext cx="9144000" cy="5142022"/>
            </a:xfrm>
            <a:custGeom>
              <a:avLst/>
              <a:gdLst/>
              <a:ahLst/>
              <a:cxnLst/>
              <a:rect l="l" t="t" r="r" b="b"/>
              <a:pathLst>
                <a:path w="4064000" h="2285343" extrusionOk="0">
                  <a:moveTo>
                    <a:pt x="0" y="0"/>
                  </a:moveTo>
                  <a:lnTo>
                    <a:pt x="0" y="2285343"/>
                  </a:lnTo>
                  <a:lnTo>
                    <a:pt x="4064000" y="2285343"/>
                  </a:lnTo>
                  <a:lnTo>
                    <a:pt x="4064000" y="0"/>
                  </a:lnTo>
                  <a:close/>
                  <a:moveTo>
                    <a:pt x="2928181" y="1644672"/>
                  </a:moveTo>
                  <a:cubicBezTo>
                    <a:pt x="2752031" y="1744652"/>
                    <a:pt x="2539574" y="1757330"/>
                    <a:pt x="2353575" y="1837405"/>
                  </a:cubicBezTo>
                  <a:cubicBezTo>
                    <a:pt x="2238351" y="1887067"/>
                    <a:pt x="2135800" y="1961427"/>
                    <a:pt x="2027667" y="2025015"/>
                  </a:cubicBezTo>
                  <a:cubicBezTo>
                    <a:pt x="1831098" y="2157840"/>
                    <a:pt x="1492781" y="2223332"/>
                    <a:pt x="1363048" y="1974828"/>
                  </a:cubicBezTo>
                  <a:cubicBezTo>
                    <a:pt x="1295031" y="1831362"/>
                    <a:pt x="1366725" y="1645657"/>
                    <a:pt x="1283213" y="1510665"/>
                  </a:cubicBezTo>
                  <a:cubicBezTo>
                    <a:pt x="1230296" y="1425269"/>
                    <a:pt x="1129385" y="1384410"/>
                    <a:pt x="1051782" y="1320165"/>
                  </a:cubicBezTo>
                  <a:cubicBezTo>
                    <a:pt x="821992" y="1139256"/>
                    <a:pt x="837289" y="755825"/>
                    <a:pt x="1081129" y="594097"/>
                  </a:cubicBezTo>
                  <a:cubicBezTo>
                    <a:pt x="1196287" y="513825"/>
                    <a:pt x="1340398" y="491227"/>
                    <a:pt x="1474530" y="449580"/>
                  </a:cubicBezTo>
                  <a:cubicBezTo>
                    <a:pt x="1963063" y="306639"/>
                    <a:pt x="1790195" y="86842"/>
                    <a:pt x="2168495" y="320828"/>
                  </a:cubicBezTo>
                  <a:cubicBezTo>
                    <a:pt x="2375700" y="414830"/>
                    <a:pt x="2611268" y="397422"/>
                    <a:pt x="2823988" y="466462"/>
                  </a:cubicBezTo>
                  <a:cubicBezTo>
                    <a:pt x="3336485" y="633839"/>
                    <a:pt x="3403715" y="1390190"/>
                    <a:pt x="2928181" y="1644672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" name="Google Shape;121;p12"/>
            <p:cNvSpPr/>
            <p:nvPr/>
          </p:nvSpPr>
          <p:spPr>
            <a:xfrm>
              <a:off x="-15" y="-12"/>
              <a:ext cx="9144000" cy="5142760"/>
            </a:xfrm>
            <a:custGeom>
              <a:avLst/>
              <a:gdLst/>
              <a:ahLst/>
              <a:cxnLst/>
              <a:rect l="l" t="t" r="r" b="b"/>
              <a:pathLst>
                <a:path w="4064000" h="2285671" extrusionOk="0">
                  <a:moveTo>
                    <a:pt x="0" y="0"/>
                  </a:moveTo>
                  <a:lnTo>
                    <a:pt x="0" y="2285343"/>
                  </a:lnTo>
                  <a:lnTo>
                    <a:pt x="1470656" y="2285343"/>
                  </a:lnTo>
                  <a:cubicBezTo>
                    <a:pt x="1204690" y="2184378"/>
                    <a:pt x="1192479" y="1951180"/>
                    <a:pt x="1261088" y="1710493"/>
                  </a:cubicBezTo>
                  <a:cubicBezTo>
                    <a:pt x="1271330" y="1635344"/>
                    <a:pt x="1261088" y="1550013"/>
                    <a:pt x="1204165" y="1499761"/>
                  </a:cubicBezTo>
                  <a:cubicBezTo>
                    <a:pt x="1167793" y="1467507"/>
                    <a:pt x="1118814" y="1455157"/>
                    <a:pt x="1073448" y="1437290"/>
                  </a:cubicBezTo>
                  <a:cubicBezTo>
                    <a:pt x="859283" y="1352550"/>
                    <a:pt x="718586" y="1111732"/>
                    <a:pt x="749903" y="883395"/>
                  </a:cubicBezTo>
                  <a:cubicBezTo>
                    <a:pt x="781220" y="655057"/>
                    <a:pt x="981532" y="461076"/>
                    <a:pt x="1210665" y="437165"/>
                  </a:cubicBezTo>
                  <a:cubicBezTo>
                    <a:pt x="1329893" y="424749"/>
                    <a:pt x="1459298" y="444982"/>
                    <a:pt x="1559946" y="379949"/>
                  </a:cubicBezTo>
                  <a:cubicBezTo>
                    <a:pt x="1685083" y="299019"/>
                    <a:pt x="1663286" y="117190"/>
                    <a:pt x="1869834" y="106680"/>
                  </a:cubicBezTo>
                  <a:cubicBezTo>
                    <a:pt x="2081175" y="95644"/>
                    <a:pt x="2338737" y="351308"/>
                    <a:pt x="2756167" y="384350"/>
                  </a:cubicBezTo>
                  <a:cubicBezTo>
                    <a:pt x="2901919" y="395911"/>
                    <a:pt x="3039793" y="478024"/>
                    <a:pt x="3144840" y="580302"/>
                  </a:cubicBezTo>
                  <a:cubicBezTo>
                    <a:pt x="3559644" y="1035335"/>
                    <a:pt x="3159810" y="1809684"/>
                    <a:pt x="2608839" y="1934166"/>
                  </a:cubicBezTo>
                  <a:cubicBezTo>
                    <a:pt x="2494863" y="1963070"/>
                    <a:pt x="2375175" y="1970887"/>
                    <a:pt x="2263629" y="2009052"/>
                  </a:cubicBezTo>
                  <a:cubicBezTo>
                    <a:pt x="2066009" y="2076122"/>
                    <a:pt x="1907323" y="2233448"/>
                    <a:pt x="1702678" y="2285672"/>
                  </a:cubicBezTo>
                  <a:lnTo>
                    <a:pt x="4064000" y="2285672"/>
                  </a:lnTo>
                  <a:lnTo>
                    <a:pt x="406400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" name="Google Shape;122;p12"/>
            <p:cNvSpPr/>
            <p:nvPr/>
          </p:nvSpPr>
          <p:spPr>
            <a:xfrm>
              <a:off x="-15" y="-12"/>
              <a:ext cx="9144000" cy="5142022"/>
            </a:xfrm>
            <a:custGeom>
              <a:avLst/>
              <a:gdLst/>
              <a:ahLst/>
              <a:cxnLst/>
              <a:rect l="l" t="t" r="r" b="b"/>
              <a:pathLst>
                <a:path w="4064000" h="2285343" extrusionOk="0">
                  <a:moveTo>
                    <a:pt x="0" y="0"/>
                  </a:moveTo>
                  <a:lnTo>
                    <a:pt x="0" y="2285343"/>
                  </a:lnTo>
                  <a:lnTo>
                    <a:pt x="1416163" y="2285343"/>
                  </a:lnTo>
                  <a:cubicBezTo>
                    <a:pt x="1016131" y="2089260"/>
                    <a:pt x="1245462" y="1851791"/>
                    <a:pt x="1134375" y="1571953"/>
                  </a:cubicBezTo>
                  <a:cubicBezTo>
                    <a:pt x="1082245" y="1479988"/>
                    <a:pt x="974900" y="1438932"/>
                    <a:pt x="887646" y="1379746"/>
                  </a:cubicBezTo>
                  <a:cubicBezTo>
                    <a:pt x="644725" y="1237790"/>
                    <a:pt x="576970" y="844243"/>
                    <a:pt x="798356" y="660378"/>
                  </a:cubicBezTo>
                  <a:cubicBezTo>
                    <a:pt x="1191231" y="477761"/>
                    <a:pt x="1102598" y="589959"/>
                    <a:pt x="1414653" y="229454"/>
                  </a:cubicBezTo>
                  <a:cubicBezTo>
                    <a:pt x="1579183" y="67398"/>
                    <a:pt x="1821709" y="34618"/>
                    <a:pt x="2050515" y="52814"/>
                  </a:cubicBezTo>
                  <a:cubicBezTo>
                    <a:pt x="2243013" y="68120"/>
                    <a:pt x="2368281" y="221046"/>
                    <a:pt x="2554608" y="260788"/>
                  </a:cubicBezTo>
                  <a:cubicBezTo>
                    <a:pt x="2689462" y="289560"/>
                    <a:pt x="2831538" y="284962"/>
                    <a:pt x="2960483" y="339287"/>
                  </a:cubicBezTo>
                  <a:cubicBezTo>
                    <a:pt x="3426629" y="523218"/>
                    <a:pt x="3494318" y="1497133"/>
                    <a:pt x="3143658" y="1800356"/>
                  </a:cubicBezTo>
                  <a:cubicBezTo>
                    <a:pt x="3081681" y="1850543"/>
                    <a:pt x="3007557" y="1882797"/>
                    <a:pt x="2934418" y="1914459"/>
                  </a:cubicBezTo>
                  <a:cubicBezTo>
                    <a:pt x="2621642" y="2045838"/>
                    <a:pt x="2314051" y="2199487"/>
                    <a:pt x="1985254" y="2285343"/>
                  </a:cubicBezTo>
                  <a:lnTo>
                    <a:pt x="4064000" y="2285343"/>
                  </a:lnTo>
                  <a:lnTo>
                    <a:pt x="406400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" name="Google Shape;123;p12"/>
            <p:cNvSpPr/>
            <p:nvPr/>
          </p:nvSpPr>
          <p:spPr>
            <a:xfrm>
              <a:off x="5408537" y="-12"/>
              <a:ext cx="3735448" cy="5142022"/>
            </a:xfrm>
            <a:custGeom>
              <a:avLst/>
              <a:gdLst/>
              <a:ahLst/>
              <a:cxnLst/>
              <a:rect l="l" t="t" r="r" b="b"/>
              <a:pathLst>
                <a:path w="1660199" h="2285343" extrusionOk="0">
                  <a:moveTo>
                    <a:pt x="12277" y="0"/>
                  </a:moveTo>
                  <a:cubicBezTo>
                    <a:pt x="549133" y="201339"/>
                    <a:pt x="949098" y="345528"/>
                    <a:pt x="1082901" y="960974"/>
                  </a:cubicBezTo>
                  <a:cubicBezTo>
                    <a:pt x="1153480" y="1137745"/>
                    <a:pt x="1237780" y="1246921"/>
                    <a:pt x="1196090" y="1454435"/>
                  </a:cubicBezTo>
                  <a:cubicBezTo>
                    <a:pt x="1161162" y="1696304"/>
                    <a:pt x="946604" y="1836289"/>
                    <a:pt x="738676" y="1927860"/>
                  </a:cubicBezTo>
                  <a:lnTo>
                    <a:pt x="0" y="2285343"/>
                  </a:lnTo>
                  <a:lnTo>
                    <a:pt x="1660200" y="2285343"/>
                  </a:lnTo>
                  <a:lnTo>
                    <a:pt x="166020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" name="Google Shape;124;p12"/>
            <p:cNvSpPr/>
            <p:nvPr/>
          </p:nvSpPr>
          <p:spPr>
            <a:xfrm>
              <a:off x="6171372" y="-12"/>
              <a:ext cx="2972610" cy="5142317"/>
            </a:xfrm>
            <a:custGeom>
              <a:avLst/>
              <a:gdLst/>
              <a:ahLst/>
              <a:cxnLst/>
              <a:rect l="l" t="t" r="r" b="b"/>
              <a:pathLst>
                <a:path w="1321160" h="2285474" extrusionOk="0">
                  <a:moveTo>
                    <a:pt x="1321161" y="0"/>
                  </a:moveTo>
                  <a:lnTo>
                    <a:pt x="0" y="0"/>
                  </a:lnTo>
                  <a:cubicBezTo>
                    <a:pt x="438374" y="300136"/>
                    <a:pt x="961113" y="748862"/>
                    <a:pt x="991970" y="1313268"/>
                  </a:cubicBezTo>
                  <a:cubicBezTo>
                    <a:pt x="960391" y="1723828"/>
                    <a:pt x="665340" y="2083873"/>
                    <a:pt x="318226" y="2285475"/>
                  </a:cubicBezTo>
                  <a:lnTo>
                    <a:pt x="1321161" y="2285475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" name="Google Shape;125;p12"/>
            <p:cNvSpPr/>
            <p:nvPr/>
          </p:nvSpPr>
          <p:spPr>
            <a:xfrm>
              <a:off x="-15" y="-12"/>
              <a:ext cx="3691132" cy="5142022"/>
            </a:xfrm>
            <a:custGeom>
              <a:avLst/>
              <a:gdLst/>
              <a:ahLst/>
              <a:cxnLst/>
              <a:rect l="l" t="t" r="r" b="b"/>
              <a:pathLst>
                <a:path w="1640503" h="2285343" extrusionOk="0">
                  <a:moveTo>
                    <a:pt x="962295" y="2241265"/>
                  </a:moveTo>
                  <a:cubicBezTo>
                    <a:pt x="959603" y="1786562"/>
                    <a:pt x="1193923" y="1717653"/>
                    <a:pt x="698693" y="1419356"/>
                  </a:cubicBezTo>
                  <a:cubicBezTo>
                    <a:pt x="447303" y="1226032"/>
                    <a:pt x="409814" y="829857"/>
                    <a:pt x="619908" y="592652"/>
                  </a:cubicBezTo>
                  <a:cubicBezTo>
                    <a:pt x="713925" y="482688"/>
                    <a:pt x="844971" y="412334"/>
                    <a:pt x="972734" y="344608"/>
                  </a:cubicBezTo>
                  <a:cubicBezTo>
                    <a:pt x="1195499" y="230505"/>
                    <a:pt x="1411830" y="101556"/>
                    <a:pt x="1640504" y="0"/>
                  </a:cubicBezTo>
                  <a:lnTo>
                    <a:pt x="0" y="0"/>
                  </a:lnTo>
                  <a:lnTo>
                    <a:pt x="0" y="2285343"/>
                  </a:lnTo>
                  <a:lnTo>
                    <a:pt x="973587" y="2285343"/>
                  </a:lnTo>
                  <a:cubicBezTo>
                    <a:pt x="968722" y="2270957"/>
                    <a:pt x="964947" y="2256223"/>
                    <a:pt x="962295" y="2241265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" name="Google Shape;126;p12"/>
            <p:cNvSpPr/>
            <p:nvPr/>
          </p:nvSpPr>
          <p:spPr>
            <a:xfrm>
              <a:off x="-15" y="-12"/>
              <a:ext cx="2881318" cy="5142022"/>
            </a:xfrm>
            <a:custGeom>
              <a:avLst/>
              <a:gdLst/>
              <a:ahLst/>
              <a:cxnLst/>
              <a:rect l="l" t="t" r="r" b="b"/>
              <a:pathLst>
                <a:path w="1280586" h="2285343" extrusionOk="0">
                  <a:moveTo>
                    <a:pt x="814113" y="2168153"/>
                  </a:moveTo>
                  <a:cubicBezTo>
                    <a:pt x="750954" y="1388022"/>
                    <a:pt x="-112400" y="736578"/>
                    <a:pt x="1008121" y="209813"/>
                  </a:cubicBezTo>
                  <a:cubicBezTo>
                    <a:pt x="1135294" y="165669"/>
                    <a:pt x="1259183" y="161202"/>
                    <a:pt x="1280587" y="0"/>
                  </a:cubicBezTo>
                  <a:lnTo>
                    <a:pt x="0" y="0"/>
                  </a:lnTo>
                  <a:lnTo>
                    <a:pt x="0" y="2285343"/>
                  </a:lnTo>
                  <a:lnTo>
                    <a:pt x="838274" y="2285343"/>
                  </a:lnTo>
                  <a:cubicBezTo>
                    <a:pt x="821880" y="2248478"/>
                    <a:pt x="813640" y="2208499"/>
                    <a:pt x="814113" y="216815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7" name="Google Shape;127;p12"/>
          <p:cNvSpPr txBox="1">
            <a:spLocks noGrp="1"/>
          </p:cNvSpPr>
          <p:nvPr>
            <p:ph type="sldNum" idx="12"/>
          </p:nvPr>
        </p:nvSpPr>
        <p:spPr>
          <a:xfrm>
            <a:off x="11307445" y="6333135"/>
            <a:ext cx="731600" cy="524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n">
                <a:solidFill>
                  <a:srgbClr val="CE0063"/>
                </a:solidFill>
              </a:rPr>
              <a:pPr/>
              <a:t>‹#›</a:t>
            </a:fld>
            <a:endParaRPr>
              <a:solidFill>
                <a:srgbClr val="CE006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36372999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background">
  <p:cSld name="Image background">
    <p:bg>
      <p:bgPr>
        <a:gradFill>
          <a:gsLst>
            <a:gs pos="0">
              <a:schemeClr val="accent1"/>
            </a:gs>
            <a:gs pos="78000">
              <a:schemeClr val="dk2"/>
            </a:gs>
            <a:gs pos="100000">
              <a:schemeClr val="dk2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3"/>
          <p:cNvSpPr txBox="1">
            <a:spLocks noGrp="1"/>
          </p:cNvSpPr>
          <p:nvPr>
            <p:ph type="sldNum" idx="12"/>
          </p:nvPr>
        </p:nvSpPr>
        <p:spPr>
          <a:xfrm>
            <a:off x="11307445" y="6333135"/>
            <a:ext cx="731600" cy="524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fld id="{00000000-1234-1234-1234-123412341234}" type="slidenum">
              <a:rPr lang="en">
                <a:solidFill>
                  <a:srgbClr val="FFFFFF"/>
                </a:solidFill>
              </a:rPr>
              <a:pPr/>
              <a:t>‹#›</a:t>
            </a:fld>
            <a:endParaRPr>
              <a:solidFill>
                <a:srgbClr val="FFFFFF"/>
              </a:solidFill>
            </a:endParaRPr>
          </a:p>
        </p:txBody>
      </p:sp>
      <p:grpSp>
        <p:nvGrpSpPr>
          <p:cNvPr id="130" name="Google Shape;130;p13"/>
          <p:cNvGrpSpPr/>
          <p:nvPr/>
        </p:nvGrpSpPr>
        <p:grpSpPr>
          <a:xfrm>
            <a:off x="0" y="0"/>
            <a:ext cx="12192667" cy="6869371"/>
            <a:chOff x="0" y="0"/>
            <a:chExt cx="9144500" cy="5152028"/>
          </a:xfrm>
        </p:grpSpPr>
        <p:sp>
          <p:nvSpPr>
            <p:cNvPr id="131" name="Google Shape;131;p13"/>
            <p:cNvSpPr/>
            <p:nvPr/>
          </p:nvSpPr>
          <p:spPr>
            <a:xfrm>
              <a:off x="7448736" y="0"/>
              <a:ext cx="1695764" cy="2915696"/>
            </a:xfrm>
            <a:custGeom>
              <a:avLst/>
              <a:gdLst/>
              <a:ahLst/>
              <a:cxnLst/>
              <a:rect l="l" t="t" r="r" b="b"/>
              <a:pathLst>
                <a:path w="650341" h="1112861" extrusionOk="0">
                  <a:moveTo>
                    <a:pt x="132487" y="368402"/>
                  </a:moveTo>
                  <a:cubicBezTo>
                    <a:pt x="193589" y="418171"/>
                    <a:pt x="286581" y="396776"/>
                    <a:pt x="350869" y="441884"/>
                  </a:cubicBezTo>
                  <a:cubicBezTo>
                    <a:pt x="392368" y="471007"/>
                    <a:pt x="413854" y="522153"/>
                    <a:pt x="433215" y="570521"/>
                  </a:cubicBezTo>
                  <a:lnTo>
                    <a:pt x="650341" y="1112861"/>
                  </a:lnTo>
                  <a:lnTo>
                    <a:pt x="650341" y="0"/>
                  </a:lnTo>
                  <a:lnTo>
                    <a:pt x="0" y="0"/>
                  </a:lnTo>
                  <a:cubicBezTo>
                    <a:pt x="100428" y="87537"/>
                    <a:pt x="29356" y="282822"/>
                    <a:pt x="132487" y="36840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285750" dist="9525" algn="bl" rotWithShape="0">
                <a:schemeClr val="dk1">
                  <a:alpha val="6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" name="Google Shape;132;p13"/>
            <p:cNvSpPr/>
            <p:nvPr/>
          </p:nvSpPr>
          <p:spPr>
            <a:xfrm>
              <a:off x="0" y="2610500"/>
              <a:ext cx="1994013" cy="2541528"/>
            </a:xfrm>
            <a:custGeom>
              <a:avLst/>
              <a:gdLst/>
              <a:ahLst/>
              <a:cxnLst/>
              <a:rect l="l" t="t" r="r" b="b"/>
              <a:pathLst>
                <a:path w="764722" h="970049" extrusionOk="0">
                  <a:moveTo>
                    <a:pt x="644837" y="872178"/>
                  </a:moveTo>
                  <a:cubicBezTo>
                    <a:pt x="570748" y="837236"/>
                    <a:pt x="484322" y="829146"/>
                    <a:pt x="416799" y="782830"/>
                  </a:cubicBezTo>
                  <a:cubicBezTo>
                    <a:pt x="191078" y="600537"/>
                    <a:pt x="329601" y="274007"/>
                    <a:pt x="0" y="0"/>
                  </a:cubicBezTo>
                  <a:lnTo>
                    <a:pt x="0" y="970050"/>
                  </a:lnTo>
                  <a:lnTo>
                    <a:pt x="764723" y="970050"/>
                  </a:lnTo>
                  <a:cubicBezTo>
                    <a:pt x="733074" y="928390"/>
                    <a:pt x="691985" y="894843"/>
                    <a:pt x="644837" y="87217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285750" dist="9525" algn="bl" rotWithShape="0">
                <a:schemeClr val="dk1">
                  <a:alpha val="6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" name="Google Shape;133;p13"/>
            <p:cNvSpPr/>
            <p:nvPr/>
          </p:nvSpPr>
          <p:spPr>
            <a:xfrm>
              <a:off x="7692032" y="0"/>
              <a:ext cx="1452406" cy="2617388"/>
            </a:xfrm>
            <a:custGeom>
              <a:avLst/>
              <a:gdLst/>
              <a:ahLst/>
              <a:cxnLst/>
              <a:rect l="l" t="t" r="r" b="b"/>
              <a:pathLst>
                <a:path w="557011" h="999003" extrusionOk="0">
                  <a:moveTo>
                    <a:pt x="90868" y="324815"/>
                  </a:moveTo>
                  <a:cubicBezTo>
                    <a:pt x="157932" y="373401"/>
                    <a:pt x="266109" y="333291"/>
                    <a:pt x="325545" y="390980"/>
                  </a:cubicBezTo>
                  <a:cubicBezTo>
                    <a:pt x="355987" y="420538"/>
                    <a:pt x="362457" y="466177"/>
                    <a:pt x="369313" y="508050"/>
                  </a:cubicBezTo>
                  <a:cubicBezTo>
                    <a:pt x="398137" y="682691"/>
                    <a:pt x="461967" y="849694"/>
                    <a:pt x="557011" y="999003"/>
                  </a:cubicBezTo>
                  <a:lnTo>
                    <a:pt x="557011" y="0"/>
                  </a:lnTo>
                  <a:lnTo>
                    <a:pt x="0" y="0"/>
                  </a:lnTo>
                  <a:cubicBezTo>
                    <a:pt x="61367" y="89348"/>
                    <a:pt x="-2559" y="257176"/>
                    <a:pt x="90868" y="32481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" name="Google Shape;134;p13"/>
            <p:cNvSpPr/>
            <p:nvPr/>
          </p:nvSpPr>
          <p:spPr>
            <a:xfrm>
              <a:off x="0" y="2756070"/>
              <a:ext cx="1616827" cy="2395888"/>
            </a:xfrm>
            <a:custGeom>
              <a:avLst/>
              <a:gdLst/>
              <a:ahLst/>
              <a:cxnLst/>
              <a:rect l="l" t="t" r="r" b="b"/>
              <a:pathLst>
                <a:path w="620068" h="914461" extrusionOk="0">
                  <a:moveTo>
                    <a:pt x="521668" y="806930"/>
                  </a:moveTo>
                  <a:cubicBezTo>
                    <a:pt x="443185" y="752621"/>
                    <a:pt x="348214" y="715795"/>
                    <a:pt x="293099" y="637894"/>
                  </a:cubicBezTo>
                  <a:cubicBezTo>
                    <a:pt x="242692" y="566706"/>
                    <a:pt x="235498" y="474967"/>
                    <a:pt x="215847" y="389942"/>
                  </a:cubicBezTo>
                  <a:cubicBezTo>
                    <a:pt x="181547" y="242415"/>
                    <a:pt x="106799" y="107374"/>
                    <a:pt x="0" y="0"/>
                  </a:cubicBezTo>
                  <a:lnTo>
                    <a:pt x="0" y="914461"/>
                  </a:lnTo>
                  <a:lnTo>
                    <a:pt x="620068" y="914461"/>
                  </a:lnTo>
                  <a:cubicBezTo>
                    <a:pt x="597689" y="872130"/>
                    <a:pt x="560898" y="834169"/>
                    <a:pt x="521668" y="80693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" name="Google Shape;135;p13"/>
            <p:cNvSpPr/>
            <p:nvPr/>
          </p:nvSpPr>
          <p:spPr>
            <a:xfrm>
              <a:off x="7879130" y="0"/>
              <a:ext cx="1265261" cy="1852036"/>
            </a:xfrm>
            <a:custGeom>
              <a:avLst/>
              <a:gdLst/>
              <a:ahLst/>
              <a:cxnLst/>
              <a:rect l="l" t="t" r="r" b="b"/>
              <a:pathLst>
                <a:path w="485239" h="706884" extrusionOk="0">
                  <a:moveTo>
                    <a:pt x="36719" y="207021"/>
                  </a:moveTo>
                  <a:cubicBezTo>
                    <a:pt x="131763" y="428627"/>
                    <a:pt x="309225" y="75390"/>
                    <a:pt x="354273" y="302961"/>
                  </a:cubicBezTo>
                  <a:cubicBezTo>
                    <a:pt x="322286" y="451181"/>
                    <a:pt x="348020" y="618600"/>
                    <a:pt x="485239" y="706885"/>
                  </a:cubicBezTo>
                  <a:lnTo>
                    <a:pt x="485239" y="0"/>
                  </a:lnTo>
                  <a:lnTo>
                    <a:pt x="0" y="0"/>
                  </a:lnTo>
                  <a:cubicBezTo>
                    <a:pt x="29790" y="64523"/>
                    <a:pt x="12964" y="141073"/>
                    <a:pt x="36719" y="20702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" name="Google Shape;136;p13"/>
            <p:cNvSpPr/>
            <p:nvPr/>
          </p:nvSpPr>
          <p:spPr>
            <a:xfrm>
              <a:off x="0" y="2919658"/>
              <a:ext cx="1258526" cy="2232214"/>
            </a:xfrm>
            <a:custGeom>
              <a:avLst/>
              <a:gdLst/>
              <a:ahLst/>
              <a:cxnLst/>
              <a:rect l="l" t="t" r="r" b="b"/>
              <a:pathLst>
                <a:path w="482656" h="851990" extrusionOk="0">
                  <a:moveTo>
                    <a:pt x="337133" y="689788"/>
                  </a:moveTo>
                  <a:cubicBezTo>
                    <a:pt x="31384" y="505394"/>
                    <a:pt x="281053" y="244595"/>
                    <a:pt x="0" y="0"/>
                  </a:cubicBezTo>
                  <a:lnTo>
                    <a:pt x="0" y="851990"/>
                  </a:lnTo>
                  <a:lnTo>
                    <a:pt x="482656" y="851990"/>
                  </a:lnTo>
                  <a:cubicBezTo>
                    <a:pt x="460784" y="779667"/>
                    <a:pt x="396713" y="732723"/>
                    <a:pt x="337133" y="689788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7" name="Google Shape;137;p13"/>
            <p:cNvSpPr/>
            <p:nvPr/>
          </p:nvSpPr>
          <p:spPr>
            <a:xfrm>
              <a:off x="8089575" y="0"/>
              <a:ext cx="1054762" cy="1217967"/>
            </a:xfrm>
            <a:custGeom>
              <a:avLst/>
              <a:gdLst/>
              <a:ahLst/>
              <a:cxnLst/>
              <a:rect l="l" t="t" r="r" b="b"/>
              <a:pathLst>
                <a:path w="404511" h="464873" extrusionOk="0">
                  <a:moveTo>
                    <a:pt x="332087" y="312355"/>
                  </a:moveTo>
                  <a:cubicBezTo>
                    <a:pt x="331532" y="370648"/>
                    <a:pt x="360091" y="427541"/>
                    <a:pt x="404511" y="464873"/>
                  </a:cubicBezTo>
                  <a:lnTo>
                    <a:pt x="404511" y="0"/>
                  </a:lnTo>
                  <a:lnTo>
                    <a:pt x="0" y="0"/>
                  </a:lnTo>
                  <a:cubicBezTo>
                    <a:pt x="115854" y="290307"/>
                    <a:pt x="370086" y="41607"/>
                    <a:pt x="332087" y="312355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" name="Google Shape;138;p13"/>
            <p:cNvSpPr/>
            <p:nvPr/>
          </p:nvSpPr>
          <p:spPr>
            <a:xfrm>
              <a:off x="0" y="3209153"/>
              <a:ext cx="1067917" cy="1942573"/>
            </a:xfrm>
            <a:custGeom>
              <a:avLst/>
              <a:gdLst/>
              <a:ahLst/>
              <a:cxnLst/>
              <a:rect l="l" t="t" r="r" b="b"/>
              <a:pathLst>
                <a:path w="409556" h="741440" extrusionOk="0">
                  <a:moveTo>
                    <a:pt x="60353" y="402089"/>
                  </a:moveTo>
                  <a:cubicBezTo>
                    <a:pt x="9029" y="275481"/>
                    <a:pt x="151438" y="85556"/>
                    <a:pt x="0" y="0"/>
                  </a:cubicBezTo>
                  <a:lnTo>
                    <a:pt x="0" y="741441"/>
                  </a:lnTo>
                  <a:lnTo>
                    <a:pt x="409556" y="741441"/>
                  </a:lnTo>
                  <a:cubicBezTo>
                    <a:pt x="406756" y="545262"/>
                    <a:pt x="123748" y="561248"/>
                    <a:pt x="60353" y="402089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" name="Google Shape;139;p13"/>
            <p:cNvSpPr/>
            <p:nvPr/>
          </p:nvSpPr>
          <p:spPr>
            <a:xfrm>
              <a:off x="8338976" y="0"/>
              <a:ext cx="805298" cy="1045498"/>
            </a:xfrm>
            <a:custGeom>
              <a:avLst/>
              <a:gdLst/>
              <a:ahLst/>
              <a:cxnLst/>
              <a:rect l="l" t="t" r="r" b="b"/>
              <a:pathLst>
                <a:path w="308839" h="399045" extrusionOk="0">
                  <a:moveTo>
                    <a:pt x="221931" y="110694"/>
                  </a:moveTo>
                  <a:cubicBezTo>
                    <a:pt x="289164" y="159280"/>
                    <a:pt x="230259" y="295813"/>
                    <a:pt x="308839" y="399046"/>
                  </a:cubicBezTo>
                  <a:lnTo>
                    <a:pt x="308839" y="0"/>
                  </a:lnTo>
                  <a:lnTo>
                    <a:pt x="0" y="0"/>
                  </a:lnTo>
                  <a:cubicBezTo>
                    <a:pt x="48114" y="152398"/>
                    <a:pt x="145137" y="74666"/>
                    <a:pt x="221931" y="11069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" name="Google Shape;140;p13"/>
            <p:cNvSpPr/>
            <p:nvPr/>
          </p:nvSpPr>
          <p:spPr>
            <a:xfrm>
              <a:off x="0" y="3473794"/>
              <a:ext cx="731962" cy="1677798"/>
            </a:xfrm>
            <a:custGeom>
              <a:avLst/>
              <a:gdLst/>
              <a:ahLst/>
              <a:cxnLst/>
              <a:rect l="l" t="t" r="r" b="b"/>
              <a:pathLst>
                <a:path w="280714" h="640381" extrusionOk="0">
                  <a:moveTo>
                    <a:pt x="204452" y="530242"/>
                  </a:moveTo>
                  <a:cubicBezTo>
                    <a:pt x="-41306" y="421045"/>
                    <a:pt x="111050" y="186471"/>
                    <a:pt x="0" y="0"/>
                  </a:cubicBezTo>
                  <a:lnTo>
                    <a:pt x="0" y="640381"/>
                  </a:lnTo>
                  <a:lnTo>
                    <a:pt x="280715" y="640381"/>
                  </a:lnTo>
                  <a:cubicBezTo>
                    <a:pt x="280377" y="593220"/>
                    <a:pt x="242475" y="556201"/>
                    <a:pt x="204452" y="530242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" name="Google Shape;141;p13"/>
            <p:cNvSpPr/>
            <p:nvPr/>
          </p:nvSpPr>
          <p:spPr>
            <a:xfrm>
              <a:off x="8556976" y="0"/>
              <a:ext cx="369694" cy="131794"/>
            </a:xfrm>
            <a:custGeom>
              <a:avLst/>
              <a:gdLst/>
              <a:ahLst/>
              <a:cxnLst/>
              <a:rect l="l" t="t" r="r" b="b"/>
              <a:pathLst>
                <a:path w="141781" h="50303" extrusionOk="0">
                  <a:moveTo>
                    <a:pt x="141782" y="0"/>
                  </a:moveTo>
                  <a:lnTo>
                    <a:pt x="0" y="0"/>
                  </a:lnTo>
                  <a:cubicBezTo>
                    <a:pt x="22572" y="66793"/>
                    <a:pt x="119499" y="67349"/>
                    <a:pt x="14178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" name="Google Shape;142;p13"/>
            <p:cNvSpPr/>
            <p:nvPr/>
          </p:nvSpPr>
          <p:spPr>
            <a:xfrm>
              <a:off x="0" y="4839027"/>
              <a:ext cx="326660" cy="311874"/>
            </a:xfrm>
            <a:custGeom>
              <a:avLst/>
              <a:gdLst/>
              <a:ahLst/>
              <a:cxnLst/>
              <a:rect l="l" t="t" r="r" b="b"/>
              <a:pathLst>
                <a:path w="125277" h="119036" extrusionOk="0">
                  <a:moveTo>
                    <a:pt x="0" y="1339"/>
                  </a:moveTo>
                  <a:lnTo>
                    <a:pt x="0" y="119037"/>
                  </a:lnTo>
                  <a:lnTo>
                    <a:pt x="124231" y="119037"/>
                  </a:lnTo>
                  <a:cubicBezTo>
                    <a:pt x="134491" y="50143"/>
                    <a:pt x="67596" y="-9793"/>
                    <a:pt x="0" y="133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29655116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bg>
      <p:bgPr>
        <a:gradFill>
          <a:gsLst>
            <a:gs pos="0">
              <a:schemeClr val="accent1"/>
            </a:gs>
            <a:gs pos="37000">
              <a:schemeClr val="dk2"/>
            </a:gs>
            <a:gs pos="100000">
              <a:schemeClr val="dk2"/>
            </a:gs>
          </a:gsLst>
          <a:lin ang="10800025" scaled="0"/>
        </a:gra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-11" y="-17"/>
            <a:ext cx="10281021" cy="6856029"/>
            <a:chOff x="-8" y="-13"/>
            <a:chExt cx="7710766" cy="5142022"/>
          </a:xfrm>
        </p:grpSpPr>
        <p:sp>
          <p:nvSpPr>
            <p:cNvPr id="11" name="Google Shape;11;p2"/>
            <p:cNvSpPr/>
            <p:nvPr/>
          </p:nvSpPr>
          <p:spPr>
            <a:xfrm>
              <a:off x="-8" y="-13"/>
              <a:ext cx="7710766" cy="5142022"/>
            </a:xfrm>
            <a:custGeom>
              <a:avLst/>
              <a:gdLst/>
              <a:ahLst/>
              <a:cxnLst/>
              <a:rect l="l" t="t" r="r" b="b"/>
              <a:pathLst>
                <a:path w="3427007" h="2285343" extrusionOk="0">
                  <a:moveTo>
                    <a:pt x="3264200" y="1931013"/>
                  </a:moveTo>
                  <a:cubicBezTo>
                    <a:pt x="3059555" y="1738083"/>
                    <a:pt x="2707189" y="1625228"/>
                    <a:pt x="2663923" y="1311888"/>
                  </a:cubicBezTo>
                  <a:cubicBezTo>
                    <a:pt x="2646918" y="776320"/>
                    <a:pt x="3405816" y="668129"/>
                    <a:pt x="3258554" y="0"/>
                  </a:cubicBezTo>
                  <a:lnTo>
                    <a:pt x="0" y="0"/>
                  </a:lnTo>
                  <a:lnTo>
                    <a:pt x="0" y="2285343"/>
                  </a:lnTo>
                  <a:lnTo>
                    <a:pt x="3426103" y="2285343"/>
                  </a:lnTo>
                  <a:cubicBezTo>
                    <a:pt x="3436148" y="2153964"/>
                    <a:pt x="3361302" y="2023504"/>
                    <a:pt x="3264200" y="193101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-8" y="-13"/>
              <a:ext cx="7536339" cy="5142022"/>
            </a:xfrm>
            <a:custGeom>
              <a:avLst/>
              <a:gdLst/>
              <a:ahLst/>
              <a:cxnLst/>
              <a:rect l="l" t="t" r="r" b="b"/>
              <a:pathLst>
                <a:path w="3349484" h="2285343" extrusionOk="0">
                  <a:moveTo>
                    <a:pt x="3135123" y="1986849"/>
                  </a:moveTo>
                  <a:cubicBezTo>
                    <a:pt x="3002568" y="1888315"/>
                    <a:pt x="2836659" y="1848901"/>
                    <a:pt x="2687952" y="1777628"/>
                  </a:cubicBezTo>
                  <a:cubicBezTo>
                    <a:pt x="2379377" y="1643884"/>
                    <a:pt x="2269472" y="1317800"/>
                    <a:pt x="2551129" y="1092748"/>
                  </a:cubicBezTo>
                  <a:cubicBezTo>
                    <a:pt x="2647246" y="1012409"/>
                    <a:pt x="2763520" y="961040"/>
                    <a:pt x="2873688" y="901459"/>
                  </a:cubicBezTo>
                  <a:cubicBezTo>
                    <a:pt x="3268796" y="717528"/>
                    <a:pt x="3285865" y="371278"/>
                    <a:pt x="3154688" y="0"/>
                  </a:cubicBezTo>
                  <a:lnTo>
                    <a:pt x="0" y="0"/>
                  </a:lnTo>
                  <a:lnTo>
                    <a:pt x="0" y="2285343"/>
                  </a:lnTo>
                  <a:lnTo>
                    <a:pt x="3349485" y="2285343"/>
                  </a:lnTo>
                  <a:cubicBezTo>
                    <a:pt x="3310420" y="2166169"/>
                    <a:pt x="3235575" y="2061939"/>
                    <a:pt x="3135123" y="1986849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-8" y="-13"/>
              <a:ext cx="6852517" cy="5142022"/>
            </a:xfrm>
            <a:custGeom>
              <a:avLst/>
              <a:gdLst/>
              <a:ahLst/>
              <a:cxnLst/>
              <a:rect l="l" t="t" r="r" b="b"/>
              <a:pathLst>
                <a:path w="3045563" h="2285343" extrusionOk="0">
                  <a:moveTo>
                    <a:pt x="2807574" y="2063115"/>
                  </a:moveTo>
                  <a:cubicBezTo>
                    <a:pt x="2956478" y="1994404"/>
                    <a:pt x="2840008" y="1887198"/>
                    <a:pt x="2727411" y="1875177"/>
                  </a:cubicBezTo>
                  <a:cubicBezTo>
                    <a:pt x="2250301" y="1750695"/>
                    <a:pt x="2181824" y="1070150"/>
                    <a:pt x="2624661" y="853112"/>
                  </a:cubicBezTo>
                  <a:cubicBezTo>
                    <a:pt x="2701215" y="814552"/>
                    <a:pt x="2785909" y="794451"/>
                    <a:pt x="2863446" y="757796"/>
                  </a:cubicBezTo>
                  <a:cubicBezTo>
                    <a:pt x="3297881" y="540560"/>
                    <a:pt x="2793262" y="253036"/>
                    <a:pt x="2983397" y="0"/>
                  </a:cubicBezTo>
                  <a:lnTo>
                    <a:pt x="0" y="0"/>
                  </a:lnTo>
                  <a:lnTo>
                    <a:pt x="0" y="2285343"/>
                  </a:lnTo>
                  <a:lnTo>
                    <a:pt x="2681190" y="2285343"/>
                  </a:lnTo>
                  <a:cubicBezTo>
                    <a:pt x="2683685" y="2196596"/>
                    <a:pt x="2730299" y="2108047"/>
                    <a:pt x="2807574" y="2063115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-8" y="-13"/>
              <a:ext cx="6478551" cy="5142022"/>
            </a:xfrm>
            <a:custGeom>
              <a:avLst/>
              <a:gdLst/>
              <a:ahLst/>
              <a:cxnLst/>
              <a:rect l="l" t="t" r="r" b="b"/>
              <a:pathLst>
                <a:path w="2879356" h="2285343" extrusionOk="0">
                  <a:moveTo>
                    <a:pt x="2483636" y="1975748"/>
                  </a:moveTo>
                  <a:cubicBezTo>
                    <a:pt x="2425729" y="1949472"/>
                    <a:pt x="2357974" y="1946319"/>
                    <a:pt x="2304203" y="1912292"/>
                  </a:cubicBezTo>
                  <a:cubicBezTo>
                    <a:pt x="2200338" y="1846602"/>
                    <a:pt x="2149981" y="1693020"/>
                    <a:pt x="2194297" y="1578391"/>
                  </a:cubicBezTo>
                  <a:cubicBezTo>
                    <a:pt x="2362898" y="1262161"/>
                    <a:pt x="2082226" y="851863"/>
                    <a:pt x="2213994" y="698938"/>
                  </a:cubicBezTo>
                  <a:cubicBezTo>
                    <a:pt x="2289890" y="640671"/>
                    <a:pt x="2476086" y="701106"/>
                    <a:pt x="2569840" y="720484"/>
                  </a:cubicBezTo>
                  <a:cubicBezTo>
                    <a:pt x="3121795" y="827427"/>
                    <a:pt x="2785252" y="260657"/>
                    <a:pt x="2696422" y="0"/>
                  </a:cubicBezTo>
                  <a:lnTo>
                    <a:pt x="0" y="0"/>
                  </a:lnTo>
                  <a:lnTo>
                    <a:pt x="0" y="2285343"/>
                  </a:lnTo>
                  <a:lnTo>
                    <a:pt x="2605819" y="2285343"/>
                  </a:lnTo>
                  <a:cubicBezTo>
                    <a:pt x="2646787" y="2172291"/>
                    <a:pt x="2595314" y="2026460"/>
                    <a:pt x="2483636" y="197574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-8" y="-13"/>
              <a:ext cx="6272190" cy="5142022"/>
            </a:xfrm>
            <a:custGeom>
              <a:avLst/>
              <a:gdLst/>
              <a:ahLst/>
              <a:cxnLst/>
              <a:rect l="l" t="t" r="r" b="b"/>
              <a:pathLst>
                <a:path w="2787640" h="2285343" extrusionOk="0">
                  <a:moveTo>
                    <a:pt x="2551129" y="2165460"/>
                  </a:moveTo>
                  <a:cubicBezTo>
                    <a:pt x="2474839" y="1961822"/>
                    <a:pt x="2182086" y="2092478"/>
                    <a:pt x="2041192" y="1984090"/>
                  </a:cubicBezTo>
                  <a:cubicBezTo>
                    <a:pt x="1755530" y="1606309"/>
                    <a:pt x="2254765" y="1476178"/>
                    <a:pt x="2067125" y="765219"/>
                  </a:cubicBezTo>
                  <a:cubicBezTo>
                    <a:pt x="2053010" y="702617"/>
                    <a:pt x="2051631" y="620702"/>
                    <a:pt x="2107765" y="589762"/>
                  </a:cubicBezTo>
                  <a:cubicBezTo>
                    <a:pt x="2139214" y="572223"/>
                    <a:pt x="2178081" y="579120"/>
                    <a:pt x="2213403" y="586543"/>
                  </a:cubicBezTo>
                  <a:cubicBezTo>
                    <a:pt x="2363423" y="609994"/>
                    <a:pt x="2512983" y="669378"/>
                    <a:pt x="2665433" y="663991"/>
                  </a:cubicBezTo>
                  <a:cubicBezTo>
                    <a:pt x="2829568" y="636467"/>
                    <a:pt x="2809872" y="484724"/>
                    <a:pt x="2714805" y="382445"/>
                  </a:cubicBezTo>
                  <a:cubicBezTo>
                    <a:pt x="2614157" y="255007"/>
                    <a:pt x="2513443" y="127523"/>
                    <a:pt x="2412795" y="0"/>
                  </a:cubicBezTo>
                  <a:lnTo>
                    <a:pt x="0" y="0"/>
                  </a:lnTo>
                  <a:lnTo>
                    <a:pt x="0" y="2285343"/>
                  </a:lnTo>
                  <a:lnTo>
                    <a:pt x="2536094" y="2285343"/>
                  </a:lnTo>
                  <a:cubicBezTo>
                    <a:pt x="2555134" y="2247966"/>
                    <a:pt x="2563012" y="2205202"/>
                    <a:pt x="2551129" y="216546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-8" y="-13"/>
              <a:ext cx="5978795" cy="5142022"/>
            </a:xfrm>
            <a:custGeom>
              <a:avLst/>
              <a:gdLst/>
              <a:ahLst/>
              <a:cxnLst/>
              <a:rect l="l" t="t" r="r" b="b"/>
              <a:pathLst>
                <a:path w="2657242" h="2285343" extrusionOk="0">
                  <a:moveTo>
                    <a:pt x="2007248" y="2113499"/>
                  </a:moveTo>
                  <a:cubicBezTo>
                    <a:pt x="1570122" y="1477098"/>
                    <a:pt x="2433082" y="1775854"/>
                    <a:pt x="2003441" y="835244"/>
                  </a:cubicBezTo>
                  <a:cubicBezTo>
                    <a:pt x="1977901" y="745052"/>
                    <a:pt x="1922620" y="648094"/>
                    <a:pt x="1965558" y="564800"/>
                  </a:cubicBezTo>
                  <a:cubicBezTo>
                    <a:pt x="2004426" y="489322"/>
                    <a:pt x="2106518" y="470798"/>
                    <a:pt x="2189570" y="488337"/>
                  </a:cubicBezTo>
                  <a:cubicBezTo>
                    <a:pt x="2272623" y="505876"/>
                    <a:pt x="2348716" y="549428"/>
                    <a:pt x="2432491" y="564274"/>
                  </a:cubicBezTo>
                  <a:cubicBezTo>
                    <a:pt x="2646524" y="602374"/>
                    <a:pt x="2740016" y="398211"/>
                    <a:pt x="2567739" y="263810"/>
                  </a:cubicBezTo>
                  <a:cubicBezTo>
                    <a:pt x="2468142" y="185967"/>
                    <a:pt x="2311687" y="141430"/>
                    <a:pt x="2287855" y="0"/>
                  </a:cubicBezTo>
                  <a:lnTo>
                    <a:pt x="0" y="0"/>
                  </a:lnTo>
                  <a:lnTo>
                    <a:pt x="0" y="2285343"/>
                  </a:lnTo>
                  <a:lnTo>
                    <a:pt x="2023268" y="2285343"/>
                  </a:lnTo>
                  <a:cubicBezTo>
                    <a:pt x="2055570" y="2233645"/>
                    <a:pt x="2039156" y="2165000"/>
                    <a:pt x="2007248" y="211349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" name="Google Shape;17;p2"/>
          <p:cNvSpPr txBox="1">
            <a:spLocks noGrp="1"/>
          </p:cNvSpPr>
          <p:nvPr>
            <p:ph type="ctrTitle"/>
          </p:nvPr>
        </p:nvSpPr>
        <p:spPr>
          <a:xfrm>
            <a:off x="914400" y="878100"/>
            <a:ext cx="4826800" cy="5101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36824155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ubtitle">
  <p:cSld name="Subtitle">
    <p:bg>
      <p:bgPr>
        <a:gradFill>
          <a:gsLst>
            <a:gs pos="0">
              <a:schemeClr val="accent1"/>
            </a:gs>
            <a:gs pos="37000">
              <a:schemeClr val="dk2"/>
            </a:gs>
            <a:gs pos="100000">
              <a:schemeClr val="dk2"/>
            </a:gs>
          </a:gsLst>
          <a:lin ang="10800025" scaled="0"/>
        </a:gradFill>
        <a:effectLst/>
      </p:bgPr>
    </p:bg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oogle Shape;19;p3"/>
          <p:cNvGrpSpPr/>
          <p:nvPr/>
        </p:nvGrpSpPr>
        <p:grpSpPr>
          <a:xfrm>
            <a:off x="-10" y="-20"/>
            <a:ext cx="11928345" cy="6856029"/>
            <a:chOff x="-8" y="-15"/>
            <a:chExt cx="8946259" cy="5142022"/>
          </a:xfrm>
        </p:grpSpPr>
        <p:sp>
          <p:nvSpPr>
            <p:cNvPr id="20" name="Google Shape;20;p3"/>
            <p:cNvSpPr/>
            <p:nvPr/>
          </p:nvSpPr>
          <p:spPr>
            <a:xfrm>
              <a:off x="-8" y="-15"/>
              <a:ext cx="8946259" cy="5142022"/>
            </a:xfrm>
            <a:custGeom>
              <a:avLst/>
              <a:gdLst/>
              <a:ahLst/>
              <a:cxnLst/>
              <a:rect l="l" t="t" r="r" b="b"/>
              <a:pathLst>
                <a:path w="3976115" h="2285343" extrusionOk="0">
                  <a:moveTo>
                    <a:pt x="3715113" y="1727704"/>
                  </a:moveTo>
                  <a:cubicBezTo>
                    <a:pt x="3553145" y="1479660"/>
                    <a:pt x="3183314" y="1298028"/>
                    <a:pt x="3214303" y="961828"/>
                  </a:cubicBezTo>
                  <a:cubicBezTo>
                    <a:pt x="3275164" y="519540"/>
                    <a:pt x="4004911" y="481834"/>
                    <a:pt x="3975235" y="0"/>
                  </a:cubicBezTo>
                  <a:lnTo>
                    <a:pt x="0" y="0"/>
                  </a:lnTo>
                  <a:lnTo>
                    <a:pt x="0" y="2285343"/>
                  </a:lnTo>
                  <a:lnTo>
                    <a:pt x="3797837" y="2285343"/>
                  </a:lnTo>
                  <a:cubicBezTo>
                    <a:pt x="3851674" y="2096210"/>
                    <a:pt x="3821539" y="1893038"/>
                    <a:pt x="3715113" y="172770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" name="Google Shape;21;p3"/>
            <p:cNvSpPr/>
            <p:nvPr/>
          </p:nvSpPr>
          <p:spPr>
            <a:xfrm>
              <a:off x="-8" y="279"/>
              <a:ext cx="8777943" cy="5141725"/>
            </a:xfrm>
            <a:custGeom>
              <a:avLst/>
              <a:gdLst/>
              <a:ahLst/>
              <a:cxnLst/>
              <a:rect l="l" t="t" r="r" b="b"/>
              <a:pathLst>
                <a:path w="3901308" h="2285211" extrusionOk="0">
                  <a:moveTo>
                    <a:pt x="3708416" y="1627264"/>
                  </a:moveTo>
                  <a:cubicBezTo>
                    <a:pt x="3572709" y="1407927"/>
                    <a:pt x="3290527" y="1355375"/>
                    <a:pt x="3101311" y="1197194"/>
                  </a:cubicBezTo>
                  <a:cubicBezTo>
                    <a:pt x="2819851" y="972075"/>
                    <a:pt x="2929822" y="645861"/>
                    <a:pt x="3238200" y="512379"/>
                  </a:cubicBezTo>
                  <a:cubicBezTo>
                    <a:pt x="3501671" y="404123"/>
                    <a:pt x="3817403" y="307231"/>
                    <a:pt x="3901309" y="0"/>
                  </a:cubicBezTo>
                  <a:lnTo>
                    <a:pt x="0" y="0"/>
                  </a:lnTo>
                  <a:lnTo>
                    <a:pt x="0" y="2285212"/>
                  </a:lnTo>
                  <a:lnTo>
                    <a:pt x="3706316" y="2285212"/>
                  </a:lnTo>
                  <a:cubicBezTo>
                    <a:pt x="3772955" y="2075136"/>
                    <a:pt x="3829155" y="1827421"/>
                    <a:pt x="3708416" y="162726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" name="Google Shape;22;p3"/>
            <p:cNvSpPr/>
            <p:nvPr/>
          </p:nvSpPr>
          <p:spPr>
            <a:xfrm>
              <a:off x="-8" y="-15"/>
              <a:ext cx="8089742" cy="5142022"/>
            </a:xfrm>
            <a:custGeom>
              <a:avLst/>
              <a:gdLst/>
              <a:ahLst/>
              <a:cxnLst/>
              <a:rect l="l" t="t" r="r" b="b"/>
              <a:pathLst>
                <a:path w="3595441" h="2285343" extrusionOk="0">
                  <a:moveTo>
                    <a:pt x="3552685" y="1939028"/>
                  </a:moveTo>
                  <a:cubicBezTo>
                    <a:pt x="3582951" y="1866769"/>
                    <a:pt x="3608688" y="1786430"/>
                    <a:pt x="3587941" y="1710756"/>
                  </a:cubicBezTo>
                  <a:cubicBezTo>
                    <a:pt x="3534498" y="1533394"/>
                    <a:pt x="3320006" y="1508301"/>
                    <a:pt x="3174975" y="1437027"/>
                  </a:cubicBezTo>
                  <a:cubicBezTo>
                    <a:pt x="2668322" y="1141424"/>
                    <a:pt x="2837184" y="491490"/>
                    <a:pt x="3386710" y="375811"/>
                  </a:cubicBezTo>
                  <a:cubicBezTo>
                    <a:pt x="3539619" y="223214"/>
                    <a:pt x="3233605" y="269393"/>
                    <a:pt x="3231504" y="0"/>
                  </a:cubicBezTo>
                  <a:lnTo>
                    <a:pt x="0" y="0"/>
                  </a:lnTo>
                  <a:lnTo>
                    <a:pt x="0" y="2285343"/>
                  </a:lnTo>
                  <a:lnTo>
                    <a:pt x="3529771" y="2285343"/>
                  </a:lnTo>
                  <a:cubicBezTo>
                    <a:pt x="3445799" y="2181620"/>
                    <a:pt x="3505348" y="2046627"/>
                    <a:pt x="3552685" y="1939028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" name="Google Shape;23;p3"/>
            <p:cNvSpPr/>
            <p:nvPr/>
          </p:nvSpPr>
          <p:spPr>
            <a:xfrm>
              <a:off x="-8" y="-15"/>
              <a:ext cx="7722567" cy="5142022"/>
            </a:xfrm>
            <a:custGeom>
              <a:avLst/>
              <a:gdLst/>
              <a:ahLst/>
              <a:cxnLst/>
              <a:rect l="l" t="t" r="r" b="b"/>
              <a:pathLst>
                <a:path w="3432252" h="2285343" extrusionOk="0">
                  <a:moveTo>
                    <a:pt x="3391175" y="1610448"/>
                  </a:moveTo>
                  <a:cubicBezTo>
                    <a:pt x="3154820" y="1398993"/>
                    <a:pt x="2585794" y="1926152"/>
                    <a:pt x="2757348" y="1289817"/>
                  </a:cubicBezTo>
                  <a:cubicBezTo>
                    <a:pt x="2798382" y="1034087"/>
                    <a:pt x="2836134" y="949413"/>
                    <a:pt x="2744218" y="711748"/>
                  </a:cubicBezTo>
                  <a:cubicBezTo>
                    <a:pt x="2699901" y="597119"/>
                    <a:pt x="2750258" y="443405"/>
                    <a:pt x="2854123" y="377781"/>
                  </a:cubicBezTo>
                  <a:cubicBezTo>
                    <a:pt x="2907894" y="343820"/>
                    <a:pt x="2975649" y="340667"/>
                    <a:pt x="3033622" y="314391"/>
                  </a:cubicBezTo>
                  <a:cubicBezTo>
                    <a:pt x="3146810" y="262956"/>
                    <a:pt x="3198151" y="113643"/>
                    <a:pt x="3154032" y="0"/>
                  </a:cubicBezTo>
                  <a:lnTo>
                    <a:pt x="0" y="0"/>
                  </a:lnTo>
                  <a:lnTo>
                    <a:pt x="0" y="2285343"/>
                  </a:lnTo>
                  <a:lnTo>
                    <a:pt x="3248902" y="2285343"/>
                  </a:lnTo>
                  <a:cubicBezTo>
                    <a:pt x="3296108" y="2104303"/>
                    <a:pt x="3524059" y="1769220"/>
                    <a:pt x="3391175" y="161044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" name="Google Shape;24;p3"/>
            <p:cNvSpPr/>
            <p:nvPr/>
          </p:nvSpPr>
          <p:spPr>
            <a:xfrm>
              <a:off x="-8" y="279"/>
              <a:ext cx="7515353" cy="5141725"/>
            </a:xfrm>
            <a:custGeom>
              <a:avLst/>
              <a:gdLst/>
              <a:ahLst/>
              <a:cxnLst/>
              <a:rect l="l" t="t" r="r" b="b"/>
              <a:pathLst>
                <a:path w="3340157" h="2285211" extrusionOk="0">
                  <a:moveTo>
                    <a:pt x="3332546" y="1708063"/>
                  </a:moveTo>
                  <a:cubicBezTo>
                    <a:pt x="3232751" y="1497856"/>
                    <a:pt x="2822478" y="1757067"/>
                    <a:pt x="2658145" y="1700246"/>
                  </a:cubicBezTo>
                  <a:cubicBezTo>
                    <a:pt x="2602077" y="1669043"/>
                    <a:pt x="2603390" y="1587391"/>
                    <a:pt x="2617571" y="1524788"/>
                  </a:cubicBezTo>
                  <a:cubicBezTo>
                    <a:pt x="2805211" y="813501"/>
                    <a:pt x="2305910" y="683961"/>
                    <a:pt x="2591309" y="305851"/>
                  </a:cubicBezTo>
                  <a:cubicBezTo>
                    <a:pt x="2667271" y="248438"/>
                    <a:pt x="2771859" y="256978"/>
                    <a:pt x="2867057" y="253299"/>
                  </a:cubicBezTo>
                  <a:cubicBezTo>
                    <a:pt x="3011497" y="258160"/>
                    <a:pt x="3169526" y="147013"/>
                    <a:pt x="3083716" y="0"/>
                  </a:cubicBezTo>
                  <a:lnTo>
                    <a:pt x="0" y="0"/>
                  </a:lnTo>
                  <a:lnTo>
                    <a:pt x="0" y="2285212"/>
                  </a:lnTo>
                  <a:lnTo>
                    <a:pt x="2966654" y="2285212"/>
                  </a:lnTo>
                  <a:lnTo>
                    <a:pt x="3265185" y="1907496"/>
                  </a:lnTo>
                  <a:cubicBezTo>
                    <a:pt x="3310814" y="1849755"/>
                    <a:pt x="3359202" y="1776708"/>
                    <a:pt x="3332546" y="1708063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" name="Google Shape;25;p3"/>
            <p:cNvSpPr/>
            <p:nvPr/>
          </p:nvSpPr>
          <p:spPr>
            <a:xfrm>
              <a:off x="-8" y="-15"/>
              <a:ext cx="6899245" cy="5142022"/>
            </a:xfrm>
            <a:custGeom>
              <a:avLst/>
              <a:gdLst/>
              <a:ahLst/>
              <a:cxnLst/>
              <a:rect l="l" t="t" r="r" b="b"/>
              <a:pathLst>
                <a:path w="3066331" h="2285343" extrusionOk="0">
                  <a:moveTo>
                    <a:pt x="2774025" y="2159416"/>
                  </a:moveTo>
                  <a:cubicBezTo>
                    <a:pt x="2884784" y="2071195"/>
                    <a:pt x="3113261" y="1994798"/>
                    <a:pt x="3057783" y="1815794"/>
                  </a:cubicBezTo>
                  <a:cubicBezTo>
                    <a:pt x="2965867" y="1636921"/>
                    <a:pt x="2740147" y="1764293"/>
                    <a:pt x="2598203" y="1801802"/>
                  </a:cubicBezTo>
                  <a:cubicBezTo>
                    <a:pt x="2515150" y="1819341"/>
                    <a:pt x="2413058" y="1800751"/>
                    <a:pt x="2374190" y="1725339"/>
                  </a:cubicBezTo>
                  <a:cubicBezTo>
                    <a:pt x="2293436" y="1490236"/>
                    <a:pt x="2625778" y="1181823"/>
                    <a:pt x="2584810" y="955785"/>
                  </a:cubicBezTo>
                  <a:cubicBezTo>
                    <a:pt x="2401896" y="572091"/>
                    <a:pt x="2113871" y="610914"/>
                    <a:pt x="2415881" y="176640"/>
                  </a:cubicBezTo>
                  <a:cubicBezTo>
                    <a:pt x="2448708" y="123562"/>
                    <a:pt x="2465253" y="51829"/>
                    <a:pt x="2429011" y="0"/>
                  </a:cubicBezTo>
                  <a:lnTo>
                    <a:pt x="0" y="0"/>
                  </a:lnTo>
                  <a:lnTo>
                    <a:pt x="0" y="2285343"/>
                  </a:lnTo>
                  <a:lnTo>
                    <a:pt x="2697013" y="2285343"/>
                  </a:lnTo>
                  <a:cubicBezTo>
                    <a:pt x="2706335" y="2237916"/>
                    <a:pt x="2736733" y="2191604"/>
                    <a:pt x="2774025" y="215941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6" name="Google Shape;26;p3"/>
          <p:cNvSpPr txBox="1">
            <a:spLocks noGrp="1"/>
          </p:cNvSpPr>
          <p:nvPr>
            <p:ph type="ctrTitle"/>
          </p:nvPr>
        </p:nvSpPr>
        <p:spPr>
          <a:xfrm>
            <a:off x="914400" y="2831467"/>
            <a:ext cx="6088400" cy="627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endParaRPr/>
          </a:p>
        </p:txBody>
      </p:sp>
      <p:sp>
        <p:nvSpPr>
          <p:cNvPr id="27" name="Google Shape;27;p3"/>
          <p:cNvSpPr txBox="1">
            <a:spLocks noGrp="1"/>
          </p:cNvSpPr>
          <p:nvPr>
            <p:ph type="subTitle" idx="1"/>
          </p:nvPr>
        </p:nvSpPr>
        <p:spPr>
          <a:xfrm>
            <a:off x="914400" y="3588103"/>
            <a:ext cx="6088400" cy="436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None/>
              <a:defRPr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4000">
                <a:solidFill>
                  <a:schemeClr val="accen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4000">
                <a:solidFill>
                  <a:schemeClr val="accen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4000">
                <a:solidFill>
                  <a:schemeClr val="accen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4000">
                <a:solidFill>
                  <a:schemeClr val="accen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4000">
                <a:solidFill>
                  <a:schemeClr val="accen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4000">
                <a:solidFill>
                  <a:schemeClr val="accen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4000">
                <a:solidFill>
                  <a:schemeClr val="accen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40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69715985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Quote">
    <p:bg>
      <p:bgPr>
        <a:gradFill>
          <a:gsLst>
            <a:gs pos="0">
              <a:schemeClr val="accent1"/>
            </a:gs>
            <a:gs pos="78000">
              <a:schemeClr val="dk2"/>
            </a:gs>
            <a:gs pos="100000">
              <a:schemeClr val="dk2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oogle Shape;29;p4"/>
          <p:cNvGrpSpPr/>
          <p:nvPr/>
        </p:nvGrpSpPr>
        <p:grpSpPr>
          <a:xfrm>
            <a:off x="-20" y="-16"/>
            <a:ext cx="12192000" cy="6857013"/>
            <a:chOff x="-15" y="-12"/>
            <a:chExt cx="9144000" cy="5142760"/>
          </a:xfrm>
        </p:grpSpPr>
        <p:sp>
          <p:nvSpPr>
            <p:cNvPr id="30" name="Google Shape;30;p4"/>
            <p:cNvSpPr/>
            <p:nvPr/>
          </p:nvSpPr>
          <p:spPr>
            <a:xfrm>
              <a:off x="-15" y="-12"/>
              <a:ext cx="9144000" cy="5142022"/>
            </a:xfrm>
            <a:custGeom>
              <a:avLst/>
              <a:gdLst/>
              <a:ahLst/>
              <a:cxnLst/>
              <a:rect l="l" t="t" r="r" b="b"/>
              <a:pathLst>
                <a:path w="4064000" h="2285343" extrusionOk="0">
                  <a:moveTo>
                    <a:pt x="0" y="0"/>
                  </a:moveTo>
                  <a:lnTo>
                    <a:pt x="0" y="2285343"/>
                  </a:lnTo>
                  <a:lnTo>
                    <a:pt x="4064000" y="2285343"/>
                  </a:lnTo>
                  <a:lnTo>
                    <a:pt x="4064000" y="0"/>
                  </a:lnTo>
                  <a:close/>
                  <a:moveTo>
                    <a:pt x="3082140" y="1095966"/>
                  </a:moveTo>
                  <a:cubicBezTo>
                    <a:pt x="3009920" y="1483535"/>
                    <a:pt x="2684604" y="1652423"/>
                    <a:pt x="2340247" y="1756870"/>
                  </a:cubicBezTo>
                  <a:cubicBezTo>
                    <a:pt x="2062726" y="1889038"/>
                    <a:pt x="1710754" y="2209274"/>
                    <a:pt x="1410451" y="1968719"/>
                  </a:cubicBezTo>
                  <a:cubicBezTo>
                    <a:pt x="1225437" y="1799240"/>
                    <a:pt x="1294637" y="1499038"/>
                    <a:pt x="1163131" y="1300130"/>
                  </a:cubicBezTo>
                  <a:cubicBezTo>
                    <a:pt x="1007925" y="1131044"/>
                    <a:pt x="934129" y="954405"/>
                    <a:pt x="1065241" y="739731"/>
                  </a:cubicBezTo>
                  <a:cubicBezTo>
                    <a:pt x="1141071" y="619191"/>
                    <a:pt x="1267193" y="537210"/>
                    <a:pt x="1400931" y="488403"/>
                  </a:cubicBezTo>
                  <a:cubicBezTo>
                    <a:pt x="1570582" y="433092"/>
                    <a:pt x="1749227" y="457725"/>
                    <a:pt x="1892025" y="340141"/>
                  </a:cubicBezTo>
                  <a:cubicBezTo>
                    <a:pt x="2028520" y="295144"/>
                    <a:pt x="2144860" y="404583"/>
                    <a:pt x="2263825" y="452602"/>
                  </a:cubicBezTo>
                  <a:cubicBezTo>
                    <a:pt x="2464399" y="532086"/>
                    <a:pt x="2709749" y="457791"/>
                    <a:pt x="2894895" y="568544"/>
                  </a:cubicBezTo>
                  <a:cubicBezTo>
                    <a:pt x="3071701" y="674370"/>
                    <a:pt x="3124422" y="904546"/>
                    <a:pt x="3082140" y="109596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" name="Google Shape;31;p4"/>
            <p:cNvSpPr/>
            <p:nvPr/>
          </p:nvSpPr>
          <p:spPr>
            <a:xfrm>
              <a:off x="-15" y="-12"/>
              <a:ext cx="9144000" cy="5142022"/>
            </a:xfrm>
            <a:custGeom>
              <a:avLst/>
              <a:gdLst/>
              <a:ahLst/>
              <a:cxnLst/>
              <a:rect l="l" t="t" r="r" b="b"/>
              <a:pathLst>
                <a:path w="4064000" h="2285343" extrusionOk="0">
                  <a:moveTo>
                    <a:pt x="0" y="0"/>
                  </a:moveTo>
                  <a:lnTo>
                    <a:pt x="0" y="2285343"/>
                  </a:lnTo>
                  <a:lnTo>
                    <a:pt x="4064000" y="2285343"/>
                  </a:lnTo>
                  <a:lnTo>
                    <a:pt x="4064000" y="0"/>
                  </a:lnTo>
                  <a:close/>
                  <a:moveTo>
                    <a:pt x="2928181" y="1644672"/>
                  </a:moveTo>
                  <a:cubicBezTo>
                    <a:pt x="2752031" y="1744652"/>
                    <a:pt x="2539574" y="1757330"/>
                    <a:pt x="2353575" y="1837405"/>
                  </a:cubicBezTo>
                  <a:cubicBezTo>
                    <a:pt x="2238351" y="1887067"/>
                    <a:pt x="2135800" y="1961427"/>
                    <a:pt x="2027667" y="2025015"/>
                  </a:cubicBezTo>
                  <a:cubicBezTo>
                    <a:pt x="1831098" y="2157840"/>
                    <a:pt x="1492781" y="2223332"/>
                    <a:pt x="1363048" y="1974828"/>
                  </a:cubicBezTo>
                  <a:cubicBezTo>
                    <a:pt x="1295031" y="1831362"/>
                    <a:pt x="1366725" y="1645657"/>
                    <a:pt x="1283213" y="1510665"/>
                  </a:cubicBezTo>
                  <a:cubicBezTo>
                    <a:pt x="1230296" y="1425269"/>
                    <a:pt x="1129385" y="1384410"/>
                    <a:pt x="1051782" y="1320165"/>
                  </a:cubicBezTo>
                  <a:cubicBezTo>
                    <a:pt x="821992" y="1139256"/>
                    <a:pt x="837289" y="755825"/>
                    <a:pt x="1081129" y="594097"/>
                  </a:cubicBezTo>
                  <a:cubicBezTo>
                    <a:pt x="1196287" y="513825"/>
                    <a:pt x="1340398" y="491227"/>
                    <a:pt x="1474530" y="449580"/>
                  </a:cubicBezTo>
                  <a:cubicBezTo>
                    <a:pt x="1963063" y="306639"/>
                    <a:pt x="1790195" y="86842"/>
                    <a:pt x="2168495" y="320828"/>
                  </a:cubicBezTo>
                  <a:cubicBezTo>
                    <a:pt x="2375700" y="414830"/>
                    <a:pt x="2611268" y="397422"/>
                    <a:pt x="2823988" y="466462"/>
                  </a:cubicBezTo>
                  <a:cubicBezTo>
                    <a:pt x="3336485" y="633839"/>
                    <a:pt x="3403715" y="1390190"/>
                    <a:pt x="2928181" y="1644672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" name="Google Shape;32;p4"/>
            <p:cNvSpPr/>
            <p:nvPr/>
          </p:nvSpPr>
          <p:spPr>
            <a:xfrm>
              <a:off x="-15" y="-12"/>
              <a:ext cx="9144000" cy="5142760"/>
            </a:xfrm>
            <a:custGeom>
              <a:avLst/>
              <a:gdLst/>
              <a:ahLst/>
              <a:cxnLst/>
              <a:rect l="l" t="t" r="r" b="b"/>
              <a:pathLst>
                <a:path w="4064000" h="2285671" extrusionOk="0">
                  <a:moveTo>
                    <a:pt x="0" y="0"/>
                  </a:moveTo>
                  <a:lnTo>
                    <a:pt x="0" y="2285343"/>
                  </a:lnTo>
                  <a:lnTo>
                    <a:pt x="1470656" y="2285343"/>
                  </a:lnTo>
                  <a:cubicBezTo>
                    <a:pt x="1204690" y="2184378"/>
                    <a:pt x="1192479" y="1951180"/>
                    <a:pt x="1261088" y="1710493"/>
                  </a:cubicBezTo>
                  <a:cubicBezTo>
                    <a:pt x="1271330" y="1635344"/>
                    <a:pt x="1261088" y="1550013"/>
                    <a:pt x="1204165" y="1499761"/>
                  </a:cubicBezTo>
                  <a:cubicBezTo>
                    <a:pt x="1167793" y="1467507"/>
                    <a:pt x="1118814" y="1455157"/>
                    <a:pt x="1073448" y="1437290"/>
                  </a:cubicBezTo>
                  <a:cubicBezTo>
                    <a:pt x="859283" y="1352550"/>
                    <a:pt x="718586" y="1111732"/>
                    <a:pt x="749903" y="883395"/>
                  </a:cubicBezTo>
                  <a:cubicBezTo>
                    <a:pt x="781220" y="655057"/>
                    <a:pt x="981532" y="461076"/>
                    <a:pt x="1210665" y="437165"/>
                  </a:cubicBezTo>
                  <a:cubicBezTo>
                    <a:pt x="1329893" y="424749"/>
                    <a:pt x="1459298" y="444982"/>
                    <a:pt x="1559946" y="379949"/>
                  </a:cubicBezTo>
                  <a:cubicBezTo>
                    <a:pt x="1685083" y="299019"/>
                    <a:pt x="1663286" y="117190"/>
                    <a:pt x="1869834" y="106680"/>
                  </a:cubicBezTo>
                  <a:cubicBezTo>
                    <a:pt x="2081175" y="95644"/>
                    <a:pt x="2338737" y="351308"/>
                    <a:pt x="2756167" y="384350"/>
                  </a:cubicBezTo>
                  <a:cubicBezTo>
                    <a:pt x="2901919" y="395911"/>
                    <a:pt x="3039793" y="478024"/>
                    <a:pt x="3144840" y="580302"/>
                  </a:cubicBezTo>
                  <a:cubicBezTo>
                    <a:pt x="3559644" y="1035335"/>
                    <a:pt x="3159810" y="1809684"/>
                    <a:pt x="2608839" y="1934166"/>
                  </a:cubicBezTo>
                  <a:cubicBezTo>
                    <a:pt x="2494863" y="1963070"/>
                    <a:pt x="2375175" y="1970887"/>
                    <a:pt x="2263629" y="2009052"/>
                  </a:cubicBezTo>
                  <a:cubicBezTo>
                    <a:pt x="2066009" y="2076122"/>
                    <a:pt x="1907323" y="2233448"/>
                    <a:pt x="1702678" y="2285672"/>
                  </a:cubicBezTo>
                  <a:lnTo>
                    <a:pt x="4064000" y="2285672"/>
                  </a:lnTo>
                  <a:lnTo>
                    <a:pt x="406400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" name="Google Shape;33;p4"/>
            <p:cNvSpPr/>
            <p:nvPr/>
          </p:nvSpPr>
          <p:spPr>
            <a:xfrm>
              <a:off x="-15" y="-12"/>
              <a:ext cx="9144000" cy="5142022"/>
            </a:xfrm>
            <a:custGeom>
              <a:avLst/>
              <a:gdLst/>
              <a:ahLst/>
              <a:cxnLst/>
              <a:rect l="l" t="t" r="r" b="b"/>
              <a:pathLst>
                <a:path w="4064000" h="2285343" extrusionOk="0">
                  <a:moveTo>
                    <a:pt x="0" y="0"/>
                  </a:moveTo>
                  <a:lnTo>
                    <a:pt x="0" y="2285343"/>
                  </a:lnTo>
                  <a:lnTo>
                    <a:pt x="1416163" y="2285343"/>
                  </a:lnTo>
                  <a:cubicBezTo>
                    <a:pt x="1016131" y="2089260"/>
                    <a:pt x="1245462" y="1851791"/>
                    <a:pt x="1134375" y="1571953"/>
                  </a:cubicBezTo>
                  <a:cubicBezTo>
                    <a:pt x="1082245" y="1479988"/>
                    <a:pt x="974900" y="1438932"/>
                    <a:pt x="887646" y="1379746"/>
                  </a:cubicBezTo>
                  <a:cubicBezTo>
                    <a:pt x="644725" y="1237790"/>
                    <a:pt x="576970" y="844243"/>
                    <a:pt x="798356" y="660378"/>
                  </a:cubicBezTo>
                  <a:cubicBezTo>
                    <a:pt x="1191231" y="477761"/>
                    <a:pt x="1102598" y="589959"/>
                    <a:pt x="1414653" y="229454"/>
                  </a:cubicBezTo>
                  <a:cubicBezTo>
                    <a:pt x="1579183" y="67398"/>
                    <a:pt x="1821709" y="34618"/>
                    <a:pt x="2050515" y="52814"/>
                  </a:cubicBezTo>
                  <a:cubicBezTo>
                    <a:pt x="2243013" y="68120"/>
                    <a:pt x="2368281" y="221046"/>
                    <a:pt x="2554608" y="260788"/>
                  </a:cubicBezTo>
                  <a:cubicBezTo>
                    <a:pt x="2689462" y="289560"/>
                    <a:pt x="2831538" y="284962"/>
                    <a:pt x="2960483" y="339287"/>
                  </a:cubicBezTo>
                  <a:cubicBezTo>
                    <a:pt x="3426629" y="523218"/>
                    <a:pt x="3494318" y="1497133"/>
                    <a:pt x="3143658" y="1800356"/>
                  </a:cubicBezTo>
                  <a:cubicBezTo>
                    <a:pt x="3081681" y="1850543"/>
                    <a:pt x="3007557" y="1882797"/>
                    <a:pt x="2934418" y="1914459"/>
                  </a:cubicBezTo>
                  <a:cubicBezTo>
                    <a:pt x="2621642" y="2045838"/>
                    <a:pt x="2314051" y="2199487"/>
                    <a:pt x="1985254" y="2285343"/>
                  </a:cubicBezTo>
                  <a:lnTo>
                    <a:pt x="4064000" y="2285343"/>
                  </a:lnTo>
                  <a:lnTo>
                    <a:pt x="406400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" name="Google Shape;34;p4"/>
            <p:cNvSpPr/>
            <p:nvPr/>
          </p:nvSpPr>
          <p:spPr>
            <a:xfrm>
              <a:off x="5408537" y="-12"/>
              <a:ext cx="3735448" cy="5142022"/>
            </a:xfrm>
            <a:custGeom>
              <a:avLst/>
              <a:gdLst/>
              <a:ahLst/>
              <a:cxnLst/>
              <a:rect l="l" t="t" r="r" b="b"/>
              <a:pathLst>
                <a:path w="1660199" h="2285343" extrusionOk="0">
                  <a:moveTo>
                    <a:pt x="12277" y="0"/>
                  </a:moveTo>
                  <a:cubicBezTo>
                    <a:pt x="549133" y="201339"/>
                    <a:pt x="949098" y="345528"/>
                    <a:pt x="1082901" y="960974"/>
                  </a:cubicBezTo>
                  <a:cubicBezTo>
                    <a:pt x="1153480" y="1137745"/>
                    <a:pt x="1237780" y="1246921"/>
                    <a:pt x="1196090" y="1454435"/>
                  </a:cubicBezTo>
                  <a:cubicBezTo>
                    <a:pt x="1161162" y="1696304"/>
                    <a:pt x="946604" y="1836289"/>
                    <a:pt x="738676" y="1927860"/>
                  </a:cubicBezTo>
                  <a:lnTo>
                    <a:pt x="0" y="2285343"/>
                  </a:lnTo>
                  <a:lnTo>
                    <a:pt x="1660200" y="2285343"/>
                  </a:lnTo>
                  <a:lnTo>
                    <a:pt x="166020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" name="Google Shape;35;p4"/>
            <p:cNvSpPr/>
            <p:nvPr/>
          </p:nvSpPr>
          <p:spPr>
            <a:xfrm>
              <a:off x="6171372" y="-12"/>
              <a:ext cx="2972610" cy="5142317"/>
            </a:xfrm>
            <a:custGeom>
              <a:avLst/>
              <a:gdLst/>
              <a:ahLst/>
              <a:cxnLst/>
              <a:rect l="l" t="t" r="r" b="b"/>
              <a:pathLst>
                <a:path w="1321160" h="2285474" extrusionOk="0">
                  <a:moveTo>
                    <a:pt x="1321161" y="0"/>
                  </a:moveTo>
                  <a:lnTo>
                    <a:pt x="0" y="0"/>
                  </a:lnTo>
                  <a:cubicBezTo>
                    <a:pt x="438374" y="300136"/>
                    <a:pt x="961113" y="748862"/>
                    <a:pt x="991970" y="1313268"/>
                  </a:cubicBezTo>
                  <a:cubicBezTo>
                    <a:pt x="960391" y="1723828"/>
                    <a:pt x="665340" y="2083873"/>
                    <a:pt x="318226" y="2285475"/>
                  </a:cubicBezTo>
                  <a:lnTo>
                    <a:pt x="1321161" y="2285475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" name="Google Shape;36;p4"/>
            <p:cNvSpPr/>
            <p:nvPr/>
          </p:nvSpPr>
          <p:spPr>
            <a:xfrm>
              <a:off x="-15" y="-12"/>
              <a:ext cx="3691132" cy="5142022"/>
            </a:xfrm>
            <a:custGeom>
              <a:avLst/>
              <a:gdLst/>
              <a:ahLst/>
              <a:cxnLst/>
              <a:rect l="l" t="t" r="r" b="b"/>
              <a:pathLst>
                <a:path w="1640503" h="2285343" extrusionOk="0">
                  <a:moveTo>
                    <a:pt x="962295" y="2241265"/>
                  </a:moveTo>
                  <a:cubicBezTo>
                    <a:pt x="959603" y="1786562"/>
                    <a:pt x="1193923" y="1717653"/>
                    <a:pt x="698693" y="1419356"/>
                  </a:cubicBezTo>
                  <a:cubicBezTo>
                    <a:pt x="447303" y="1226032"/>
                    <a:pt x="409814" y="829857"/>
                    <a:pt x="619908" y="592652"/>
                  </a:cubicBezTo>
                  <a:cubicBezTo>
                    <a:pt x="713925" y="482688"/>
                    <a:pt x="844971" y="412334"/>
                    <a:pt x="972734" y="344608"/>
                  </a:cubicBezTo>
                  <a:cubicBezTo>
                    <a:pt x="1195499" y="230505"/>
                    <a:pt x="1411830" y="101556"/>
                    <a:pt x="1640504" y="0"/>
                  </a:cubicBezTo>
                  <a:lnTo>
                    <a:pt x="0" y="0"/>
                  </a:lnTo>
                  <a:lnTo>
                    <a:pt x="0" y="2285343"/>
                  </a:lnTo>
                  <a:lnTo>
                    <a:pt x="973587" y="2285343"/>
                  </a:lnTo>
                  <a:cubicBezTo>
                    <a:pt x="968722" y="2270957"/>
                    <a:pt x="964947" y="2256223"/>
                    <a:pt x="962295" y="2241265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" name="Google Shape;37;p4"/>
            <p:cNvSpPr/>
            <p:nvPr/>
          </p:nvSpPr>
          <p:spPr>
            <a:xfrm>
              <a:off x="-15" y="-12"/>
              <a:ext cx="2881318" cy="5142022"/>
            </a:xfrm>
            <a:custGeom>
              <a:avLst/>
              <a:gdLst/>
              <a:ahLst/>
              <a:cxnLst/>
              <a:rect l="l" t="t" r="r" b="b"/>
              <a:pathLst>
                <a:path w="1280586" h="2285343" extrusionOk="0">
                  <a:moveTo>
                    <a:pt x="814113" y="2168153"/>
                  </a:moveTo>
                  <a:cubicBezTo>
                    <a:pt x="750954" y="1388022"/>
                    <a:pt x="-112400" y="736578"/>
                    <a:pt x="1008121" y="209813"/>
                  </a:cubicBezTo>
                  <a:cubicBezTo>
                    <a:pt x="1135294" y="165669"/>
                    <a:pt x="1259183" y="161202"/>
                    <a:pt x="1280587" y="0"/>
                  </a:cubicBezTo>
                  <a:lnTo>
                    <a:pt x="0" y="0"/>
                  </a:lnTo>
                  <a:lnTo>
                    <a:pt x="0" y="2285343"/>
                  </a:lnTo>
                  <a:lnTo>
                    <a:pt x="838274" y="2285343"/>
                  </a:lnTo>
                  <a:cubicBezTo>
                    <a:pt x="821880" y="2248478"/>
                    <a:pt x="813640" y="2208499"/>
                    <a:pt x="814113" y="216815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8" name="Google Shape;38;p4"/>
          <p:cNvSpPr txBox="1">
            <a:spLocks noGrp="1"/>
          </p:cNvSpPr>
          <p:nvPr>
            <p:ph type="body" idx="1"/>
          </p:nvPr>
        </p:nvSpPr>
        <p:spPr>
          <a:xfrm>
            <a:off x="3590800" y="2882400"/>
            <a:ext cx="5010800" cy="1093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marL="609585" lvl="0" indent="-474121" algn="ctr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000"/>
              <a:buChar char="●"/>
              <a:defRPr sz="2667">
                <a:solidFill>
                  <a:schemeClr val="lt1"/>
                </a:solidFill>
              </a:defRPr>
            </a:lvl1pPr>
            <a:lvl2pPr marL="1219170" lvl="1" indent="-47412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○"/>
              <a:defRPr sz="2667">
                <a:solidFill>
                  <a:schemeClr val="lt1"/>
                </a:solidFill>
              </a:defRPr>
            </a:lvl2pPr>
            <a:lvl3pPr marL="1828754" lvl="2" indent="-47412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■"/>
              <a:defRPr sz="2667">
                <a:solidFill>
                  <a:schemeClr val="lt1"/>
                </a:solidFill>
              </a:defRPr>
            </a:lvl3pPr>
            <a:lvl4pPr marL="2438339" lvl="3" indent="-47412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●"/>
              <a:defRPr sz="2667">
                <a:solidFill>
                  <a:schemeClr val="lt1"/>
                </a:solidFill>
              </a:defRPr>
            </a:lvl4pPr>
            <a:lvl5pPr marL="3047924" lvl="4" indent="-47412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○"/>
              <a:defRPr sz="2667">
                <a:solidFill>
                  <a:schemeClr val="lt1"/>
                </a:solidFill>
              </a:defRPr>
            </a:lvl5pPr>
            <a:lvl6pPr marL="3657509" lvl="5" indent="-47412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■"/>
              <a:defRPr sz="2667">
                <a:solidFill>
                  <a:schemeClr val="lt1"/>
                </a:solidFill>
              </a:defRPr>
            </a:lvl6pPr>
            <a:lvl7pPr marL="4267093" lvl="6" indent="-47412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●"/>
              <a:defRPr sz="2667">
                <a:solidFill>
                  <a:schemeClr val="lt1"/>
                </a:solidFill>
              </a:defRPr>
            </a:lvl7pPr>
            <a:lvl8pPr marL="4876678" lvl="7" indent="-47412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○"/>
              <a:defRPr sz="2667">
                <a:solidFill>
                  <a:schemeClr val="lt1"/>
                </a:solidFill>
              </a:defRPr>
            </a:lvl8pPr>
            <a:lvl9pPr marL="5486263" lvl="8" indent="-47412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■"/>
              <a:defRPr sz="2667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9" name="Google Shape;39;p4"/>
          <p:cNvSpPr txBox="1"/>
          <p:nvPr/>
        </p:nvSpPr>
        <p:spPr>
          <a:xfrm>
            <a:off x="4791200" y="940225"/>
            <a:ext cx="2609600" cy="871600"/>
          </a:xfrm>
          <a:prstGeom prst="rect">
            <a:avLst/>
          </a:prstGeom>
          <a:noFill/>
          <a:ln>
            <a:noFill/>
          </a:ln>
          <a:effectLst>
            <a:outerShdw blurRad="142875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0" tIns="0" rIns="0" bIns="0" anchor="t" anchorCtr="0">
            <a:noAutofit/>
          </a:bodyPr>
          <a:lstStyle/>
          <a:p>
            <a:pPr algn="ctr">
              <a:buClr>
                <a:srgbClr val="000000"/>
              </a:buClr>
              <a:buFont typeface="Arial"/>
              <a:buNone/>
            </a:pPr>
            <a:r>
              <a:rPr lang="en" sz="12800" kern="0">
                <a:solidFill>
                  <a:srgbClr val="F97830"/>
                </a:solidFill>
                <a:latin typeface="Kulim Park"/>
                <a:ea typeface="Kulim Park"/>
                <a:cs typeface="Kulim Park"/>
                <a:sym typeface="Kulim Park"/>
              </a:rPr>
              <a:t>“</a:t>
            </a:r>
            <a:endParaRPr sz="12800" kern="0">
              <a:solidFill>
                <a:srgbClr val="F97830"/>
              </a:solidFill>
              <a:latin typeface="Kulim Park"/>
              <a:ea typeface="Kulim Park"/>
              <a:cs typeface="Kulim Park"/>
              <a:sym typeface="Kulim Park"/>
            </a:endParaRPr>
          </a:p>
        </p:txBody>
      </p:sp>
      <p:sp>
        <p:nvSpPr>
          <p:cNvPr id="40" name="Google Shape;40;p4"/>
          <p:cNvSpPr txBox="1">
            <a:spLocks noGrp="1"/>
          </p:cNvSpPr>
          <p:nvPr>
            <p:ph type="sldNum" idx="12"/>
          </p:nvPr>
        </p:nvSpPr>
        <p:spPr>
          <a:xfrm>
            <a:off x="11307445" y="6333135"/>
            <a:ext cx="731600" cy="524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n">
                <a:solidFill>
                  <a:srgbClr val="CE0063"/>
                </a:solidFill>
              </a:rPr>
              <a:pPr/>
              <a:t>‹#›</a:t>
            </a:fld>
            <a:endParaRPr>
              <a:solidFill>
                <a:srgbClr val="CE006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99196587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" type="tx">
  <p:cSld name="Title + 1 column">
    <p:bg>
      <p:bgPr>
        <a:gradFill>
          <a:gsLst>
            <a:gs pos="0">
              <a:schemeClr val="accent1"/>
            </a:gs>
            <a:gs pos="50000">
              <a:schemeClr val="dk2"/>
            </a:gs>
            <a:gs pos="100000">
              <a:schemeClr val="dk2"/>
            </a:gs>
          </a:gsLst>
          <a:path path="circle">
            <a:fillToRect l="100000" b="100000"/>
          </a:path>
          <a:tileRect t="-100000" r="-100000"/>
        </a:gradFill>
        <a:effectLst/>
      </p:bgPr>
    </p:bg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5"/>
          <p:cNvGrpSpPr/>
          <p:nvPr/>
        </p:nvGrpSpPr>
        <p:grpSpPr>
          <a:xfrm>
            <a:off x="-2" y="-1772"/>
            <a:ext cx="12193179" cy="6862927"/>
            <a:chOff x="-1" y="-1329"/>
            <a:chExt cx="9144884" cy="5147195"/>
          </a:xfrm>
        </p:grpSpPr>
        <p:sp>
          <p:nvSpPr>
            <p:cNvPr id="43" name="Google Shape;43;p5"/>
            <p:cNvSpPr/>
            <p:nvPr/>
          </p:nvSpPr>
          <p:spPr>
            <a:xfrm>
              <a:off x="-1" y="-886"/>
              <a:ext cx="9144884" cy="5146749"/>
            </a:xfrm>
            <a:custGeom>
              <a:avLst/>
              <a:gdLst/>
              <a:ahLst/>
              <a:cxnLst/>
              <a:rect l="l" t="t" r="r" b="b"/>
              <a:pathLst>
                <a:path w="4064393" h="2287444" extrusionOk="0">
                  <a:moveTo>
                    <a:pt x="3788843" y="883066"/>
                  </a:moveTo>
                  <a:cubicBezTo>
                    <a:pt x="3664100" y="932662"/>
                    <a:pt x="3567457" y="1052874"/>
                    <a:pt x="3428795" y="1065618"/>
                  </a:cubicBezTo>
                  <a:cubicBezTo>
                    <a:pt x="3361105" y="1071530"/>
                    <a:pt x="3286456" y="1042298"/>
                    <a:pt x="3256912" y="981141"/>
                  </a:cubicBezTo>
                  <a:cubicBezTo>
                    <a:pt x="3196576" y="857381"/>
                    <a:pt x="3353424" y="685537"/>
                    <a:pt x="3244831" y="575639"/>
                  </a:cubicBezTo>
                  <a:cubicBezTo>
                    <a:pt x="3212792" y="545750"/>
                    <a:pt x="3166506" y="538589"/>
                    <a:pt x="3124553" y="525846"/>
                  </a:cubicBezTo>
                  <a:cubicBezTo>
                    <a:pt x="2907894" y="464426"/>
                    <a:pt x="2780787" y="210535"/>
                    <a:pt x="2861936" y="0"/>
                  </a:cubicBezTo>
                  <a:lnTo>
                    <a:pt x="0" y="0"/>
                  </a:lnTo>
                  <a:lnTo>
                    <a:pt x="0" y="2287445"/>
                  </a:lnTo>
                  <a:lnTo>
                    <a:pt x="4064394" y="2287445"/>
                  </a:lnTo>
                  <a:lnTo>
                    <a:pt x="4064394" y="886022"/>
                  </a:lnTo>
                  <a:cubicBezTo>
                    <a:pt x="3976365" y="849505"/>
                    <a:pt x="3877634" y="848441"/>
                    <a:pt x="3788843" y="88306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" name="Google Shape;44;p5"/>
            <p:cNvSpPr/>
            <p:nvPr/>
          </p:nvSpPr>
          <p:spPr>
            <a:xfrm>
              <a:off x="-1" y="-1181"/>
              <a:ext cx="9144884" cy="5147046"/>
            </a:xfrm>
            <a:custGeom>
              <a:avLst/>
              <a:gdLst/>
              <a:ahLst/>
              <a:cxnLst/>
              <a:rect l="l" t="t" r="r" b="b"/>
              <a:pathLst>
                <a:path w="4064393" h="2287576" extrusionOk="0">
                  <a:moveTo>
                    <a:pt x="3901965" y="939494"/>
                  </a:moveTo>
                  <a:cubicBezTo>
                    <a:pt x="3499701" y="855017"/>
                    <a:pt x="3568310" y="1206588"/>
                    <a:pt x="3260260" y="1099645"/>
                  </a:cubicBezTo>
                  <a:cubicBezTo>
                    <a:pt x="3067828" y="996184"/>
                    <a:pt x="3151603" y="860929"/>
                    <a:pt x="3127442" y="700317"/>
                  </a:cubicBezTo>
                  <a:cubicBezTo>
                    <a:pt x="3105645" y="624183"/>
                    <a:pt x="3033622" y="575901"/>
                    <a:pt x="2981098" y="516715"/>
                  </a:cubicBezTo>
                  <a:cubicBezTo>
                    <a:pt x="2857471" y="377387"/>
                    <a:pt x="2848871" y="151612"/>
                    <a:pt x="2954837" y="0"/>
                  </a:cubicBezTo>
                  <a:lnTo>
                    <a:pt x="0" y="0"/>
                  </a:lnTo>
                  <a:lnTo>
                    <a:pt x="0" y="2287576"/>
                  </a:lnTo>
                  <a:lnTo>
                    <a:pt x="4064394" y="2287576"/>
                  </a:lnTo>
                  <a:lnTo>
                    <a:pt x="4064394" y="955128"/>
                  </a:lnTo>
                  <a:cubicBezTo>
                    <a:pt x="4010557" y="955588"/>
                    <a:pt x="3955277" y="947245"/>
                    <a:pt x="3901965" y="93949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" name="Google Shape;45;p5"/>
            <p:cNvSpPr/>
            <p:nvPr/>
          </p:nvSpPr>
          <p:spPr>
            <a:xfrm>
              <a:off x="-1" y="-1329"/>
              <a:ext cx="9144884" cy="5147195"/>
            </a:xfrm>
            <a:custGeom>
              <a:avLst/>
              <a:gdLst/>
              <a:ahLst/>
              <a:cxnLst/>
              <a:rect l="l" t="t" r="r" b="b"/>
              <a:pathLst>
                <a:path w="4064393" h="2287642" extrusionOk="0">
                  <a:moveTo>
                    <a:pt x="3897961" y="979695"/>
                  </a:moveTo>
                  <a:cubicBezTo>
                    <a:pt x="3674736" y="964390"/>
                    <a:pt x="3602516" y="1073895"/>
                    <a:pt x="3472718" y="1222747"/>
                  </a:cubicBezTo>
                  <a:cubicBezTo>
                    <a:pt x="3361105" y="1334420"/>
                    <a:pt x="3140244" y="1318720"/>
                    <a:pt x="3084963" y="1158306"/>
                  </a:cubicBezTo>
                  <a:cubicBezTo>
                    <a:pt x="3045899" y="1043086"/>
                    <a:pt x="3123962" y="918013"/>
                    <a:pt x="3106498" y="797538"/>
                  </a:cubicBezTo>
                  <a:cubicBezTo>
                    <a:pt x="3020688" y="502395"/>
                    <a:pt x="2709290" y="454573"/>
                    <a:pt x="2826877" y="0"/>
                  </a:cubicBezTo>
                  <a:lnTo>
                    <a:pt x="0" y="0"/>
                  </a:lnTo>
                  <a:lnTo>
                    <a:pt x="0" y="2287642"/>
                  </a:lnTo>
                  <a:lnTo>
                    <a:pt x="4064394" y="2287642"/>
                  </a:lnTo>
                  <a:lnTo>
                    <a:pt x="4064394" y="1009650"/>
                  </a:lnTo>
                  <a:cubicBezTo>
                    <a:pt x="4010098" y="993931"/>
                    <a:pt x="3954324" y="983893"/>
                    <a:pt x="3897961" y="979695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" name="Google Shape;46;p5"/>
            <p:cNvSpPr/>
            <p:nvPr/>
          </p:nvSpPr>
          <p:spPr>
            <a:xfrm>
              <a:off x="-1" y="-1329"/>
              <a:ext cx="9144884" cy="5147195"/>
            </a:xfrm>
            <a:custGeom>
              <a:avLst/>
              <a:gdLst/>
              <a:ahLst/>
              <a:cxnLst/>
              <a:rect l="l" t="t" r="r" b="b"/>
              <a:pathLst>
                <a:path w="4064393" h="2287642" extrusionOk="0">
                  <a:moveTo>
                    <a:pt x="3886668" y="1168356"/>
                  </a:moveTo>
                  <a:cubicBezTo>
                    <a:pt x="3523534" y="864476"/>
                    <a:pt x="3578093" y="1536875"/>
                    <a:pt x="3166834" y="1369892"/>
                  </a:cubicBezTo>
                  <a:cubicBezTo>
                    <a:pt x="2968952" y="1280029"/>
                    <a:pt x="2931661" y="1012343"/>
                    <a:pt x="3042091" y="838988"/>
                  </a:cubicBezTo>
                  <a:cubicBezTo>
                    <a:pt x="3075772" y="781641"/>
                    <a:pt x="3123043" y="717265"/>
                    <a:pt x="3097963" y="655648"/>
                  </a:cubicBezTo>
                  <a:cubicBezTo>
                    <a:pt x="3074787" y="598695"/>
                    <a:pt x="3004406" y="582076"/>
                    <a:pt x="2945711" y="563683"/>
                  </a:cubicBezTo>
                  <a:cubicBezTo>
                    <a:pt x="2704694" y="489125"/>
                    <a:pt x="2524210" y="251788"/>
                    <a:pt x="2514231" y="0"/>
                  </a:cubicBezTo>
                  <a:lnTo>
                    <a:pt x="0" y="0"/>
                  </a:lnTo>
                  <a:lnTo>
                    <a:pt x="0" y="2287642"/>
                  </a:lnTo>
                  <a:lnTo>
                    <a:pt x="4064394" y="2287642"/>
                  </a:lnTo>
                  <a:lnTo>
                    <a:pt x="4064394" y="1364506"/>
                  </a:lnTo>
                  <a:cubicBezTo>
                    <a:pt x="3994275" y="1309983"/>
                    <a:pt x="3950221" y="1229776"/>
                    <a:pt x="3886668" y="1168356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" name="Google Shape;47;p5"/>
            <p:cNvSpPr/>
            <p:nvPr/>
          </p:nvSpPr>
          <p:spPr>
            <a:xfrm>
              <a:off x="-1" y="-886"/>
              <a:ext cx="9144884" cy="5146749"/>
            </a:xfrm>
            <a:custGeom>
              <a:avLst/>
              <a:gdLst/>
              <a:ahLst/>
              <a:cxnLst/>
              <a:rect l="l" t="t" r="r" b="b"/>
              <a:pathLst>
                <a:path w="4064393" h="2287444" extrusionOk="0">
                  <a:moveTo>
                    <a:pt x="3860275" y="1412328"/>
                  </a:moveTo>
                  <a:cubicBezTo>
                    <a:pt x="3499570" y="1212171"/>
                    <a:pt x="3370166" y="1548765"/>
                    <a:pt x="3020622" y="1515723"/>
                  </a:cubicBezTo>
                  <a:cubicBezTo>
                    <a:pt x="2790832" y="1511322"/>
                    <a:pt x="2587895" y="1238973"/>
                    <a:pt x="2748288" y="1041181"/>
                  </a:cubicBezTo>
                  <a:cubicBezTo>
                    <a:pt x="2792933" y="989023"/>
                    <a:pt x="2861476" y="955785"/>
                    <a:pt x="2888657" y="892657"/>
                  </a:cubicBezTo>
                  <a:cubicBezTo>
                    <a:pt x="2920500" y="819019"/>
                    <a:pt x="2882092" y="731848"/>
                    <a:pt x="2824776" y="675552"/>
                  </a:cubicBezTo>
                  <a:cubicBezTo>
                    <a:pt x="2569577" y="494315"/>
                    <a:pt x="2383447" y="351243"/>
                    <a:pt x="2435314" y="0"/>
                  </a:cubicBezTo>
                  <a:lnTo>
                    <a:pt x="0" y="0"/>
                  </a:lnTo>
                  <a:lnTo>
                    <a:pt x="0" y="2287445"/>
                  </a:lnTo>
                  <a:lnTo>
                    <a:pt x="4064394" y="2287445"/>
                  </a:lnTo>
                  <a:lnTo>
                    <a:pt x="4064394" y="1502125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" name="Google Shape;48;p5"/>
            <p:cNvSpPr/>
            <p:nvPr/>
          </p:nvSpPr>
          <p:spPr>
            <a:xfrm>
              <a:off x="-1" y="-1032"/>
              <a:ext cx="9144884" cy="5146898"/>
            </a:xfrm>
            <a:custGeom>
              <a:avLst/>
              <a:gdLst/>
              <a:ahLst/>
              <a:cxnLst/>
              <a:rect l="l" t="t" r="r" b="b"/>
              <a:pathLst>
                <a:path w="4064393" h="2287510" extrusionOk="0">
                  <a:moveTo>
                    <a:pt x="3767571" y="1773029"/>
                  </a:moveTo>
                  <a:cubicBezTo>
                    <a:pt x="3678150" y="1745177"/>
                    <a:pt x="3601400" y="1686056"/>
                    <a:pt x="3513358" y="1654131"/>
                  </a:cubicBezTo>
                  <a:cubicBezTo>
                    <a:pt x="3253038" y="1560523"/>
                    <a:pt x="2846245" y="1725207"/>
                    <a:pt x="2683422" y="1432757"/>
                  </a:cubicBezTo>
                  <a:cubicBezTo>
                    <a:pt x="2593082" y="1250074"/>
                    <a:pt x="2741526" y="1029094"/>
                    <a:pt x="2694714" y="830711"/>
                  </a:cubicBezTo>
                  <a:cubicBezTo>
                    <a:pt x="2667271" y="714506"/>
                    <a:pt x="2577653" y="625234"/>
                    <a:pt x="2512064" y="525517"/>
                  </a:cubicBezTo>
                  <a:cubicBezTo>
                    <a:pt x="2410779" y="370063"/>
                    <a:pt x="2365609" y="184654"/>
                    <a:pt x="2384038" y="0"/>
                  </a:cubicBezTo>
                  <a:lnTo>
                    <a:pt x="0" y="0"/>
                  </a:lnTo>
                  <a:lnTo>
                    <a:pt x="0" y="2287511"/>
                  </a:lnTo>
                  <a:lnTo>
                    <a:pt x="4064394" y="2287511"/>
                  </a:lnTo>
                  <a:lnTo>
                    <a:pt x="4064394" y="1767774"/>
                  </a:lnTo>
                  <a:cubicBezTo>
                    <a:pt x="3965256" y="1794116"/>
                    <a:pt x="3864674" y="1803247"/>
                    <a:pt x="3767571" y="177302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9" name="Google Shape;49;p5"/>
          <p:cNvSpPr txBox="1">
            <a:spLocks noGrp="1"/>
          </p:cNvSpPr>
          <p:nvPr>
            <p:ph type="title"/>
          </p:nvPr>
        </p:nvSpPr>
        <p:spPr>
          <a:xfrm>
            <a:off x="609600" y="792567"/>
            <a:ext cx="6953600" cy="9552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5"/>
          <p:cNvSpPr txBox="1">
            <a:spLocks noGrp="1"/>
          </p:cNvSpPr>
          <p:nvPr>
            <p:ph type="body" idx="1"/>
          </p:nvPr>
        </p:nvSpPr>
        <p:spPr>
          <a:xfrm>
            <a:off x="609600" y="2123467"/>
            <a:ext cx="6953600" cy="3926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491054" rtl="0">
              <a:spcBef>
                <a:spcPts val="800"/>
              </a:spcBef>
              <a:spcAft>
                <a:spcPts val="0"/>
              </a:spcAft>
              <a:buSzPts val="2200"/>
              <a:buChar char="●"/>
              <a:defRPr/>
            </a:lvl1pPr>
            <a:lvl2pPr marL="1219170" lvl="1" indent="-491054" rtl="0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marL="1828754" lvl="2" indent="-491054" rtl="0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3pPr>
            <a:lvl4pPr marL="2438339" lvl="3" indent="-491054" rtl="0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4pPr>
            <a:lvl5pPr marL="3047924" lvl="4" indent="-491054" rtl="0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5pPr>
            <a:lvl6pPr marL="3657509" lvl="5" indent="-491054" rtl="0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6pPr>
            <a:lvl7pPr marL="4267093" lvl="6" indent="-491054" rtl="0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7pPr>
            <a:lvl8pPr marL="4876678" lvl="7" indent="-491054" rtl="0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8pPr>
            <a:lvl9pPr marL="5486263" lvl="8" indent="-491054" rtl="0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9pPr>
          </a:lstStyle>
          <a:p>
            <a:endParaRPr/>
          </a:p>
        </p:txBody>
      </p:sp>
      <p:sp>
        <p:nvSpPr>
          <p:cNvPr id="51" name="Google Shape;51;p5"/>
          <p:cNvSpPr txBox="1">
            <a:spLocks noGrp="1"/>
          </p:cNvSpPr>
          <p:nvPr>
            <p:ph type="sldNum" idx="12"/>
          </p:nvPr>
        </p:nvSpPr>
        <p:spPr>
          <a:xfrm>
            <a:off x="11307445" y="6333135"/>
            <a:ext cx="731600" cy="524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n">
                <a:solidFill>
                  <a:srgbClr val="CE0063"/>
                </a:solidFill>
              </a:rPr>
              <a:pPr/>
              <a:t>‹#›</a:t>
            </a:fld>
            <a:endParaRPr>
              <a:solidFill>
                <a:srgbClr val="CE006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99492757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 + Image">
  <p:cSld name="Title + 1 column + Image">
    <p:bg>
      <p:bgPr>
        <a:gradFill>
          <a:gsLst>
            <a:gs pos="0">
              <a:schemeClr val="accent1"/>
            </a:gs>
            <a:gs pos="37000">
              <a:schemeClr val="dk2"/>
            </a:gs>
            <a:gs pos="100000">
              <a:schemeClr val="dk2"/>
            </a:gs>
          </a:gsLst>
          <a:lin ang="10800025" scaled="0"/>
        </a:gradFill>
        <a:effectLst/>
      </p:bgPr>
    </p:bg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" name="Google Shape;53;p6"/>
          <p:cNvGrpSpPr/>
          <p:nvPr/>
        </p:nvGrpSpPr>
        <p:grpSpPr>
          <a:xfrm>
            <a:off x="9" y="-49"/>
            <a:ext cx="8342020" cy="6856029"/>
            <a:chOff x="-8" y="-13"/>
            <a:chExt cx="7710766" cy="5142022"/>
          </a:xfrm>
        </p:grpSpPr>
        <p:sp>
          <p:nvSpPr>
            <p:cNvPr id="54" name="Google Shape;54;p6"/>
            <p:cNvSpPr/>
            <p:nvPr/>
          </p:nvSpPr>
          <p:spPr>
            <a:xfrm>
              <a:off x="-8" y="-13"/>
              <a:ext cx="7710766" cy="5142022"/>
            </a:xfrm>
            <a:custGeom>
              <a:avLst/>
              <a:gdLst/>
              <a:ahLst/>
              <a:cxnLst/>
              <a:rect l="l" t="t" r="r" b="b"/>
              <a:pathLst>
                <a:path w="3427007" h="2285343" extrusionOk="0">
                  <a:moveTo>
                    <a:pt x="3264200" y="1931013"/>
                  </a:moveTo>
                  <a:cubicBezTo>
                    <a:pt x="3059555" y="1738083"/>
                    <a:pt x="2707189" y="1625228"/>
                    <a:pt x="2663923" y="1311888"/>
                  </a:cubicBezTo>
                  <a:cubicBezTo>
                    <a:pt x="2646918" y="776320"/>
                    <a:pt x="3405816" y="668129"/>
                    <a:pt x="3258554" y="0"/>
                  </a:cubicBezTo>
                  <a:lnTo>
                    <a:pt x="0" y="0"/>
                  </a:lnTo>
                  <a:lnTo>
                    <a:pt x="0" y="2285343"/>
                  </a:lnTo>
                  <a:lnTo>
                    <a:pt x="3426103" y="2285343"/>
                  </a:lnTo>
                  <a:cubicBezTo>
                    <a:pt x="3436148" y="2153964"/>
                    <a:pt x="3361302" y="2023504"/>
                    <a:pt x="3264200" y="193101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285750" dist="9525" algn="bl" rotWithShape="0">
                <a:schemeClr val="dk1">
                  <a:alpha val="75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" name="Google Shape;55;p6"/>
            <p:cNvSpPr/>
            <p:nvPr/>
          </p:nvSpPr>
          <p:spPr>
            <a:xfrm>
              <a:off x="-8" y="-13"/>
              <a:ext cx="7536339" cy="5142022"/>
            </a:xfrm>
            <a:custGeom>
              <a:avLst/>
              <a:gdLst/>
              <a:ahLst/>
              <a:cxnLst/>
              <a:rect l="l" t="t" r="r" b="b"/>
              <a:pathLst>
                <a:path w="3349484" h="2285343" extrusionOk="0">
                  <a:moveTo>
                    <a:pt x="3135123" y="1986849"/>
                  </a:moveTo>
                  <a:cubicBezTo>
                    <a:pt x="3002568" y="1888315"/>
                    <a:pt x="2836659" y="1848901"/>
                    <a:pt x="2687952" y="1777628"/>
                  </a:cubicBezTo>
                  <a:cubicBezTo>
                    <a:pt x="2379377" y="1643884"/>
                    <a:pt x="2269472" y="1317800"/>
                    <a:pt x="2551129" y="1092748"/>
                  </a:cubicBezTo>
                  <a:cubicBezTo>
                    <a:pt x="2647246" y="1012409"/>
                    <a:pt x="2763520" y="961040"/>
                    <a:pt x="2873688" y="901459"/>
                  </a:cubicBezTo>
                  <a:cubicBezTo>
                    <a:pt x="3268796" y="717528"/>
                    <a:pt x="3285865" y="371278"/>
                    <a:pt x="3154688" y="0"/>
                  </a:cubicBezTo>
                  <a:lnTo>
                    <a:pt x="0" y="0"/>
                  </a:lnTo>
                  <a:lnTo>
                    <a:pt x="0" y="2285343"/>
                  </a:lnTo>
                  <a:lnTo>
                    <a:pt x="3349485" y="2285343"/>
                  </a:lnTo>
                  <a:cubicBezTo>
                    <a:pt x="3310420" y="2166169"/>
                    <a:pt x="3235575" y="2061939"/>
                    <a:pt x="3135123" y="1986849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" name="Google Shape;56;p6"/>
            <p:cNvSpPr/>
            <p:nvPr/>
          </p:nvSpPr>
          <p:spPr>
            <a:xfrm>
              <a:off x="-8" y="-13"/>
              <a:ext cx="6852517" cy="5142022"/>
            </a:xfrm>
            <a:custGeom>
              <a:avLst/>
              <a:gdLst/>
              <a:ahLst/>
              <a:cxnLst/>
              <a:rect l="l" t="t" r="r" b="b"/>
              <a:pathLst>
                <a:path w="3045563" h="2285343" extrusionOk="0">
                  <a:moveTo>
                    <a:pt x="2807574" y="2063115"/>
                  </a:moveTo>
                  <a:cubicBezTo>
                    <a:pt x="2956478" y="1994404"/>
                    <a:pt x="2840008" y="1887198"/>
                    <a:pt x="2727411" y="1875177"/>
                  </a:cubicBezTo>
                  <a:cubicBezTo>
                    <a:pt x="2250301" y="1750695"/>
                    <a:pt x="2181824" y="1070150"/>
                    <a:pt x="2624661" y="853112"/>
                  </a:cubicBezTo>
                  <a:cubicBezTo>
                    <a:pt x="2701215" y="814552"/>
                    <a:pt x="2785909" y="794451"/>
                    <a:pt x="2863446" y="757796"/>
                  </a:cubicBezTo>
                  <a:cubicBezTo>
                    <a:pt x="3297881" y="540560"/>
                    <a:pt x="2793262" y="253036"/>
                    <a:pt x="2983397" y="0"/>
                  </a:cubicBezTo>
                  <a:lnTo>
                    <a:pt x="0" y="0"/>
                  </a:lnTo>
                  <a:lnTo>
                    <a:pt x="0" y="2285343"/>
                  </a:lnTo>
                  <a:lnTo>
                    <a:pt x="2681190" y="2285343"/>
                  </a:lnTo>
                  <a:cubicBezTo>
                    <a:pt x="2683685" y="2196596"/>
                    <a:pt x="2730299" y="2108047"/>
                    <a:pt x="2807574" y="2063115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" name="Google Shape;57;p6"/>
            <p:cNvSpPr/>
            <p:nvPr/>
          </p:nvSpPr>
          <p:spPr>
            <a:xfrm>
              <a:off x="-8" y="-13"/>
              <a:ext cx="6478551" cy="5142022"/>
            </a:xfrm>
            <a:custGeom>
              <a:avLst/>
              <a:gdLst/>
              <a:ahLst/>
              <a:cxnLst/>
              <a:rect l="l" t="t" r="r" b="b"/>
              <a:pathLst>
                <a:path w="2879356" h="2285343" extrusionOk="0">
                  <a:moveTo>
                    <a:pt x="2483636" y="1975748"/>
                  </a:moveTo>
                  <a:cubicBezTo>
                    <a:pt x="2425729" y="1949472"/>
                    <a:pt x="2357974" y="1946319"/>
                    <a:pt x="2304203" y="1912292"/>
                  </a:cubicBezTo>
                  <a:cubicBezTo>
                    <a:pt x="2200338" y="1846602"/>
                    <a:pt x="2149981" y="1693020"/>
                    <a:pt x="2194297" y="1578391"/>
                  </a:cubicBezTo>
                  <a:cubicBezTo>
                    <a:pt x="2362898" y="1262161"/>
                    <a:pt x="2082226" y="851863"/>
                    <a:pt x="2213994" y="698938"/>
                  </a:cubicBezTo>
                  <a:cubicBezTo>
                    <a:pt x="2289890" y="640671"/>
                    <a:pt x="2476086" y="701106"/>
                    <a:pt x="2569840" y="720484"/>
                  </a:cubicBezTo>
                  <a:cubicBezTo>
                    <a:pt x="3121795" y="827427"/>
                    <a:pt x="2785252" y="260657"/>
                    <a:pt x="2696422" y="0"/>
                  </a:cubicBezTo>
                  <a:lnTo>
                    <a:pt x="0" y="0"/>
                  </a:lnTo>
                  <a:lnTo>
                    <a:pt x="0" y="2285343"/>
                  </a:lnTo>
                  <a:lnTo>
                    <a:pt x="2605819" y="2285343"/>
                  </a:lnTo>
                  <a:cubicBezTo>
                    <a:pt x="2646787" y="2172291"/>
                    <a:pt x="2595314" y="2026460"/>
                    <a:pt x="2483636" y="197574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" name="Google Shape;58;p6"/>
            <p:cNvSpPr/>
            <p:nvPr/>
          </p:nvSpPr>
          <p:spPr>
            <a:xfrm>
              <a:off x="-8" y="-13"/>
              <a:ext cx="6272190" cy="5142022"/>
            </a:xfrm>
            <a:custGeom>
              <a:avLst/>
              <a:gdLst/>
              <a:ahLst/>
              <a:cxnLst/>
              <a:rect l="l" t="t" r="r" b="b"/>
              <a:pathLst>
                <a:path w="2787640" h="2285343" extrusionOk="0">
                  <a:moveTo>
                    <a:pt x="2551129" y="2165460"/>
                  </a:moveTo>
                  <a:cubicBezTo>
                    <a:pt x="2474839" y="1961822"/>
                    <a:pt x="2182086" y="2092478"/>
                    <a:pt x="2041192" y="1984090"/>
                  </a:cubicBezTo>
                  <a:cubicBezTo>
                    <a:pt x="1755530" y="1606309"/>
                    <a:pt x="2254765" y="1476178"/>
                    <a:pt x="2067125" y="765219"/>
                  </a:cubicBezTo>
                  <a:cubicBezTo>
                    <a:pt x="2053010" y="702617"/>
                    <a:pt x="2051631" y="620702"/>
                    <a:pt x="2107765" y="589762"/>
                  </a:cubicBezTo>
                  <a:cubicBezTo>
                    <a:pt x="2139214" y="572223"/>
                    <a:pt x="2178081" y="579120"/>
                    <a:pt x="2213403" y="586543"/>
                  </a:cubicBezTo>
                  <a:cubicBezTo>
                    <a:pt x="2363423" y="609994"/>
                    <a:pt x="2512983" y="669378"/>
                    <a:pt x="2665433" y="663991"/>
                  </a:cubicBezTo>
                  <a:cubicBezTo>
                    <a:pt x="2829568" y="636467"/>
                    <a:pt x="2809872" y="484724"/>
                    <a:pt x="2714805" y="382445"/>
                  </a:cubicBezTo>
                  <a:cubicBezTo>
                    <a:pt x="2614157" y="255007"/>
                    <a:pt x="2513443" y="127523"/>
                    <a:pt x="2412795" y="0"/>
                  </a:cubicBezTo>
                  <a:lnTo>
                    <a:pt x="0" y="0"/>
                  </a:lnTo>
                  <a:lnTo>
                    <a:pt x="0" y="2285343"/>
                  </a:lnTo>
                  <a:lnTo>
                    <a:pt x="2536094" y="2285343"/>
                  </a:lnTo>
                  <a:cubicBezTo>
                    <a:pt x="2555134" y="2247966"/>
                    <a:pt x="2563012" y="2205202"/>
                    <a:pt x="2551129" y="216546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" name="Google Shape;59;p6"/>
            <p:cNvSpPr/>
            <p:nvPr/>
          </p:nvSpPr>
          <p:spPr>
            <a:xfrm>
              <a:off x="-8" y="-13"/>
              <a:ext cx="5978795" cy="5142022"/>
            </a:xfrm>
            <a:custGeom>
              <a:avLst/>
              <a:gdLst/>
              <a:ahLst/>
              <a:cxnLst/>
              <a:rect l="l" t="t" r="r" b="b"/>
              <a:pathLst>
                <a:path w="2657242" h="2285343" extrusionOk="0">
                  <a:moveTo>
                    <a:pt x="2007248" y="2113499"/>
                  </a:moveTo>
                  <a:cubicBezTo>
                    <a:pt x="1570122" y="1477098"/>
                    <a:pt x="2433082" y="1775854"/>
                    <a:pt x="2003441" y="835244"/>
                  </a:cubicBezTo>
                  <a:cubicBezTo>
                    <a:pt x="1977901" y="745052"/>
                    <a:pt x="1922620" y="648094"/>
                    <a:pt x="1965558" y="564800"/>
                  </a:cubicBezTo>
                  <a:cubicBezTo>
                    <a:pt x="2004426" y="489322"/>
                    <a:pt x="2106518" y="470798"/>
                    <a:pt x="2189570" y="488337"/>
                  </a:cubicBezTo>
                  <a:cubicBezTo>
                    <a:pt x="2272623" y="505876"/>
                    <a:pt x="2348716" y="549428"/>
                    <a:pt x="2432491" y="564274"/>
                  </a:cubicBezTo>
                  <a:cubicBezTo>
                    <a:pt x="2646524" y="602374"/>
                    <a:pt x="2740016" y="398211"/>
                    <a:pt x="2567739" y="263810"/>
                  </a:cubicBezTo>
                  <a:cubicBezTo>
                    <a:pt x="2468142" y="185967"/>
                    <a:pt x="2311687" y="141430"/>
                    <a:pt x="2287855" y="0"/>
                  </a:cubicBezTo>
                  <a:lnTo>
                    <a:pt x="0" y="0"/>
                  </a:lnTo>
                  <a:lnTo>
                    <a:pt x="0" y="2285343"/>
                  </a:lnTo>
                  <a:lnTo>
                    <a:pt x="2023268" y="2285343"/>
                  </a:lnTo>
                  <a:cubicBezTo>
                    <a:pt x="2055570" y="2233645"/>
                    <a:pt x="2039156" y="2165000"/>
                    <a:pt x="2007248" y="211349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0" name="Google Shape;60;p6"/>
          <p:cNvSpPr txBox="1">
            <a:spLocks noGrp="1"/>
          </p:cNvSpPr>
          <p:nvPr>
            <p:ph type="title"/>
          </p:nvPr>
        </p:nvSpPr>
        <p:spPr>
          <a:xfrm>
            <a:off x="609600" y="1402167"/>
            <a:ext cx="3696400" cy="9552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6"/>
          <p:cNvSpPr txBox="1">
            <a:spLocks noGrp="1"/>
          </p:cNvSpPr>
          <p:nvPr>
            <p:ph type="body" idx="1"/>
          </p:nvPr>
        </p:nvSpPr>
        <p:spPr>
          <a:xfrm>
            <a:off x="609600" y="2733067"/>
            <a:ext cx="3696400" cy="332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457189" rtl="0">
              <a:spcBef>
                <a:spcPts val="800"/>
              </a:spcBef>
              <a:spcAft>
                <a:spcPts val="0"/>
              </a:spcAft>
              <a:buSzPts val="1800"/>
              <a:buChar char="●"/>
              <a:defRPr sz="2400"/>
            </a:lvl1pPr>
            <a:lvl2pPr marL="1219170" lvl="1" indent="-457189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2400"/>
            </a:lvl2pPr>
            <a:lvl3pPr marL="1828754" lvl="2" indent="-457189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2400"/>
            </a:lvl3pPr>
            <a:lvl4pPr marL="2438339" lvl="3" indent="-457189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2400"/>
            </a:lvl4pPr>
            <a:lvl5pPr marL="3047924" lvl="4" indent="-457189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2400"/>
            </a:lvl5pPr>
            <a:lvl6pPr marL="3657509" lvl="5" indent="-457189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2400"/>
            </a:lvl6pPr>
            <a:lvl7pPr marL="4267093" lvl="6" indent="-457189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2400"/>
            </a:lvl7pPr>
            <a:lvl8pPr marL="4876678" lvl="7" indent="-457189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2400"/>
            </a:lvl8pPr>
            <a:lvl9pPr marL="5486263" lvl="8" indent="-457189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2400"/>
            </a:lvl9pPr>
          </a:lstStyle>
          <a:p>
            <a:endParaRPr/>
          </a:p>
        </p:txBody>
      </p:sp>
      <p:sp>
        <p:nvSpPr>
          <p:cNvPr id="62" name="Google Shape;62;p6"/>
          <p:cNvSpPr txBox="1">
            <a:spLocks noGrp="1"/>
          </p:cNvSpPr>
          <p:nvPr>
            <p:ph type="sldNum" idx="12"/>
          </p:nvPr>
        </p:nvSpPr>
        <p:spPr>
          <a:xfrm>
            <a:off x="11307445" y="6333135"/>
            <a:ext cx="731600" cy="524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fld id="{00000000-1234-1234-1234-123412341234}" type="slidenum">
              <a:rPr lang="en">
                <a:solidFill>
                  <a:srgbClr val="FFFFFF"/>
                </a:solidFill>
              </a:rPr>
              <a:pPr/>
              <a:t>‹#›</a:t>
            </a:fld>
            <a:endParaRPr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92763179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2 columns" type="twoColTx">
  <p:cSld name="Title + 2 columns">
    <p:bg>
      <p:bgPr>
        <a:gradFill>
          <a:gsLst>
            <a:gs pos="0">
              <a:schemeClr val="accent1"/>
            </a:gs>
            <a:gs pos="50000">
              <a:schemeClr val="dk2"/>
            </a:gs>
            <a:gs pos="100000">
              <a:schemeClr val="dk2"/>
            </a:gs>
          </a:gsLst>
          <a:path path="circle">
            <a:fillToRect l="100000" b="100000"/>
          </a:path>
          <a:tileRect t="-100000" r="-100000"/>
        </a:gradFill>
        <a:effectLst/>
      </p:bgPr>
    </p:bg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4" name="Google Shape;64;p7"/>
          <p:cNvGrpSpPr/>
          <p:nvPr/>
        </p:nvGrpSpPr>
        <p:grpSpPr>
          <a:xfrm>
            <a:off x="-7" y="-13"/>
            <a:ext cx="12193773" cy="6857017"/>
            <a:chOff x="-5" y="-10"/>
            <a:chExt cx="9145330" cy="5142763"/>
          </a:xfrm>
        </p:grpSpPr>
        <p:sp>
          <p:nvSpPr>
            <p:cNvPr id="65" name="Google Shape;65;p7"/>
            <p:cNvSpPr/>
            <p:nvPr/>
          </p:nvSpPr>
          <p:spPr>
            <a:xfrm>
              <a:off x="436" y="-10"/>
              <a:ext cx="9144886" cy="5142760"/>
            </a:xfrm>
            <a:custGeom>
              <a:avLst/>
              <a:gdLst/>
              <a:ahLst/>
              <a:cxnLst/>
              <a:rect l="l" t="t" r="r" b="b"/>
              <a:pathLst>
                <a:path w="4064394" h="2285671" extrusionOk="0">
                  <a:moveTo>
                    <a:pt x="3915359" y="1249483"/>
                  </a:moveTo>
                  <a:cubicBezTo>
                    <a:pt x="3758905" y="1375673"/>
                    <a:pt x="3604486" y="1367725"/>
                    <a:pt x="3572381" y="1142869"/>
                  </a:cubicBezTo>
                  <a:cubicBezTo>
                    <a:pt x="3564371" y="1057472"/>
                    <a:pt x="3585512" y="972535"/>
                    <a:pt x="3594835" y="887270"/>
                  </a:cubicBezTo>
                  <a:cubicBezTo>
                    <a:pt x="3604157" y="802005"/>
                    <a:pt x="3597723" y="707609"/>
                    <a:pt x="3544938" y="644219"/>
                  </a:cubicBezTo>
                  <a:cubicBezTo>
                    <a:pt x="3492151" y="580828"/>
                    <a:pt x="3402533" y="563289"/>
                    <a:pt x="3347252" y="501147"/>
                  </a:cubicBezTo>
                  <a:cubicBezTo>
                    <a:pt x="3215944" y="341980"/>
                    <a:pt x="3347252" y="113972"/>
                    <a:pt x="3484470" y="0"/>
                  </a:cubicBezTo>
                  <a:lnTo>
                    <a:pt x="0" y="0"/>
                  </a:lnTo>
                  <a:lnTo>
                    <a:pt x="0" y="2285672"/>
                  </a:lnTo>
                  <a:lnTo>
                    <a:pt x="4064394" y="2285672"/>
                  </a:lnTo>
                  <a:lnTo>
                    <a:pt x="4064394" y="1205077"/>
                  </a:lnTo>
                  <a:cubicBezTo>
                    <a:pt x="4016007" y="1198508"/>
                    <a:pt x="3959741" y="1220908"/>
                    <a:pt x="3915359" y="124948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" name="Google Shape;66;p7"/>
            <p:cNvSpPr/>
            <p:nvPr/>
          </p:nvSpPr>
          <p:spPr>
            <a:xfrm>
              <a:off x="436" y="731"/>
              <a:ext cx="9144886" cy="5142022"/>
            </a:xfrm>
            <a:custGeom>
              <a:avLst/>
              <a:gdLst/>
              <a:ahLst/>
              <a:cxnLst/>
              <a:rect l="l" t="t" r="r" b="b"/>
              <a:pathLst>
                <a:path w="4064394" h="2285343" extrusionOk="0">
                  <a:moveTo>
                    <a:pt x="3921596" y="1306896"/>
                  </a:moveTo>
                  <a:cubicBezTo>
                    <a:pt x="3827382" y="1355046"/>
                    <a:pt x="3758839" y="1489579"/>
                    <a:pt x="3641252" y="1479923"/>
                  </a:cubicBezTo>
                  <a:cubicBezTo>
                    <a:pt x="3438840" y="1433940"/>
                    <a:pt x="3511651" y="1152459"/>
                    <a:pt x="3489000" y="998483"/>
                  </a:cubicBezTo>
                  <a:cubicBezTo>
                    <a:pt x="3445274" y="740060"/>
                    <a:pt x="3136174" y="567099"/>
                    <a:pt x="3190076" y="285685"/>
                  </a:cubicBezTo>
                  <a:cubicBezTo>
                    <a:pt x="3210823" y="187938"/>
                    <a:pt x="3283305" y="103593"/>
                    <a:pt x="3278381" y="0"/>
                  </a:cubicBezTo>
                  <a:lnTo>
                    <a:pt x="0" y="0"/>
                  </a:lnTo>
                  <a:lnTo>
                    <a:pt x="0" y="2285343"/>
                  </a:lnTo>
                  <a:lnTo>
                    <a:pt x="4064394" y="2285343"/>
                  </a:lnTo>
                  <a:lnTo>
                    <a:pt x="4064394" y="1314779"/>
                  </a:lnTo>
                  <a:cubicBezTo>
                    <a:pt x="4026971" y="1280751"/>
                    <a:pt x="3967291" y="1283576"/>
                    <a:pt x="3921596" y="1306896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" name="Google Shape;67;p7"/>
            <p:cNvSpPr/>
            <p:nvPr/>
          </p:nvSpPr>
          <p:spPr>
            <a:xfrm>
              <a:off x="-5" y="731"/>
              <a:ext cx="9145330" cy="5142022"/>
            </a:xfrm>
            <a:custGeom>
              <a:avLst/>
              <a:gdLst/>
              <a:ahLst/>
              <a:cxnLst/>
              <a:rect l="l" t="t" r="r" b="b"/>
              <a:pathLst>
                <a:path w="4064591" h="2285343" extrusionOk="0">
                  <a:moveTo>
                    <a:pt x="3770329" y="1529387"/>
                  </a:moveTo>
                  <a:cubicBezTo>
                    <a:pt x="3385594" y="1586602"/>
                    <a:pt x="3413301" y="1366017"/>
                    <a:pt x="3417043" y="1072384"/>
                  </a:cubicBezTo>
                  <a:cubicBezTo>
                    <a:pt x="3360449" y="715689"/>
                    <a:pt x="2974270" y="507453"/>
                    <a:pt x="3214762" y="117322"/>
                  </a:cubicBezTo>
                  <a:cubicBezTo>
                    <a:pt x="3227893" y="80141"/>
                    <a:pt x="3233605" y="36983"/>
                    <a:pt x="3223625" y="0"/>
                  </a:cubicBezTo>
                  <a:lnTo>
                    <a:pt x="0" y="0"/>
                  </a:lnTo>
                  <a:lnTo>
                    <a:pt x="0" y="2285343"/>
                  </a:lnTo>
                  <a:lnTo>
                    <a:pt x="4064591" y="2285343"/>
                  </a:lnTo>
                  <a:lnTo>
                    <a:pt x="4064591" y="1598886"/>
                  </a:lnTo>
                  <a:cubicBezTo>
                    <a:pt x="3998346" y="1512308"/>
                    <a:pt x="3874916" y="1516052"/>
                    <a:pt x="3770329" y="1529387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" name="Google Shape;68;p7"/>
            <p:cNvSpPr/>
            <p:nvPr/>
          </p:nvSpPr>
          <p:spPr>
            <a:xfrm>
              <a:off x="436" y="583"/>
              <a:ext cx="9144886" cy="5142168"/>
            </a:xfrm>
            <a:custGeom>
              <a:avLst/>
              <a:gdLst/>
              <a:ahLst/>
              <a:cxnLst/>
              <a:rect l="l" t="t" r="r" b="b"/>
              <a:pathLst>
                <a:path w="4064394" h="2285408" extrusionOk="0">
                  <a:moveTo>
                    <a:pt x="3518216" y="1610776"/>
                  </a:moveTo>
                  <a:cubicBezTo>
                    <a:pt x="3308123" y="1694859"/>
                    <a:pt x="3276477" y="1573793"/>
                    <a:pt x="3327359" y="1394788"/>
                  </a:cubicBezTo>
                  <a:cubicBezTo>
                    <a:pt x="3353621" y="1255855"/>
                    <a:pt x="3313637" y="1105097"/>
                    <a:pt x="3223691" y="1003935"/>
                  </a:cubicBezTo>
                  <a:cubicBezTo>
                    <a:pt x="3022920" y="804107"/>
                    <a:pt x="3083059" y="820727"/>
                    <a:pt x="3141820" y="584638"/>
                  </a:cubicBezTo>
                  <a:cubicBezTo>
                    <a:pt x="3145891" y="476184"/>
                    <a:pt x="3038415" y="408787"/>
                    <a:pt x="2988780" y="315310"/>
                  </a:cubicBezTo>
                  <a:cubicBezTo>
                    <a:pt x="2935534" y="216184"/>
                    <a:pt x="2953524" y="78302"/>
                    <a:pt x="3036904" y="0"/>
                  </a:cubicBezTo>
                  <a:lnTo>
                    <a:pt x="0" y="0"/>
                  </a:lnTo>
                  <a:lnTo>
                    <a:pt x="0" y="2285409"/>
                  </a:lnTo>
                  <a:lnTo>
                    <a:pt x="4064394" y="2285409"/>
                  </a:lnTo>
                  <a:lnTo>
                    <a:pt x="4064394" y="1775263"/>
                  </a:lnTo>
                  <a:cubicBezTo>
                    <a:pt x="3874128" y="1764358"/>
                    <a:pt x="3706841" y="1566435"/>
                    <a:pt x="3518216" y="1610776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" name="Google Shape;69;p7"/>
            <p:cNvSpPr/>
            <p:nvPr/>
          </p:nvSpPr>
          <p:spPr>
            <a:xfrm>
              <a:off x="731" y="731"/>
              <a:ext cx="9144589" cy="5142022"/>
            </a:xfrm>
            <a:custGeom>
              <a:avLst/>
              <a:gdLst/>
              <a:ahLst/>
              <a:cxnLst/>
              <a:rect l="l" t="t" r="r" b="b"/>
              <a:pathLst>
                <a:path w="4064262" h="2285343" extrusionOk="0">
                  <a:moveTo>
                    <a:pt x="3911354" y="1813823"/>
                  </a:moveTo>
                  <a:cubicBezTo>
                    <a:pt x="3733431" y="1756279"/>
                    <a:pt x="3525766" y="1820392"/>
                    <a:pt x="3358808" y="1722711"/>
                  </a:cubicBezTo>
                  <a:cubicBezTo>
                    <a:pt x="3177667" y="1604864"/>
                    <a:pt x="3210363" y="1445238"/>
                    <a:pt x="3338586" y="1300852"/>
                  </a:cubicBezTo>
                  <a:cubicBezTo>
                    <a:pt x="3453941" y="1143197"/>
                    <a:pt x="3377978" y="1019175"/>
                    <a:pt x="3192965" y="1000454"/>
                  </a:cubicBezTo>
                  <a:cubicBezTo>
                    <a:pt x="2865678" y="937129"/>
                    <a:pt x="3055091" y="791166"/>
                    <a:pt x="3032571" y="594426"/>
                  </a:cubicBezTo>
                  <a:cubicBezTo>
                    <a:pt x="3008870" y="510278"/>
                    <a:pt x="2913277" y="477761"/>
                    <a:pt x="2846901" y="423304"/>
                  </a:cubicBezTo>
                  <a:cubicBezTo>
                    <a:pt x="2723602" y="324770"/>
                    <a:pt x="2700886" y="123037"/>
                    <a:pt x="2803438" y="0"/>
                  </a:cubicBezTo>
                  <a:lnTo>
                    <a:pt x="0" y="0"/>
                  </a:lnTo>
                  <a:lnTo>
                    <a:pt x="0" y="2285343"/>
                  </a:lnTo>
                  <a:lnTo>
                    <a:pt x="4064263" y="2285343"/>
                  </a:lnTo>
                  <a:lnTo>
                    <a:pt x="4064263" y="1916167"/>
                  </a:lnTo>
                  <a:cubicBezTo>
                    <a:pt x="4026118" y="1868214"/>
                    <a:pt x="3969852" y="1832741"/>
                    <a:pt x="3911354" y="1813823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" name="Google Shape;70;p7"/>
            <p:cNvSpPr/>
            <p:nvPr/>
          </p:nvSpPr>
          <p:spPr>
            <a:xfrm>
              <a:off x="436" y="731"/>
              <a:ext cx="9144886" cy="5142022"/>
            </a:xfrm>
            <a:custGeom>
              <a:avLst/>
              <a:gdLst/>
              <a:ahLst/>
              <a:cxnLst/>
              <a:rect l="l" t="t" r="r" b="b"/>
              <a:pathLst>
                <a:path w="4064394" h="2285343" extrusionOk="0">
                  <a:moveTo>
                    <a:pt x="3763435" y="1980675"/>
                  </a:moveTo>
                  <a:cubicBezTo>
                    <a:pt x="3694695" y="2003469"/>
                    <a:pt x="3636788" y="2052539"/>
                    <a:pt x="3567588" y="2074020"/>
                  </a:cubicBezTo>
                  <a:cubicBezTo>
                    <a:pt x="3429714" y="2116718"/>
                    <a:pt x="3273391" y="2032701"/>
                    <a:pt x="3205242" y="1905263"/>
                  </a:cubicBezTo>
                  <a:cubicBezTo>
                    <a:pt x="3082469" y="1678240"/>
                    <a:pt x="3215156" y="1486623"/>
                    <a:pt x="3268861" y="1269453"/>
                  </a:cubicBezTo>
                  <a:cubicBezTo>
                    <a:pt x="3268007" y="941004"/>
                    <a:pt x="3006244" y="1151737"/>
                    <a:pt x="2907172" y="1045583"/>
                  </a:cubicBezTo>
                  <a:cubicBezTo>
                    <a:pt x="2870405" y="1001833"/>
                    <a:pt x="2887935" y="934239"/>
                    <a:pt x="2918530" y="886022"/>
                  </a:cubicBezTo>
                  <a:cubicBezTo>
                    <a:pt x="3044717" y="741505"/>
                    <a:pt x="3036708" y="613476"/>
                    <a:pt x="2871981" y="500030"/>
                  </a:cubicBezTo>
                  <a:cubicBezTo>
                    <a:pt x="2666286" y="390788"/>
                    <a:pt x="2485474" y="247716"/>
                    <a:pt x="2627944" y="0"/>
                  </a:cubicBezTo>
                  <a:lnTo>
                    <a:pt x="0" y="0"/>
                  </a:lnTo>
                  <a:lnTo>
                    <a:pt x="0" y="2285343"/>
                  </a:lnTo>
                  <a:lnTo>
                    <a:pt x="4064394" y="2285343"/>
                  </a:lnTo>
                  <a:lnTo>
                    <a:pt x="4064394" y="2074020"/>
                  </a:lnTo>
                  <a:cubicBezTo>
                    <a:pt x="3992306" y="1989674"/>
                    <a:pt x="3869992" y="1945268"/>
                    <a:pt x="3763435" y="198067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1" name="Google Shape;71;p7"/>
          <p:cNvSpPr txBox="1">
            <a:spLocks noGrp="1"/>
          </p:cNvSpPr>
          <p:nvPr>
            <p:ph type="title"/>
          </p:nvPr>
        </p:nvSpPr>
        <p:spPr>
          <a:xfrm>
            <a:off x="609600" y="792567"/>
            <a:ext cx="6953600" cy="9552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7"/>
          <p:cNvSpPr txBox="1">
            <a:spLocks noGrp="1"/>
          </p:cNvSpPr>
          <p:nvPr>
            <p:ph type="body" idx="1"/>
          </p:nvPr>
        </p:nvSpPr>
        <p:spPr>
          <a:xfrm>
            <a:off x="609600" y="2123467"/>
            <a:ext cx="3554800" cy="3921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474121" rtl="0">
              <a:spcBef>
                <a:spcPts val="800"/>
              </a:spcBef>
              <a:spcAft>
                <a:spcPts val="0"/>
              </a:spcAft>
              <a:buSzPts val="2000"/>
              <a:buChar char="●"/>
              <a:defRPr sz="2667"/>
            </a:lvl1pPr>
            <a:lvl2pPr marL="1219170" lvl="1" indent="-474121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667"/>
            </a:lvl2pPr>
            <a:lvl3pPr marL="1828754" lvl="2" indent="-474121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667"/>
            </a:lvl3pPr>
            <a:lvl4pPr marL="2438339" lvl="3" indent="-474121" rtl="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667"/>
            </a:lvl4pPr>
            <a:lvl5pPr marL="3047924" lvl="4" indent="-474121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667"/>
            </a:lvl5pPr>
            <a:lvl6pPr marL="3657509" lvl="5" indent="-474121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667"/>
            </a:lvl6pPr>
            <a:lvl7pPr marL="4267093" lvl="6" indent="-474121" rtl="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667"/>
            </a:lvl7pPr>
            <a:lvl8pPr marL="4876678" lvl="7" indent="-474121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667"/>
            </a:lvl8pPr>
            <a:lvl9pPr marL="5486263" lvl="8" indent="-474121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667"/>
            </a:lvl9pPr>
          </a:lstStyle>
          <a:p>
            <a:endParaRPr/>
          </a:p>
        </p:txBody>
      </p:sp>
      <p:sp>
        <p:nvSpPr>
          <p:cNvPr id="73" name="Google Shape;73;p7"/>
          <p:cNvSpPr txBox="1">
            <a:spLocks noGrp="1"/>
          </p:cNvSpPr>
          <p:nvPr>
            <p:ph type="body" idx="2"/>
          </p:nvPr>
        </p:nvSpPr>
        <p:spPr>
          <a:xfrm>
            <a:off x="4533605" y="2123467"/>
            <a:ext cx="3554800" cy="3921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474121" rtl="0">
              <a:spcBef>
                <a:spcPts val="800"/>
              </a:spcBef>
              <a:spcAft>
                <a:spcPts val="0"/>
              </a:spcAft>
              <a:buSzPts val="2000"/>
              <a:buChar char="●"/>
              <a:defRPr sz="2667"/>
            </a:lvl1pPr>
            <a:lvl2pPr marL="1219170" lvl="1" indent="-474121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667"/>
            </a:lvl2pPr>
            <a:lvl3pPr marL="1828754" lvl="2" indent="-474121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667"/>
            </a:lvl3pPr>
            <a:lvl4pPr marL="2438339" lvl="3" indent="-474121" rtl="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667"/>
            </a:lvl4pPr>
            <a:lvl5pPr marL="3047924" lvl="4" indent="-474121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667"/>
            </a:lvl5pPr>
            <a:lvl6pPr marL="3657509" lvl="5" indent="-474121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667"/>
            </a:lvl6pPr>
            <a:lvl7pPr marL="4267093" lvl="6" indent="-474121" rtl="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667"/>
            </a:lvl7pPr>
            <a:lvl8pPr marL="4876678" lvl="7" indent="-474121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667"/>
            </a:lvl8pPr>
            <a:lvl9pPr marL="5486263" lvl="8" indent="-474121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667"/>
            </a:lvl9pPr>
          </a:lstStyle>
          <a:p>
            <a:endParaRPr/>
          </a:p>
        </p:txBody>
      </p:sp>
      <p:sp>
        <p:nvSpPr>
          <p:cNvPr id="74" name="Google Shape;74;p7"/>
          <p:cNvSpPr txBox="1">
            <a:spLocks noGrp="1"/>
          </p:cNvSpPr>
          <p:nvPr>
            <p:ph type="sldNum" idx="12"/>
          </p:nvPr>
        </p:nvSpPr>
        <p:spPr>
          <a:xfrm>
            <a:off x="11307445" y="6333135"/>
            <a:ext cx="731600" cy="524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n">
                <a:solidFill>
                  <a:srgbClr val="CE0063"/>
                </a:solidFill>
              </a:rPr>
              <a:pPr/>
              <a:t>‹#›</a:t>
            </a:fld>
            <a:endParaRPr>
              <a:solidFill>
                <a:srgbClr val="CE006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62304614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3 columns">
  <p:cSld name="Title + 3 columns">
    <p:bg>
      <p:bgPr>
        <a:gradFill>
          <a:gsLst>
            <a:gs pos="0">
              <a:schemeClr val="accent1"/>
            </a:gs>
            <a:gs pos="50000">
              <a:schemeClr val="dk2"/>
            </a:gs>
            <a:gs pos="100000">
              <a:schemeClr val="dk2"/>
            </a:gs>
          </a:gsLst>
          <a:path path="circle">
            <a:fillToRect l="100000" b="100000"/>
          </a:path>
          <a:tileRect t="-100000" r="-100000"/>
        </a:gradFill>
        <a:effectLst/>
      </p:bgPr>
    </p:bg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6" name="Google Shape;76;p8"/>
          <p:cNvGrpSpPr/>
          <p:nvPr/>
        </p:nvGrpSpPr>
        <p:grpSpPr>
          <a:xfrm>
            <a:off x="-7" y="-13"/>
            <a:ext cx="12193773" cy="6857017"/>
            <a:chOff x="-5" y="-10"/>
            <a:chExt cx="9145330" cy="5142763"/>
          </a:xfrm>
        </p:grpSpPr>
        <p:sp>
          <p:nvSpPr>
            <p:cNvPr id="77" name="Google Shape;77;p8"/>
            <p:cNvSpPr/>
            <p:nvPr/>
          </p:nvSpPr>
          <p:spPr>
            <a:xfrm>
              <a:off x="436" y="-10"/>
              <a:ext cx="9144886" cy="5142760"/>
            </a:xfrm>
            <a:custGeom>
              <a:avLst/>
              <a:gdLst/>
              <a:ahLst/>
              <a:cxnLst/>
              <a:rect l="l" t="t" r="r" b="b"/>
              <a:pathLst>
                <a:path w="4064394" h="2285671" extrusionOk="0">
                  <a:moveTo>
                    <a:pt x="3915359" y="1249483"/>
                  </a:moveTo>
                  <a:cubicBezTo>
                    <a:pt x="3758905" y="1375673"/>
                    <a:pt x="3604486" y="1367725"/>
                    <a:pt x="3572381" y="1142869"/>
                  </a:cubicBezTo>
                  <a:cubicBezTo>
                    <a:pt x="3564371" y="1057472"/>
                    <a:pt x="3585512" y="972535"/>
                    <a:pt x="3594835" y="887270"/>
                  </a:cubicBezTo>
                  <a:cubicBezTo>
                    <a:pt x="3604157" y="802005"/>
                    <a:pt x="3597723" y="707609"/>
                    <a:pt x="3544938" y="644219"/>
                  </a:cubicBezTo>
                  <a:cubicBezTo>
                    <a:pt x="3492151" y="580828"/>
                    <a:pt x="3402533" y="563289"/>
                    <a:pt x="3347252" y="501147"/>
                  </a:cubicBezTo>
                  <a:cubicBezTo>
                    <a:pt x="3215944" y="341980"/>
                    <a:pt x="3347252" y="113972"/>
                    <a:pt x="3484470" y="0"/>
                  </a:cubicBezTo>
                  <a:lnTo>
                    <a:pt x="0" y="0"/>
                  </a:lnTo>
                  <a:lnTo>
                    <a:pt x="0" y="2285672"/>
                  </a:lnTo>
                  <a:lnTo>
                    <a:pt x="4064394" y="2285672"/>
                  </a:lnTo>
                  <a:lnTo>
                    <a:pt x="4064394" y="1205077"/>
                  </a:lnTo>
                  <a:cubicBezTo>
                    <a:pt x="4016007" y="1198508"/>
                    <a:pt x="3959741" y="1220908"/>
                    <a:pt x="3915359" y="124948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" name="Google Shape;78;p8"/>
            <p:cNvSpPr/>
            <p:nvPr/>
          </p:nvSpPr>
          <p:spPr>
            <a:xfrm>
              <a:off x="436" y="731"/>
              <a:ext cx="9144886" cy="5142022"/>
            </a:xfrm>
            <a:custGeom>
              <a:avLst/>
              <a:gdLst/>
              <a:ahLst/>
              <a:cxnLst/>
              <a:rect l="l" t="t" r="r" b="b"/>
              <a:pathLst>
                <a:path w="4064394" h="2285343" extrusionOk="0">
                  <a:moveTo>
                    <a:pt x="3921596" y="1306896"/>
                  </a:moveTo>
                  <a:cubicBezTo>
                    <a:pt x="3827382" y="1355046"/>
                    <a:pt x="3758839" y="1489579"/>
                    <a:pt x="3641252" y="1479923"/>
                  </a:cubicBezTo>
                  <a:cubicBezTo>
                    <a:pt x="3438840" y="1433940"/>
                    <a:pt x="3511651" y="1152459"/>
                    <a:pt x="3489000" y="998483"/>
                  </a:cubicBezTo>
                  <a:cubicBezTo>
                    <a:pt x="3445274" y="740060"/>
                    <a:pt x="3136174" y="567099"/>
                    <a:pt x="3190076" y="285685"/>
                  </a:cubicBezTo>
                  <a:cubicBezTo>
                    <a:pt x="3210823" y="187938"/>
                    <a:pt x="3283305" y="103593"/>
                    <a:pt x="3278381" y="0"/>
                  </a:cubicBezTo>
                  <a:lnTo>
                    <a:pt x="0" y="0"/>
                  </a:lnTo>
                  <a:lnTo>
                    <a:pt x="0" y="2285343"/>
                  </a:lnTo>
                  <a:lnTo>
                    <a:pt x="4064394" y="2285343"/>
                  </a:lnTo>
                  <a:lnTo>
                    <a:pt x="4064394" y="1314779"/>
                  </a:lnTo>
                  <a:cubicBezTo>
                    <a:pt x="4026971" y="1280751"/>
                    <a:pt x="3967291" y="1283576"/>
                    <a:pt x="3921596" y="1306896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" name="Google Shape;79;p8"/>
            <p:cNvSpPr/>
            <p:nvPr/>
          </p:nvSpPr>
          <p:spPr>
            <a:xfrm>
              <a:off x="-5" y="731"/>
              <a:ext cx="9145330" cy="5142022"/>
            </a:xfrm>
            <a:custGeom>
              <a:avLst/>
              <a:gdLst/>
              <a:ahLst/>
              <a:cxnLst/>
              <a:rect l="l" t="t" r="r" b="b"/>
              <a:pathLst>
                <a:path w="4064591" h="2285343" extrusionOk="0">
                  <a:moveTo>
                    <a:pt x="3770329" y="1529387"/>
                  </a:moveTo>
                  <a:cubicBezTo>
                    <a:pt x="3385594" y="1586602"/>
                    <a:pt x="3413301" y="1366017"/>
                    <a:pt x="3417043" y="1072384"/>
                  </a:cubicBezTo>
                  <a:cubicBezTo>
                    <a:pt x="3360449" y="715689"/>
                    <a:pt x="2974270" y="507453"/>
                    <a:pt x="3214762" y="117322"/>
                  </a:cubicBezTo>
                  <a:cubicBezTo>
                    <a:pt x="3227893" y="80141"/>
                    <a:pt x="3233605" y="36983"/>
                    <a:pt x="3223625" y="0"/>
                  </a:cubicBezTo>
                  <a:lnTo>
                    <a:pt x="0" y="0"/>
                  </a:lnTo>
                  <a:lnTo>
                    <a:pt x="0" y="2285343"/>
                  </a:lnTo>
                  <a:lnTo>
                    <a:pt x="4064591" y="2285343"/>
                  </a:lnTo>
                  <a:lnTo>
                    <a:pt x="4064591" y="1598886"/>
                  </a:lnTo>
                  <a:cubicBezTo>
                    <a:pt x="3998346" y="1512308"/>
                    <a:pt x="3874916" y="1516052"/>
                    <a:pt x="3770329" y="1529387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" name="Google Shape;80;p8"/>
            <p:cNvSpPr/>
            <p:nvPr/>
          </p:nvSpPr>
          <p:spPr>
            <a:xfrm>
              <a:off x="436" y="583"/>
              <a:ext cx="9144886" cy="5142168"/>
            </a:xfrm>
            <a:custGeom>
              <a:avLst/>
              <a:gdLst/>
              <a:ahLst/>
              <a:cxnLst/>
              <a:rect l="l" t="t" r="r" b="b"/>
              <a:pathLst>
                <a:path w="4064394" h="2285408" extrusionOk="0">
                  <a:moveTo>
                    <a:pt x="3518216" y="1610776"/>
                  </a:moveTo>
                  <a:cubicBezTo>
                    <a:pt x="3308123" y="1694859"/>
                    <a:pt x="3276477" y="1573793"/>
                    <a:pt x="3327359" y="1394788"/>
                  </a:cubicBezTo>
                  <a:cubicBezTo>
                    <a:pt x="3353621" y="1255855"/>
                    <a:pt x="3313637" y="1105097"/>
                    <a:pt x="3223691" y="1003935"/>
                  </a:cubicBezTo>
                  <a:cubicBezTo>
                    <a:pt x="3022920" y="804107"/>
                    <a:pt x="3083059" y="820727"/>
                    <a:pt x="3141820" y="584638"/>
                  </a:cubicBezTo>
                  <a:cubicBezTo>
                    <a:pt x="3145891" y="476184"/>
                    <a:pt x="3038415" y="408787"/>
                    <a:pt x="2988780" y="315310"/>
                  </a:cubicBezTo>
                  <a:cubicBezTo>
                    <a:pt x="2935534" y="216184"/>
                    <a:pt x="2953524" y="78302"/>
                    <a:pt x="3036904" y="0"/>
                  </a:cubicBezTo>
                  <a:lnTo>
                    <a:pt x="0" y="0"/>
                  </a:lnTo>
                  <a:lnTo>
                    <a:pt x="0" y="2285409"/>
                  </a:lnTo>
                  <a:lnTo>
                    <a:pt x="4064394" y="2285409"/>
                  </a:lnTo>
                  <a:lnTo>
                    <a:pt x="4064394" y="1775263"/>
                  </a:lnTo>
                  <a:cubicBezTo>
                    <a:pt x="3874128" y="1764358"/>
                    <a:pt x="3706841" y="1566435"/>
                    <a:pt x="3518216" y="1610776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" name="Google Shape;81;p8"/>
            <p:cNvSpPr/>
            <p:nvPr/>
          </p:nvSpPr>
          <p:spPr>
            <a:xfrm>
              <a:off x="731" y="731"/>
              <a:ext cx="9144589" cy="5142022"/>
            </a:xfrm>
            <a:custGeom>
              <a:avLst/>
              <a:gdLst/>
              <a:ahLst/>
              <a:cxnLst/>
              <a:rect l="l" t="t" r="r" b="b"/>
              <a:pathLst>
                <a:path w="4064262" h="2285343" extrusionOk="0">
                  <a:moveTo>
                    <a:pt x="3911354" y="1813823"/>
                  </a:moveTo>
                  <a:cubicBezTo>
                    <a:pt x="3733431" y="1756279"/>
                    <a:pt x="3525766" y="1820392"/>
                    <a:pt x="3358808" y="1722711"/>
                  </a:cubicBezTo>
                  <a:cubicBezTo>
                    <a:pt x="3177667" y="1604864"/>
                    <a:pt x="3210363" y="1445238"/>
                    <a:pt x="3338586" y="1300852"/>
                  </a:cubicBezTo>
                  <a:cubicBezTo>
                    <a:pt x="3453941" y="1143197"/>
                    <a:pt x="3377978" y="1019175"/>
                    <a:pt x="3192965" y="1000454"/>
                  </a:cubicBezTo>
                  <a:cubicBezTo>
                    <a:pt x="2865678" y="937129"/>
                    <a:pt x="3055091" y="791166"/>
                    <a:pt x="3032571" y="594426"/>
                  </a:cubicBezTo>
                  <a:cubicBezTo>
                    <a:pt x="3008870" y="510278"/>
                    <a:pt x="2913277" y="477761"/>
                    <a:pt x="2846901" y="423304"/>
                  </a:cubicBezTo>
                  <a:cubicBezTo>
                    <a:pt x="2723602" y="324770"/>
                    <a:pt x="2700886" y="123037"/>
                    <a:pt x="2803438" y="0"/>
                  </a:cubicBezTo>
                  <a:lnTo>
                    <a:pt x="0" y="0"/>
                  </a:lnTo>
                  <a:lnTo>
                    <a:pt x="0" y="2285343"/>
                  </a:lnTo>
                  <a:lnTo>
                    <a:pt x="4064263" y="2285343"/>
                  </a:lnTo>
                  <a:lnTo>
                    <a:pt x="4064263" y="1916167"/>
                  </a:lnTo>
                  <a:cubicBezTo>
                    <a:pt x="4026118" y="1868214"/>
                    <a:pt x="3969852" y="1832741"/>
                    <a:pt x="3911354" y="1813823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" name="Google Shape;82;p8"/>
            <p:cNvSpPr/>
            <p:nvPr/>
          </p:nvSpPr>
          <p:spPr>
            <a:xfrm>
              <a:off x="436" y="731"/>
              <a:ext cx="9144886" cy="5142022"/>
            </a:xfrm>
            <a:custGeom>
              <a:avLst/>
              <a:gdLst/>
              <a:ahLst/>
              <a:cxnLst/>
              <a:rect l="l" t="t" r="r" b="b"/>
              <a:pathLst>
                <a:path w="4064394" h="2285343" extrusionOk="0">
                  <a:moveTo>
                    <a:pt x="3763435" y="1980675"/>
                  </a:moveTo>
                  <a:cubicBezTo>
                    <a:pt x="3694695" y="2003469"/>
                    <a:pt x="3636788" y="2052539"/>
                    <a:pt x="3567588" y="2074020"/>
                  </a:cubicBezTo>
                  <a:cubicBezTo>
                    <a:pt x="3429714" y="2116718"/>
                    <a:pt x="3273391" y="2032701"/>
                    <a:pt x="3205242" y="1905263"/>
                  </a:cubicBezTo>
                  <a:cubicBezTo>
                    <a:pt x="3082469" y="1678240"/>
                    <a:pt x="3215156" y="1486623"/>
                    <a:pt x="3268861" y="1269453"/>
                  </a:cubicBezTo>
                  <a:cubicBezTo>
                    <a:pt x="3268007" y="941004"/>
                    <a:pt x="3006244" y="1151737"/>
                    <a:pt x="2907172" y="1045583"/>
                  </a:cubicBezTo>
                  <a:cubicBezTo>
                    <a:pt x="2870405" y="1001833"/>
                    <a:pt x="2887935" y="934239"/>
                    <a:pt x="2918530" y="886022"/>
                  </a:cubicBezTo>
                  <a:cubicBezTo>
                    <a:pt x="3044717" y="741505"/>
                    <a:pt x="3036708" y="613476"/>
                    <a:pt x="2871981" y="500030"/>
                  </a:cubicBezTo>
                  <a:cubicBezTo>
                    <a:pt x="2666286" y="390788"/>
                    <a:pt x="2485474" y="247716"/>
                    <a:pt x="2627944" y="0"/>
                  </a:cubicBezTo>
                  <a:lnTo>
                    <a:pt x="0" y="0"/>
                  </a:lnTo>
                  <a:lnTo>
                    <a:pt x="0" y="2285343"/>
                  </a:lnTo>
                  <a:lnTo>
                    <a:pt x="4064394" y="2285343"/>
                  </a:lnTo>
                  <a:lnTo>
                    <a:pt x="4064394" y="2074020"/>
                  </a:lnTo>
                  <a:cubicBezTo>
                    <a:pt x="3992306" y="1989674"/>
                    <a:pt x="3869992" y="1945268"/>
                    <a:pt x="3763435" y="198067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3" name="Google Shape;83;p8"/>
          <p:cNvSpPr txBox="1">
            <a:spLocks noGrp="1"/>
          </p:cNvSpPr>
          <p:nvPr>
            <p:ph type="title"/>
          </p:nvPr>
        </p:nvSpPr>
        <p:spPr>
          <a:xfrm>
            <a:off x="609600" y="792567"/>
            <a:ext cx="6953600" cy="9552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"/>
          <p:cNvSpPr txBox="1">
            <a:spLocks noGrp="1"/>
          </p:cNvSpPr>
          <p:nvPr>
            <p:ph type="body" idx="1"/>
          </p:nvPr>
        </p:nvSpPr>
        <p:spPr>
          <a:xfrm>
            <a:off x="609600" y="2123467"/>
            <a:ext cx="2410400" cy="3921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440256" rtl="0">
              <a:spcBef>
                <a:spcPts val="800"/>
              </a:spcBef>
              <a:spcAft>
                <a:spcPts val="0"/>
              </a:spcAft>
              <a:buSzPts val="1600"/>
              <a:buChar char="●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2133"/>
            </a:lvl2pPr>
            <a:lvl3pPr marL="1828754" lvl="2" indent="-440256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2133"/>
            </a:lvl3pPr>
            <a:lvl4pPr marL="2438339" lvl="3" indent="-440256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2133"/>
            </a:lvl4pPr>
            <a:lvl5pPr marL="3047924" lvl="4" indent="-440256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2133"/>
            </a:lvl5pPr>
            <a:lvl6pPr marL="3657509" lvl="5" indent="-440256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2133"/>
            </a:lvl6pPr>
            <a:lvl7pPr marL="4267093" lvl="6" indent="-440256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2133"/>
            </a:lvl7pPr>
            <a:lvl8pPr marL="4876678" lvl="7" indent="-440256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2133"/>
            </a:lvl8pPr>
            <a:lvl9pPr marL="5486263" lvl="8" indent="-440256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2133"/>
            </a:lvl9pPr>
          </a:lstStyle>
          <a:p>
            <a:endParaRPr/>
          </a:p>
        </p:txBody>
      </p:sp>
      <p:sp>
        <p:nvSpPr>
          <p:cNvPr id="85" name="Google Shape;85;p8"/>
          <p:cNvSpPr txBox="1">
            <a:spLocks noGrp="1"/>
          </p:cNvSpPr>
          <p:nvPr>
            <p:ph type="body" idx="2"/>
          </p:nvPr>
        </p:nvSpPr>
        <p:spPr>
          <a:xfrm>
            <a:off x="3296108" y="2123467"/>
            <a:ext cx="2410400" cy="3921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440256" rtl="0">
              <a:spcBef>
                <a:spcPts val="800"/>
              </a:spcBef>
              <a:spcAft>
                <a:spcPts val="0"/>
              </a:spcAft>
              <a:buSzPts val="1600"/>
              <a:buChar char="●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2133"/>
            </a:lvl2pPr>
            <a:lvl3pPr marL="1828754" lvl="2" indent="-440256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2133"/>
            </a:lvl3pPr>
            <a:lvl4pPr marL="2438339" lvl="3" indent="-440256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2133"/>
            </a:lvl4pPr>
            <a:lvl5pPr marL="3047924" lvl="4" indent="-440256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2133"/>
            </a:lvl5pPr>
            <a:lvl6pPr marL="3657509" lvl="5" indent="-440256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2133"/>
            </a:lvl6pPr>
            <a:lvl7pPr marL="4267093" lvl="6" indent="-440256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2133"/>
            </a:lvl7pPr>
            <a:lvl8pPr marL="4876678" lvl="7" indent="-440256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2133"/>
            </a:lvl8pPr>
            <a:lvl9pPr marL="5486263" lvl="8" indent="-440256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2133"/>
            </a:lvl9pPr>
          </a:lstStyle>
          <a:p>
            <a:endParaRPr/>
          </a:p>
        </p:txBody>
      </p:sp>
      <p:sp>
        <p:nvSpPr>
          <p:cNvPr id="86" name="Google Shape;86;p8"/>
          <p:cNvSpPr txBox="1">
            <a:spLocks noGrp="1"/>
          </p:cNvSpPr>
          <p:nvPr>
            <p:ph type="body" idx="3"/>
          </p:nvPr>
        </p:nvSpPr>
        <p:spPr>
          <a:xfrm>
            <a:off x="5982616" y="2123467"/>
            <a:ext cx="2410400" cy="3921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440256" rtl="0">
              <a:spcBef>
                <a:spcPts val="800"/>
              </a:spcBef>
              <a:spcAft>
                <a:spcPts val="0"/>
              </a:spcAft>
              <a:buSzPts val="1600"/>
              <a:buChar char="●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2133"/>
            </a:lvl2pPr>
            <a:lvl3pPr marL="1828754" lvl="2" indent="-440256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2133"/>
            </a:lvl3pPr>
            <a:lvl4pPr marL="2438339" lvl="3" indent="-440256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2133"/>
            </a:lvl4pPr>
            <a:lvl5pPr marL="3047924" lvl="4" indent="-440256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2133"/>
            </a:lvl5pPr>
            <a:lvl6pPr marL="3657509" lvl="5" indent="-440256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2133"/>
            </a:lvl6pPr>
            <a:lvl7pPr marL="4267093" lvl="6" indent="-440256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2133"/>
            </a:lvl7pPr>
            <a:lvl8pPr marL="4876678" lvl="7" indent="-440256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2133"/>
            </a:lvl8pPr>
            <a:lvl9pPr marL="5486263" lvl="8" indent="-440256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2133"/>
            </a:lvl9pPr>
          </a:lstStyle>
          <a:p>
            <a:endParaRPr/>
          </a:p>
        </p:txBody>
      </p:sp>
      <p:sp>
        <p:nvSpPr>
          <p:cNvPr id="87" name="Google Shape;87;p8"/>
          <p:cNvSpPr txBox="1">
            <a:spLocks noGrp="1"/>
          </p:cNvSpPr>
          <p:nvPr>
            <p:ph type="sldNum" idx="12"/>
          </p:nvPr>
        </p:nvSpPr>
        <p:spPr>
          <a:xfrm>
            <a:off x="11307445" y="6333135"/>
            <a:ext cx="731600" cy="524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n">
                <a:solidFill>
                  <a:srgbClr val="CE0063"/>
                </a:solidFill>
              </a:rPr>
              <a:pPr/>
              <a:t>‹#›</a:t>
            </a:fld>
            <a:endParaRPr>
              <a:solidFill>
                <a:srgbClr val="CE006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4275259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bg>
      <p:bgPr>
        <a:gradFill>
          <a:gsLst>
            <a:gs pos="0">
              <a:schemeClr val="accent1"/>
            </a:gs>
            <a:gs pos="50000">
              <a:schemeClr val="dk2"/>
            </a:gs>
            <a:gs pos="100000">
              <a:schemeClr val="dk2"/>
            </a:gs>
          </a:gsLst>
          <a:path path="circle">
            <a:fillToRect l="100000" b="100000"/>
          </a:path>
          <a:tileRect t="-100000" r="-100000"/>
        </a:gradFill>
        <a:effectLst/>
      </p:bgPr>
    </p:bg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9" name="Google Shape;89;p9"/>
          <p:cNvGrpSpPr/>
          <p:nvPr/>
        </p:nvGrpSpPr>
        <p:grpSpPr>
          <a:xfrm>
            <a:off x="-2" y="-1772"/>
            <a:ext cx="12193179" cy="6862927"/>
            <a:chOff x="-1" y="-1329"/>
            <a:chExt cx="9144884" cy="5147195"/>
          </a:xfrm>
        </p:grpSpPr>
        <p:sp>
          <p:nvSpPr>
            <p:cNvPr id="90" name="Google Shape;90;p9"/>
            <p:cNvSpPr/>
            <p:nvPr/>
          </p:nvSpPr>
          <p:spPr>
            <a:xfrm>
              <a:off x="-1" y="-886"/>
              <a:ext cx="9144884" cy="5146749"/>
            </a:xfrm>
            <a:custGeom>
              <a:avLst/>
              <a:gdLst/>
              <a:ahLst/>
              <a:cxnLst/>
              <a:rect l="l" t="t" r="r" b="b"/>
              <a:pathLst>
                <a:path w="4064393" h="2287444" extrusionOk="0">
                  <a:moveTo>
                    <a:pt x="3788843" y="883066"/>
                  </a:moveTo>
                  <a:cubicBezTo>
                    <a:pt x="3664100" y="932662"/>
                    <a:pt x="3567457" y="1052874"/>
                    <a:pt x="3428795" y="1065618"/>
                  </a:cubicBezTo>
                  <a:cubicBezTo>
                    <a:pt x="3361105" y="1071530"/>
                    <a:pt x="3286456" y="1042298"/>
                    <a:pt x="3256912" y="981141"/>
                  </a:cubicBezTo>
                  <a:cubicBezTo>
                    <a:pt x="3196576" y="857381"/>
                    <a:pt x="3353424" y="685537"/>
                    <a:pt x="3244831" y="575639"/>
                  </a:cubicBezTo>
                  <a:cubicBezTo>
                    <a:pt x="3212792" y="545750"/>
                    <a:pt x="3166506" y="538589"/>
                    <a:pt x="3124553" y="525846"/>
                  </a:cubicBezTo>
                  <a:cubicBezTo>
                    <a:pt x="2907894" y="464426"/>
                    <a:pt x="2780787" y="210535"/>
                    <a:pt x="2861936" y="0"/>
                  </a:cubicBezTo>
                  <a:lnTo>
                    <a:pt x="0" y="0"/>
                  </a:lnTo>
                  <a:lnTo>
                    <a:pt x="0" y="2287445"/>
                  </a:lnTo>
                  <a:lnTo>
                    <a:pt x="4064394" y="2287445"/>
                  </a:lnTo>
                  <a:lnTo>
                    <a:pt x="4064394" y="886022"/>
                  </a:lnTo>
                  <a:cubicBezTo>
                    <a:pt x="3976365" y="849505"/>
                    <a:pt x="3877634" y="848441"/>
                    <a:pt x="3788843" y="88306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" name="Google Shape;91;p9"/>
            <p:cNvSpPr/>
            <p:nvPr/>
          </p:nvSpPr>
          <p:spPr>
            <a:xfrm>
              <a:off x="-1" y="-1181"/>
              <a:ext cx="9144884" cy="5147046"/>
            </a:xfrm>
            <a:custGeom>
              <a:avLst/>
              <a:gdLst/>
              <a:ahLst/>
              <a:cxnLst/>
              <a:rect l="l" t="t" r="r" b="b"/>
              <a:pathLst>
                <a:path w="4064393" h="2287576" extrusionOk="0">
                  <a:moveTo>
                    <a:pt x="3901965" y="939494"/>
                  </a:moveTo>
                  <a:cubicBezTo>
                    <a:pt x="3499701" y="855017"/>
                    <a:pt x="3568310" y="1206588"/>
                    <a:pt x="3260260" y="1099645"/>
                  </a:cubicBezTo>
                  <a:cubicBezTo>
                    <a:pt x="3067828" y="996184"/>
                    <a:pt x="3151603" y="860929"/>
                    <a:pt x="3127442" y="700317"/>
                  </a:cubicBezTo>
                  <a:cubicBezTo>
                    <a:pt x="3105645" y="624183"/>
                    <a:pt x="3033622" y="575901"/>
                    <a:pt x="2981098" y="516715"/>
                  </a:cubicBezTo>
                  <a:cubicBezTo>
                    <a:pt x="2857471" y="377387"/>
                    <a:pt x="2848871" y="151612"/>
                    <a:pt x="2954837" y="0"/>
                  </a:cubicBezTo>
                  <a:lnTo>
                    <a:pt x="0" y="0"/>
                  </a:lnTo>
                  <a:lnTo>
                    <a:pt x="0" y="2287576"/>
                  </a:lnTo>
                  <a:lnTo>
                    <a:pt x="4064394" y="2287576"/>
                  </a:lnTo>
                  <a:lnTo>
                    <a:pt x="4064394" y="955128"/>
                  </a:lnTo>
                  <a:cubicBezTo>
                    <a:pt x="4010557" y="955588"/>
                    <a:pt x="3955277" y="947245"/>
                    <a:pt x="3901965" y="93949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" name="Google Shape;92;p9"/>
            <p:cNvSpPr/>
            <p:nvPr/>
          </p:nvSpPr>
          <p:spPr>
            <a:xfrm>
              <a:off x="-1" y="-1329"/>
              <a:ext cx="9144884" cy="5147195"/>
            </a:xfrm>
            <a:custGeom>
              <a:avLst/>
              <a:gdLst/>
              <a:ahLst/>
              <a:cxnLst/>
              <a:rect l="l" t="t" r="r" b="b"/>
              <a:pathLst>
                <a:path w="4064393" h="2287642" extrusionOk="0">
                  <a:moveTo>
                    <a:pt x="3897961" y="979695"/>
                  </a:moveTo>
                  <a:cubicBezTo>
                    <a:pt x="3674736" y="964390"/>
                    <a:pt x="3602516" y="1073895"/>
                    <a:pt x="3472718" y="1222747"/>
                  </a:cubicBezTo>
                  <a:cubicBezTo>
                    <a:pt x="3361105" y="1334420"/>
                    <a:pt x="3140244" y="1318720"/>
                    <a:pt x="3084963" y="1158306"/>
                  </a:cubicBezTo>
                  <a:cubicBezTo>
                    <a:pt x="3045899" y="1043086"/>
                    <a:pt x="3123962" y="918013"/>
                    <a:pt x="3106498" y="797538"/>
                  </a:cubicBezTo>
                  <a:cubicBezTo>
                    <a:pt x="3020688" y="502395"/>
                    <a:pt x="2709290" y="454573"/>
                    <a:pt x="2826877" y="0"/>
                  </a:cubicBezTo>
                  <a:lnTo>
                    <a:pt x="0" y="0"/>
                  </a:lnTo>
                  <a:lnTo>
                    <a:pt x="0" y="2287642"/>
                  </a:lnTo>
                  <a:lnTo>
                    <a:pt x="4064394" y="2287642"/>
                  </a:lnTo>
                  <a:lnTo>
                    <a:pt x="4064394" y="1009650"/>
                  </a:lnTo>
                  <a:cubicBezTo>
                    <a:pt x="4010098" y="993931"/>
                    <a:pt x="3954324" y="983893"/>
                    <a:pt x="3897961" y="979695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" name="Google Shape;93;p9"/>
            <p:cNvSpPr/>
            <p:nvPr/>
          </p:nvSpPr>
          <p:spPr>
            <a:xfrm>
              <a:off x="-1" y="-1329"/>
              <a:ext cx="9144884" cy="5147195"/>
            </a:xfrm>
            <a:custGeom>
              <a:avLst/>
              <a:gdLst/>
              <a:ahLst/>
              <a:cxnLst/>
              <a:rect l="l" t="t" r="r" b="b"/>
              <a:pathLst>
                <a:path w="4064393" h="2287642" extrusionOk="0">
                  <a:moveTo>
                    <a:pt x="3886668" y="1168356"/>
                  </a:moveTo>
                  <a:cubicBezTo>
                    <a:pt x="3523534" y="864476"/>
                    <a:pt x="3578093" y="1536875"/>
                    <a:pt x="3166834" y="1369892"/>
                  </a:cubicBezTo>
                  <a:cubicBezTo>
                    <a:pt x="2968952" y="1280029"/>
                    <a:pt x="2931661" y="1012343"/>
                    <a:pt x="3042091" y="838988"/>
                  </a:cubicBezTo>
                  <a:cubicBezTo>
                    <a:pt x="3075772" y="781641"/>
                    <a:pt x="3123043" y="717265"/>
                    <a:pt x="3097963" y="655648"/>
                  </a:cubicBezTo>
                  <a:cubicBezTo>
                    <a:pt x="3074787" y="598695"/>
                    <a:pt x="3004406" y="582076"/>
                    <a:pt x="2945711" y="563683"/>
                  </a:cubicBezTo>
                  <a:cubicBezTo>
                    <a:pt x="2704694" y="489125"/>
                    <a:pt x="2524210" y="251788"/>
                    <a:pt x="2514231" y="0"/>
                  </a:cubicBezTo>
                  <a:lnTo>
                    <a:pt x="0" y="0"/>
                  </a:lnTo>
                  <a:lnTo>
                    <a:pt x="0" y="2287642"/>
                  </a:lnTo>
                  <a:lnTo>
                    <a:pt x="4064394" y="2287642"/>
                  </a:lnTo>
                  <a:lnTo>
                    <a:pt x="4064394" y="1364506"/>
                  </a:lnTo>
                  <a:cubicBezTo>
                    <a:pt x="3994275" y="1309983"/>
                    <a:pt x="3950221" y="1229776"/>
                    <a:pt x="3886668" y="1168356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" name="Google Shape;94;p9"/>
            <p:cNvSpPr/>
            <p:nvPr/>
          </p:nvSpPr>
          <p:spPr>
            <a:xfrm>
              <a:off x="-1" y="-886"/>
              <a:ext cx="9144884" cy="5146749"/>
            </a:xfrm>
            <a:custGeom>
              <a:avLst/>
              <a:gdLst/>
              <a:ahLst/>
              <a:cxnLst/>
              <a:rect l="l" t="t" r="r" b="b"/>
              <a:pathLst>
                <a:path w="4064393" h="2287444" extrusionOk="0">
                  <a:moveTo>
                    <a:pt x="3860275" y="1412328"/>
                  </a:moveTo>
                  <a:cubicBezTo>
                    <a:pt x="3499570" y="1212171"/>
                    <a:pt x="3370166" y="1548765"/>
                    <a:pt x="3020622" y="1515723"/>
                  </a:cubicBezTo>
                  <a:cubicBezTo>
                    <a:pt x="2790832" y="1511322"/>
                    <a:pt x="2587895" y="1238973"/>
                    <a:pt x="2748288" y="1041181"/>
                  </a:cubicBezTo>
                  <a:cubicBezTo>
                    <a:pt x="2792933" y="989023"/>
                    <a:pt x="2861476" y="955785"/>
                    <a:pt x="2888657" y="892657"/>
                  </a:cubicBezTo>
                  <a:cubicBezTo>
                    <a:pt x="2920500" y="819019"/>
                    <a:pt x="2882092" y="731848"/>
                    <a:pt x="2824776" y="675552"/>
                  </a:cubicBezTo>
                  <a:cubicBezTo>
                    <a:pt x="2569577" y="494315"/>
                    <a:pt x="2383447" y="351243"/>
                    <a:pt x="2435314" y="0"/>
                  </a:cubicBezTo>
                  <a:lnTo>
                    <a:pt x="0" y="0"/>
                  </a:lnTo>
                  <a:lnTo>
                    <a:pt x="0" y="2287445"/>
                  </a:lnTo>
                  <a:lnTo>
                    <a:pt x="4064394" y="2287445"/>
                  </a:lnTo>
                  <a:lnTo>
                    <a:pt x="4064394" y="1502125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" name="Google Shape;95;p9"/>
            <p:cNvSpPr/>
            <p:nvPr/>
          </p:nvSpPr>
          <p:spPr>
            <a:xfrm>
              <a:off x="-1" y="-1032"/>
              <a:ext cx="9144884" cy="5146898"/>
            </a:xfrm>
            <a:custGeom>
              <a:avLst/>
              <a:gdLst/>
              <a:ahLst/>
              <a:cxnLst/>
              <a:rect l="l" t="t" r="r" b="b"/>
              <a:pathLst>
                <a:path w="4064393" h="2287510" extrusionOk="0">
                  <a:moveTo>
                    <a:pt x="3767571" y="1773029"/>
                  </a:moveTo>
                  <a:cubicBezTo>
                    <a:pt x="3678150" y="1745177"/>
                    <a:pt x="3601400" y="1686056"/>
                    <a:pt x="3513358" y="1654131"/>
                  </a:cubicBezTo>
                  <a:cubicBezTo>
                    <a:pt x="3253038" y="1560523"/>
                    <a:pt x="2846245" y="1725207"/>
                    <a:pt x="2683422" y="1432757"/>
                  </a:cubicBezTo>
                  <a:cubicBezTo>
                    <a:pt x="2593082" y="1250074"/>
                    <a:pt x="2741526" y="1029094"/>
                    <a:pt x="2694714" y="830711"/>
                  </a:cubicBezTo>
                  <a:cubicBezTo>
                    <a:pt x="2667271" y="714506"/>
                    <a:pt x="2577653" y="625234"/>
                    <a:pt x="2512064" y="525517"/>
                  </a:cubicBezTo>
                  <a:cubicBezTo>
                    <a:pt x="2410779" y="370063"/>
                    <a:pt x="2365609" y="184654"/>
                    <a:pt x="2384038" y="0"/>
                  </a:cubicBezTo>
                  <a:lnTo>
                    <a:pt x="0" y="0"/>
                  </a:lnTo>
                  <a:lnTo>
                    <a:pt x="0" y="2287511"/>
                  </a:lnTo>
                  <a:lnTo>
                    <a:pt x="4064394" y="2287511"/>
                  </a:lnTo>
                  <a:lnTo>
                    <a:pt x="4064394" y="1767774"/>
                  </a:lnTo>
                  <a:cubicBezTo>
                    <a:pt x="3965256" y="1794116"/>
                    <a:pt x="3864674" y="1803247"/>
                    <a:pt x="3767571" y="177302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6" name="Google Shape;96;p9"/>
          <p:cNvSpPr txBox="1">
            <a:spLocks noGrp="1"/>
          </p:cNvSpPr>
          <p:nvPr>
            <p:ph type="title"/>
          </p:nvPr>
        </p:nvSpPr>
        <p:spPr>
          <a:xfrm>
            <a:off x="609600" y="792567"/>
            <a:ext cx="6953600" cy="9552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9"/>
          <p:cNvSpPr txBox="1">
            <a:spLocks noGrp="1"/>
          </p:cNvSpPr>
          <p:nvPr>
            <p:ph type="sldNum" idx="12"/>
          </p:nvPr>
        </p:nvSpPr>
        <p:spPr>
          <a:xfrm>
            <a:off x="11307445" y="6333135"/>
            <a:ext cx="731600" cy="524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n">
                <a:solidFill>
                  <a:srgbClr val="CE0063"/>
                </a:solidFill>
              </a:rPr>
              <a:pPr/>
              <a:t>‹#›</a:t>
            </a:fld>
            <a:endParaRPr>
              <a:solidFill>
                <a:srgbClr val="CE006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54442791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" name="Google Shape;99;p10"/>
          <p:cNvGrpSpPr/>
          <p:nvPr/>
        </p:nvGrpSpPr>
        <p:grpSpPr>
          <a:xfrm>
            <a:off x="-20" y="1"/>
            <a:ext cx="12192000" cy="6857803"/>
            <a:chOff x="-15" y="1"/>
            <a:chExt cx="9144000" cy="5143352"/>
          </a:xfrm>
        </p:grpSpPr>
        <p:sp>
          <p:nvSpPr>
            <p:cNvPr id="100" name="Google Shape;100;p10"/>
            <p:cNvSpPr/>
            <p:nvPr/>
          </p:nvSpPr>
          <p:spPr>
            <a:xfrm>
              <a:off x="-15" y="594"/>
              <a:ext cx="9144000" cy="5142022"/>
            </a:xfrm>
            <a:custGeom>
              <a:avLst/>
              <a:gdLst/>
              <a:ahLst/>
              <a:cxnLst/>
              <a:rect l="l" t="t" r="r" b="b"/>
              <a:pathLst>
                <a:path w="4064000" h="2285343" extrusionOk="0">
                  <a:moveTo>
                    <a:pt x="4064000" y="0"/>
                  </a:moveTo>
                  <a:lnTo>
                    <a:pt x="3968014" y="0"/>
                  </a:lnTo>
                  <a:cubicBezTo>
                    <a:pt x="3943656" y="81653"/>
                    <a:pt x="3826660" y="80930"/>
                    <a:pt x="3801974" y="0"/>
                  </a:cubicBezTo>
                  <a:lnTo>
                    <a:pt x="0" y="0"/>
                  </a:lnTo>
                  <a:lnTo>
                    <a:pt x="0" y="2145687"/>
                  </a:lnTo>
                  <a:cubicBezTo>
                    <a:pt x="79376" y="2132549"/>
                    <a:pt x="158227" y="2203954"/>
                    <a:pt x="143652" y="2285343"/>
                  </a:cubicBezTo>
                  <a:lnTo>
                    <a:pt x="4064000" y="228534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" name="Google Shape;101;p10"/>
            <p:cNvSpPr/>
            <p:nvPr/>
          </p:nvSpPr>
          <p:spPr>
            <a:xfrm>
              <a:off x="-15" y="594"/>
              <a:ext cx="9144000" cy="5142465"/>
            </a:xfrm>
            <a:custGeom>
              <a:avLst/>
              <a:gdLst/>
              <a:ahLst/>
              <a:cxnLst/>
              <a:rect l="l" t="t" r="r" b="b"/>
              <a:pathLst>
                <a:path w="4064000" h="2285540" extrusionOk="0">
                  <a:moveTo>
                    <a:pt x="3963287" y="130920"/>
                  </a:moveTo>
                  <a:cubicBezTo>
                    <a:pt x="3873866" y="88944"/>
                    <a:pt x="3760678" y="180187"/>
                    <a:pt x="3705331" y="0"/>
                  </a:cubicBezTo>
                  <a:lnTo>
                    <a:pt x="0" y="0"/>
                  </a:lnTo>
                  <a:lnTo>
                    <a:pt x="0" y="1539766"/>
                  </a:lnTo>
                  <a:cubicBezTo>
                    <a:pt x="129076" y="1755950"/>
                    <a:pt x="-47797" y="2028037"/>
                    <a:pt x="237078" y="2154621"/>
                  </a:cubicBezTo>
                  <a:cubicBezTo>
                    <a:pt x="281985" y="2185298"/>
                    <a:pt x="326893" y="2229179"/>
                    <a:pt x="325514" y="2285541"/>
                  </a:cubicBezTo>
                  <a:lnTo>
                    <a:pt x="4064000" y="2285541"/>
                  </a:lnTo>
                  <a:lnTo>
                    <a:pt x="4064000" y="465346"/>
                  </a:lnTo>
                  <a:cubicBezTo>
                    <a:pt x="3972806" y="345725"/>
                    <a:pt x="4041218" y="187281"/>
                    <a:pt x="3963287" y="13092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" name="Google Shape;102;p10"/>
            <p:cNvSpPr/>
            <p:nvPr/>
          </p:nvSpPr>
          <p:spPr>
            <a:xfrm>
              <a:off x="-15" y="1"/>
              <a:ext cx="9144000" cy="5143352"/>
            </a:xfrm>
            <a:custGeom>
              <a:avLst/>
              <a:gdLst/>
              <a:ahLst/>
              <a:cxnLst/>
              <a:rect l="l" t="t" r="r" b="b"/>
              <a:pathLst>
                <a:path w="4064000" h="2285934" extrusionOk="0">
                  <a:moveTo>
                    <a:pt x="4064000" y="541546"/>
                  </a:moveTo>
                  <a:cubicBezTo>
                    <a:pt x="4012396" y="498322"/>
                    <a:pt x="3979175" y="432238"/>
                    <a:pt x="3979832" y="364643"/>
                  </a:cubicBezTo>
                  <a:cubicBezTo>
                    <a:pt x="4024017" y="50055"/>
                    <a:pt x="3727785" y="340666"/>
                    <a:pt x="3594047" y="0"/>
                  </a:cubicBezTo>
                  <a:lnTo>
                    <a:pt x="0" y="0"/>
                  </a:lnTo>
                  <a:lnTo>
                    <a:pt x="0" y="1422904"/>
                  </a:lnTo>
                  <a:cubicBezTo>
                    <a:pt x="175691" y="1522029"/>
                    <a:pt x="10570" y="1742221"/>
                    <a:pt x="70053" y="1889300"/>
                  </a:cubicBezTo>
                  <a:cubicBezTo>
                    <a:pt x="143914" y="2074742"/>
                    <a:pt x="474680" y="2055101"/>
                    <a:pt x="474746" y="2285934"/>
                  </a:cubicBezTo>
                  <a:lnTo>
                    <a:pt x="4064000" y="2285934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" name="Google Shape;103;p10"/>
            <p:cNvSpPr/>
            <p:nvPr/>
          </p:nvSpPr>
          <p:spPr>
            <a:xfrm>
              <a:off x="-15" y="594"/>
              <a:ext cx="9144000" cy="5142022"/>
            </a:xfrm>
            <a:custGeom>
              <a:avLst/>
              <a:gdLst/>
              <a:ahLst/>
              <a:cxnLst/>
              <a:rect l="l" t="t" r="r" b="b"/>
              <a:pathLst>
                <a:path w="4064000" h="2285343" extrusionOk="0">
                  <a:moveTo>
                    <a:pt x="4064000" y="821975"/>
                  </a:moveTo>
                  <a:cubicBezTo>
                    <a:pt x="3904854" y="719696"/>
                    <a:pt x="3874981" y="525583"/>
                    <a:pt x="3912076" y="353739"/>
                  </a:cubicBezTo>
                  <a:cubicBezTo>
                    <a:pt x="3859553" y="89995"/>
                    <a:pt x="3654252" y="499373"/>
                    <a:pt x="3544412" y="242527"/>
                  </a:cubicBezTo>
                  <a:cubicBezTo>
                    <a:pt x="3516575" y="165210"/>
                    <a:pt x="3536927" y="75346"/>
                    <a:pt x="3500818" y="0"/>
                  </a:cubicBezTo>
                  <a:lnTo>
                    <a:pt x="0" y="0"/>
                  </a:lnTo>
                  <a:lnTo>
                    <a:pt x="0" y="1294546"/>
                  </a:lnTo>
                  <a:cubicBezTo>
                    <a:pt x="325974" y="1577931"/>
                    <a:pt x="36372" y="1880366"/>
                    <a:pt x="390774" y="2094121"/>
                  </a:cubicBezTo>
                  <a:cubicBezTo>
                    <a:pt x="460762" y="2144505"/>
                    <a:pt x="536133" y="2199618"/>
                    <a:pt x="560491" y="2285343"/>
                  </a:cubicBezTo>
                  <a:lnTo>
                    <a:pt x="4064000" y="2285343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" name="Google Shape;104;p10"/>
            <p:cNvSpPr/>
            <p:nvPr/>
          </p:nvSpPr>
          <p:spPr>
            <a:xfrm>
              <a:off x="-15" y="1037"/>
              <a:ext cx="9144000" cy="5141430"/>
            </a:xfrm>
            <a:custGeom>
              <a:avLst/>
              <a:gdLst/>
              <a:ahLst/>
              <a:cxnLst/>
              <a:rect l="l" t="t" r="r" b="b"/>
              <a:pathLst>
                <a:path w="4064000" h="2285080" extrusionOk="0">
                  <a:moveTo>
                    <a:pt x="3795803" y="455689"/>
                  </a:moveTo>
                  <a:cubicBezTo>
                    <a:pt x="3726931" y="388883"/>
                    <a:pt x="3601662" y="435325"/>
                    <a:pt x="3523928" y="379095"/>
                  </a:cubicBezTo>
                  <a:cubicBezTo>
                    <a:pt x="3414745" y="300268"/>
                    <a:pt x="3491101" y="102739"/>
                    <a:pt x="3416911" y="0"/>
                  </a:cubicBezTo>
                  <a:lnTo>
                    <a:pt x="0" y="0"/>
                  </a:lnTo>
                  <a:lnTo>
                    <a:pt x="0" y="1221828"/>
                  </a:lnTo>
                  <a:cubicBezTo>
                    <a:pt x="123883" y="1346322"/>
                    <a:pt x="210606" y="1502927"/>
                    <a:pt x="250406" y="1674035"/>
                  </a:cubicBezTo>
                  <a:cubicBezTo>
                    <a:pt x="273056" y="1772569"/>
                    <a:pt x="281394" y="1878856"/>
                    <a:pt x="339761" y="1961362"/>
                  </a:cubicBezTo>
                  <a:cubicBezTo>
                    <a:pt x="403642" y="2051685"/>
                    <a:pt x="513679" y="2094383"/>
                    <a:pt x="604610" y="2157314"/>
                  </a:cubicBezTo>
                  <a:cubicBezTo>
                    <a:pt x="651093" y="2189436"/>
                    <a:pt x="694622" y="2234828"/>
                    <a:pt x="720359" y="2285080"/>
                  </a:cubicBezTo>
                  <a:lnTo>
                    <a:pt x="4064000" y="2285080"/>
                  </a:lnTo>
                  <a:lnTo>
                    <a:pt x="4064000" y="1160473"/>
                  </a:lnTo>
                  <a:cubicBezTo>
                    <a:pt x="3953766" y="987362"/>
                    <a:pt x="3879774" y="793715"/>
                    <a:pt x="3846356" y="591207"/>
                  </a:cubicBezTo>
                  <a:cubicBezTo>
                    <a:pt x="3838609" y="542662"/>
                    <a:pt x="3831125" y="489782"/>
                    <a:pt x="3795803" y="455689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" name="Google Shape;105;p10"/>
            <p:cNvSpPr/>
            <p:nvPr/>
          </p:nvSpPr>
          <p:spPr>
            <a:xfrm>
              <a:off x="-15" y="150"/>
              <a:ext cx="9144000" cy="5142465"/>
            </a:xfrm>
            <a:custGeom>
              <a:avLst/>
              <a:gdLst/>
              <a:ahLst/>
              <a:cxnLst/>
              <a:rect l="l" t="t" r="r" b="b"/>
              <a:pathLst>
                <a:path w="4064000" h="2285540" extrusionOk="0">
                  <a:moveTo>
                    <a:pt x="4064000" y="1293035"/>
                  </a:moveTo>
                  <a:lnTo>
                    <a:pt x="3812282" y="663991"/>
                  </a:lnTo>
                  <a:cubicBezTo>
                    <a:pt x="3789828" y="607958"/>
                    <a:pt x="3764945" y="548640"/>
                    <a:pt x="3716820" y="514941"/>
                  </a:cubicBezTo>
                  <a:cubicBezTo>
                    <a:pt x="3642369" y="462390"/>
                    <a:pt x="3534630" y="487417"/>
                    <a:pt x="3463788" y="429545"/>
                  </a:cubicBezTo>
                  <a:cubicBezTo>
                    <a:pt x="3343313" y="329565"/>
                    <a:pt x="3428204" y="100177"/>
                    <a:pt x="3307400" y="0"/>
                  </a:cubicBezTo>
                  <a:lnTo>
                    <a:pt x="0" y="0"/>
                  </a:lnTo>
                  <a:lnTo>
                    <a:pt x="0" y="1157912"/>
                  </a:lnTo>
                  <a:cubicBezTo>
                    <a:pt x="382108" y="1475521"/>
                    <a:pt x="221517" y="1854222"/>
                    <a:pt x="483084" y="2065217"/>
                  </a:cubicBezTo>
                  <a:cubicBezTo>
                    <a:pt x="561344" y="2118951"/>
                    <a:pt x="661467" y="2128279"/>
                    <a:pt x="747277" y="2168810"/>
                  </a:cubicBezTo>
                  <a:cubicBezTo>
                    <a:pt x="803228" y="2195657"/>
                    <a:pt x="851805" y="2235721"/>
                    <a:pt x="888828" y="2285540"/>
                  </a:cubicBezTo>
                  <a:lnTo>
                    <a:pt x="4064000" y="228554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6" name="Google Shape;106;p10"/>
          <p:cNvSpPr txBox="1">
            <a:spLocks noGrp="1"/>
          </p:cNvSpPr>
          <p:nvPr>
            <p:ph type="body" idx="1"/>
          </p:nvPr>
        </p:nvSpPr>
        <p:spPr>
          <a:xfrm>
            <a:off x="609600" y="5671879"/>
            <a:ext cx="10972800" cy="692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304792" algn="ctr" rtl="0">
              <a:spcBef>
                <a:spcPts val="480"/>
              </a:spcBef>
              <a:spcAft>
                <a:spcPts val="0"/>
              </a:spcAft>
              <a:buSzPts val="1800"/>
              <a:buNone/>
              <a:defRPr sz="2400"/>
            </a:lvl1pPr>
          </a:lstStyle>
          <a:p>
            <a:endParaRPr/>
          </a:p>
        </p:txBody>
      </p:sp>
      <p:sp>
        <p:nvSpPr>
          <p:cNvPr id="107" name="Google Shape;107;p10"/>
          <p:cNvSpPr txBox="1">
            <a:spLocks noGrp="1"/>
          </p:cNvSpPr>
          <p:nvPr>
            <p:ph type="sldNum" idx="12"/>
          </p:nvPr>
        </p:nvSpPr>
        <p:spPr>
          <a:xfrm>
            <a:off x="11307445" y="6333135"/>
            <a:ext cx="731600" cy="524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n">
                <a:solidFill>
                  <a:srgbClr val="CE0063"/>
                </a:solidFill>
              </a:rPr>
              <a:pPr/>
              <a:t>‹#›</a:t>
            </a:fld>
            <a:endParaRPr>
              <a:solidFill>
                <a:srgbClr val="CE006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6781548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- Corners" type="blank">
  <p:cSld name="Blank - Corners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9" name="Google Shape;109;p11"/>
          <p:cNvGrpSpPr/>
          <p:nvPr/>
        </p:nvGrpSpPr>
        <p:grpSpPr>
          <a:xfrm>
            <a:off x="-20" y="1"/>
            <a:ext cx="12192000" cy="6857803"/>
            <a:chOff x="-15" y="1"/>
            <a:chExt cx="9144000" cy="5143352"/>
          </a:xfrm>
        </p:grpSpPr>
        <p:sp>
          <p:nvSpPr>
            <p:cNvPr id="110" name="Google Shape;110;p11"/>
            <p:cNvSpPr/>
            <p:nvPr/>
          </p:nvSpPr>
          <p:spPr>
            <a:xfrm>
              <a:off x="-15" y="594"/>
              <a:ext cx="9144000" cy="5142022"/>
            </a:xfrm>
            <a:custGeom>
              <a:avLst/>
              <a:gdLst/>
              <a:ahLst/>
              <a:cxnLst/>
              <a:rect l="l" t="t" r="r" b="b"/>
              <a:pathLst>
                <a:path w="4064000" h="2285343" extrusionOk="0">
                  <a:moveTo>
                    <a:pt x="4064000" y="0"/>
                  </a:moveTo>
                  <a:lnTo>
                    <a:pt x="3968014" y="0"/>
                  </a:lnTo>
                  <a:cubicBezTo>
                    <a:pt x="3943656" y="81653"/>
                    <a:pt x="3826660" y="80930"/>
                    <a:pt x="3801974" y="0"/>
                  </a:cubicBezTo>
                  <a:lnTo>
                    <a:pt x="0" y="0"/>
                  </a:lnTo>
                  <a:lnTo>
                    <a:pt x="0" y="2145687"/>
                  </a:lnTo>
                  <a:cubicBezTo>
                    <a:pt x="79376" y="2132549"/>
                    <a:pt x="158227" y="2203954"/>
                    <a:pt x="143652" y="2285343"/>
                  </a:cubicBezTo>
                  <a:lnTo>
                    <a:pt x="4064000" y="228534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" name="Google Shape;111;p11"/>
            <p:cNvSpPr/>
            <p:nvPr/>
          </p:nvSpPr>
          <p:spPr>
            <a:xfrm>
              <a:off x="-15" y="594"/>
              <a:ext cx="9144000" cy="5142465"/>
            </a:xfrm>
            <a:custGeom>
              <a:avLst/>
              <a:gdLst/>
              <a:ahLst/>
              <a:cxnLst/>
              <a:rect l="l" t="t" r="r" b="b"/>
              <a:pathLst>
                <a:path w="4064000" h="2285540" extrusionOk="0">
                  <a:moveTo>
                    <a:pt x="3963287" y="130920"/>
                  </a:moveTo>
                  <a:cubicBezTo>
                    <a:pt x="3873866" y="88944"/>
                    <a:pt x="3760678" y="180187"/>
                    <a:pt x="3705331" y="0"/>
                  </a:cubicBezTo>
                  <a:lnTo>
                    <a:pt x="0" y="0"/>
                  </a:lnTo>
                  <a:lnTo>
                    <a:pt x="0" y="1539766"/>
                  </a:lnTo>
                  <a:cubicBezTo>
                    <a:pt x="129076" y="1755950"/>
                    <a:pt x="-47797" y="2028037"/>
                    <a:pt x="237078" y="2154621"/>
                  </a:cubicBezTo>
                  <a:cubicBezTo>
                    <a:pt x="281985" y="2185298"/>
                    <a:pt x="326893" y="2229179"/>
                    <a:pt x="325514" y="2285541"/>
                  </a:cubicBezTo>
                  <a:lnTo>
                    <a:pt x="4064000" y="2285541"/>
                  </a:lnTo>
                  <a:lnTo>
                    <a:pt x="4064000" y="465346"/>
                  </a:lnTo>
                  <a:cubicBezTo>
                    <a:pt x="3972806" y="345725"/>
                    <a:pt x="4041218" y="187281"/>
                    <a:pt x="3963287" y="13092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" name="Google Shape;112;p11"/>
            <p:cNvSpPr/>
            <p:nvPr/>
          </p:nvSpPr>
          <p:spPr>
            <a:xfrm>
              <a:off x="-15" y="1"/>
              <a:ext cx="9144000" cy="5143352"/>
            </a:xfrm>
            <a:custGeom>
              <a:avLst/>
              <a:gdLst/>
              <a:ahLst/>
              <a:cxnLst/>
              <a:rect l="l" t="t" r="r" b="b"/>
              <a:pathLst>
                <a:path w="4064000" h="2285934" extrusionOk="0">
                  <a:moveTo>
                    <a:pt x="4064000" y="541546"/>
                  </a:moveTo>
                  <a:cubicBezTo>
                    <a:pt x="4012396" y="498322"/>
                    <a:pt x="3979175" y="432238"/>
                    <a:pt x="3979832" y="364643"/>
                  </a:cubicBezTo>
                  <a:cubicBezTo>
                    <a:pt x="4024017" y="50055"/>
                    <a:pt x="3727785" y="340666"/>
                    <a:pt x="3594047" y="0"/>
                  </a:cubicBezTo>
                  <a:lnTo>
                    <a:pt x="0" y="0"/>
                  </a:lnTo>
                  <a:lnTo>
                    <a:pt x="0" y="1422904"/>
                  </a:lnTo>
                  <a:cubicBezTo>
                    <a:pt x="175691" y="1522029"/>
                    <a:pt x="10570" y="1742221"/>
                    <a:pt x="70053" y="1889300"/>
                  </a:cubicBezTo>
                  <a:cubicBezTo>
                    <a:pt x="143914" y="2074742"/>
                    <a:pt x="474680" y="2055101"/>
                    <a:pt x="474746" y="2285934"/>
                  </a:cubicBezTo>
                  <a:lnTo>
                    <a:pt x="4064000" y="2285934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" name="Google Shape;113;p11"/>
            <p:cNvSpPr/>
            <p:nvPr/>
          </p:nvSpPr>
          <p:spPr>
            <a:xfrm>
              <a:off x="-15" y="594"/>
              <a:ext cx="9144000" cy="5142022"/>
            </a:xfrm>
            <a:custGeom>
              <a:avLst/>
              <a:gdLst/>
              <a:ahLst/>
              <a:cxnLst/>
              <a:rect l="l" t="t" r="r" b="b"/>
              <a:pathLst>
                <a:path w="4064000" h="2285343" extrusionOk="0">
                  <a:moveTo>
                    <a:pt x="4064000" y="821975"/>
                  </a:moveTo>
                  <a:cubicBezTo>
                    <a:pt x="3904854" y="719696"/>
                    <a:pt x="3874981" y="525583"/>
                    <a:pt x="3912076" y="353739"/>
                  </a:cubicBezTo>
                  <a:cubicBezTo>
                    <a:pt x="3859553" y="89995"/>
                    <a:pt x="3654252" y="499373"/>
                    <a:pt x="3544412" y="242527"/>
                  </a:cubicBezTo>
                  <a:cubicBezTo>
                    <a:pt x="3516575" y="165210"/>
                    <a:pt x="3536927" y="75346"/>
                    <a:pt x="3500818" y="0"/>
                  </a:cubicBezTo>
                  <a:lnTo>
                    <a:pt x="0" y="0"/>
                  </a:lnTo>
                  <a:lnTo>
                    <a:pt x="0" y="1294546"/>
                  </a:lnTo>
                  <a:cubicBezTo>
                    <a:pt x="325974" y="1577931"/>
                    <a:pt x="36372" y="1880366"/>
                    <a:pt x="390774" y="2094121"/>
                  </a:cubicBezTo>
                  <a:cubicBezTo>
                    <a:pt x="460762" y="2144505"/>
                    <a:pt x="536133" y="2199618"/>
                    <a:pt x="560491" y="2285343"/>
                  </a:cubicBezTo>
                  <a:lnTo>
                    <a:pt x="4064000" y="2285343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" name="Google Shape;114;p11"/>
            <p:cNvSpPr/>
            <p:nvPr/>
          </p:nvSpPr>
          <p:spPr>
            <a:xfrm>
              <a:off x="-15" y="1037"/>
              <a:ext cx="9144000" cy="5141430"/>
            </a:xfrm>
            <a:custGeom>
              <a:avLst/>
              <a:gdLst/>
              <a:ahLst/>
              <a:cxnLst/>
              <a:rect l="l" t="t" r="r" b="b"/>
              <a:pathLst>
                <a:path w="4064000" h="2285080" extrusionOk="0">
                  <a:moveTo>
                    <a:pt x="3795803" y="455689"/>
                  </a:moveTo>
                  <a:cubicBezTo>
                    <a:pt x="3726931" y="388883"/>
                    <a:pt x="3601662" y="435325"/>
                    <a:pt x="3523928" y="379095"/>
                  </a:cubicBezTo>
                  <a:cubicBezTo>
                    <a:pt x="3414745" y="300268"/>
                    <a:pt x="3491101" y="102739"/>
                    <a:pt x="3416911" y="0"/>
                  </a:cubicBezTo>
                  <a:lnTo>
                    <a:pt x="0" y="0"/>
                  </a:lnTo>
                  <a:lnTo>
                    <a:pt x="0" y="1221828"/>
                  </a:lnTo>
                  <a:cubicBezTo>
                    <a:pt x="123883" y="1346322"/>
                    <a:pt x="210606" y="1502927"/>
                    <a:pt x="250406" y="1674035"/>
                  </a:cubicBezTo>
                  <a:cubicBezTo>
                    <a:pt x="273056" y="1772569"/>
                    <a:pt x="281394" y="1878856"/>
                    <a:pt x="339761" y="1961362"/>
                  </a:cubicBezTo>
                  <a:cubicBezTo>
                    <a:pt x="403642" y="2051685"/>
                    <a:pt x="513679" y="2094383"/>
                    <a:pt x="604610" y="2157314"/>
                  </a:cubicBezTo>
                  <a:cubicBezTo>
                    <a:pt x="651093" y="2189436"/>
                    <a:pt x="694622" y="2234828"/>
                    <a:pt x="720359" y="2285080"/>
                  </a:cubicBezTo>
                  <a:lnTo>
                    <a:pt x="4064000" y="2285080"/>
                  </a:lnTo>
                  <a:lnTo>
                    <a:pt x="4064000" y="1160473"/>
                  </a:lnTo>
                  <a:cubicBezTo>
                    <a:pt x="3953766" y="987362"/>
                    <a:pt x="3879774" y="793715"/>
                    <a:pt x="3846356" y="591207"/>
                  </a:cubicBezTo>
                  <a:cubicBezTo>
                    <a:pt x="3838609" y="542662"/>
                    <a:pt x="3831125" y="489782"/>
                    <a:pt x="3795803" y="455689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" name="Google Shape;115;p11"/>
            <p:cNvSpPr/>
            <p:nvPr/>
          </p:nvSpPr>
          <p:spPr>
            <a:xfrm>
              <a:off x="-15" y="150"/>
              <a:ext cx="9144000" cy="5142465"/>
            </a:xfrm>
            <a:custGeom>
              <a:avLst/>
              <a:gdLst/>
              <a:ahLst/>
              <a:cxnLst/>
              <a:rect l="l" t="t" r="r" b="b"/>
              <a:pathLst>
                <a:path w="4064000" h="2285540" extrusionOk="0">
                  <a:moveTo>
                    <a:pt x="4064000" y="1293035"/>
                  </a:moveTo>
                  <a:lnTo>
                    <a:pt x="3812282" y="663991"/>
                  </a:lnTo>
                  <a:cubicBezTo>
                    <a:pt x="3789828" y="607958"/>
                    <a:pt x="3764945" y="548640"/>
                    <a:pt x="3716820" y="514941"/>
                  </a:cubicBezTo>
                  <a:cubicBezTo>
                    <a:pt x="3642369" y="462390"/>
                    <a:pt x="3534630" y="487417"/>
                    <a:pt x="3463788" y="429545"/>
                  </a:cubicBezTo>
                  <a:cubicBezTo>
                    <a:pt x="3343313" y="329565"/>
                    <a:pt x="3428204" y="100177"/>
                    <a:pt x="3307400" y="0"/>
                  </a:cubicBezTo>
                  <a:lnTo>
                    <a:pt x="0" y="0"/>
                  </a:lnTo>
                  <a:lnTo>
                    <a:pt x="0" y="1157912"/>
                  </a:lnTo>
                  <a:cubicBezTo>
                    <a:pt x="382108" y="1475521"/>
                    <a:pt x="221517" y="1854222"/>
                    <a:pt x="483084" y="2065217"/>
                  </a:cubicBezTo>
                  <a:cubicBezTo>
                    <a:pt x="561344" y="2118951"/>
                    <a:pt x="661467" y="2128279"/>
                    <a:pt x="747277" y="2168810"/>
                  </a:cubicBezTo>
                  <a:cubicBezTo>
                    <a:pt x="803228" y="2195657"/>
                    <a:pt x="851805" y="2235721"/>
                    <a:pt x="888828" y="2285540"/>
                  </a:cubicBezTo>
                  <a:lnTo>
                    <a:pt x="4064000" y="228554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6" name="Google Shape;116;p11"/>
          <p:cNvSpPr txBox="1">
            <a:spLocks noGrp="1"/>
          </p:cNvSpPr>
          <p:nvPr>
            <p:ph type="sldNum" idx="12"/>
          </p:nvPr>
        </p:nvSpPr>
        <p:spPr>
          <a:xfrm>
            <a:off x="11307445" y="6333135"/>
            <a:ext cx="731600" cy="524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n">
                <a:solidFill>
                  <a:srgbClr val="CE0063"/>
                </a:solidFill>
              </a:rPr>
              <a:pPr/>
              <a:t>‹#›</a:t>
            </a:fld>
            <a:endParaRPr>
              <a:solidFill>
                <a:srgbClr val="CE006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60830876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- Center">
  <p:cSld name="Blank - Center">
    <p:bg>
      <p:bgPr>
        <a:gradFill>
          <a:gsLst>
            <a:gs pos="0">
              <a:schemeClr val="accent1"/>
            </a:gs>
            <a:gs pos="78000">
              <a:schemeClr val="dk2"/>
            </a:gs>
            <a:gs pos="100000">
              <a:schemeClr val="dk2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8" name="Google Shape;118;p12"/>
          <p:cNvGrpSpPr/>
          <p:nvPr/>
        </p:nvGrpSpPr>
        <p:grpSpPr>
          <a:xfrm>
            <a:off x="-20" y="-16"/>
            <a:ext cx="12192000" cy="6857013"/>
            <a:chOff x="-15" y="-12"/>
            <a:chExt cx="9144000" cy="5142760"/>
          </a:xfrm>
        </p:grpSpPr>
        <p:sp>
          <p:nvSpPr>
            <p:cNvPr id="119" name="Google Shape;119;p12"/>
            <p:cNvSpPr/>
            <p:nvPr/>
          </p:nvSpPr>
          <p:spPr>
            <a:xfrm>
              <a:off x="-15" y="-12"/>
              <a:ext cx="9144000" cy="5142022"/>
            </a:xfrm>
            <a:custGeom>
              <a:avLst/>
              <a:gdLst/>
              <a:ahLst/>
              <a:cxnLst/>
              <a:rect l="l" t="t" r="r" b="b"/>
              <a:pathLst>
                <a:path w="4064000" h="2285343" extrusionOk="0">
                  <a:moveTo>
                    <a:pt x="0" y="0"/>
                  </a:moveTo>
                  <a:lnTo>
                    <a:pt x="0" y="2285343"/>
                  </a:lnTo>
                  <a:lnTo>
                    <a:pt x="4064000" y="2285343"/>
                  </a:lnTo>
                  <a:lnTo>
                    <a:pt x="4064000" y="0"/>
                  </a:lnTo>
                  <a:close/>
                  <a:moveTo>
                    <a:pt x="3082140" y="1095966"/>
                  </a:moveTo>
                  <a:cubicBezTo>
                    <a:pt x="3009920" y="1483535"/>
                    <a:pt x="2684604" y="1652423"/>
                    <a:pt x="2340247" y="1756870"/>
                  </a:cubicBezTo>
                  <a:cubicBezTo>
                    <a:pt x="2062726" y="1889038"/>
                    <a:pt x="1710754" y="2209274"/>
                    <a:pt x="1410451" y="1968719"/>
                  </a:cubicBezTo>
                  <a:cubicBezTo>
                    <a:pt x="1225437" y="1799240"/>
                    <a:pt x="1294637" y="1499038"/>
                    <a:pt x="1163131" y="1300130"/>
                  </a:cubicBezTo>
                  <a:cubicBezTo>
                    <a:pt x="1007925" y="1131044"/>
                    <a:pt x="934129" y="954405"/>
                    <a:pt x="1065241" y="739731"/>
                  </a:cubicBezTo>
                  <a:cubicBezTo>
                    <a:pt x="1141071" y="619191"/>
                    <a:pt x="1267193" y="537210"/>
                    <a:pt x="1400931" y="488403"/>
                  </a:cubicBezTo>
                  <a:cubicBezTo>
                    <a:pt x="1570582" y="433092"/>
                    <a:pt x="1749227" y="457725"/>
                    <a:pt x="1892025" y="340141"/>
                  </a:cubicBezTo>
                  <a:cubicBezTo>
                    <a:pt x="2028520" y="295144"/>
                    <a:pt x="2144860" y="404583"/>
                    <a:pt x="2263825" y="452602"/>
                  </a:cubicBezTo>
                  <a:cubicBezTo>
                    <a:pt x="2464399" y="532086"/>
                    <a:pt x="2709749" y="457791"/>
                    <a:pt x="2894895" y="568544"/>
                  </a:cubicBezTo>
                  <a:cubicBezTo>
                    <a:pt x="3071701" y="674370"/>
                    <a:pt x="3124422" y="904546"/>
                    <a:pt x="3082140" y="109596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" name="Google Shape;120;p12"/>
            <p:cNvSpPr/>
            <p:nvPr/>
          </p:nvSpPr>
          <p:spPr>
            <a:xfrm>
              <a:off x="-15" y="-12"/>
              <a:ext cx="9144000" cy="5142022"/>
            </a:xfrm>
            <a:custGeom>
              <a:avLst/>
              <a:gdLst/>
              <a:ahLst/>
              <a:cxnLst/>
              <a:rect l="l" t="t" r="r" b="b"/>
              <a:pathLst>
                <a:path w="4064000" h="2285343" extrusionOk="0">
                  <a:moveTo>
                    <a:pt x="0" y="0"/>
                  </a:moveTo>
                  <a:lnTo>
                    <a:pt x="0" y="2285343"/>
                  </a:lnTo>
                  <a:lnTo>
                    <a:pt x="4064000" y="2285343"/>
                  </a:lnTo>
                  <a:lnTo>
                    <a:pt x="4064000" y="0"/>
                  </a:lnTo>
                  <a:close/>
                  <a:moveTo>
                    <a:pt x="2928181" y="1644672"/>
                  </a:moveTo>
                  <a:cubicBezTo>
                    <a:pt x="2752031" y="1744652"/>
                    <a:pt x="2539574" y="1757330"/>
                    <a:pt x="2353575" y="1837405"/>
                  </a:cubicBezTo>
                  <a:cubicBezTo>
                    <a:pt x="2238351" y="1887067"/>
                    <a:pt x="2135800" y="1961427"/>
                    <a:pt x="2027667" y="2025015"/>
                  </a:cubicBezTo>
                  <a:cubicBezTo>
                    <a:pt x="1831098" y="2157840"/>
                    <a:pt x="1492781" y="2223332"/>
                    <a:pt x="1363048" y="1974828"/>
                  </a:cubicBezTo>
                  <a:cubicBezTo>
                    <a:pt x="1295031" y="1831362"/>
                    <a:pt x="1366725" y="1645657"/>
                    <a:pt x="1283213" y="1510665"/>
                  </a:cubicBezTo>
                  <a:cubicBezTo>
                    <a:pt x="1230296" y="1425269"/>
                    <a:pt x="1129385" y="1384410"/>
                    <a:pt x="1051782" y="1320165"/>
                  </a:cubicBezTo>
                  <a:cubicBezTo>
                    <a:pt x="821992" y="1139256"/>
                    <a:pt x="837289" y="755825"/>
                    <a:pt x="1081129" y="594097"/>
                  </a:cubicBezTo>
                  <a:cubicBezTo>
                    <a:pt x="1196287" y="513825"/>
                    <a:pt x="1340398" y="491227"/>
                    <a:pt x="1474530" y="449580"/>
                  </a:cubicBezTo>
                  <a:cubicBezTo>
                    <a:pt x="1963063" y="306639"/>
                    <a:pt x="1790195" y="86842"/>
                    <a:pt x="2168495" y="320828"/>
                  </a:cubicBezTo>
                  <a:cubicBezTo>
                    <a:pt x="2375700" y="414830"/>
                    <a:pt x="2611268" y="397422"/>
                    <a:pt x="2823988" y="466462"/>
                  </a:cubicBezTo>
                  <a:cubicBezTo>
                    <a:pt x="3336485" y="633839"/>
                    <a:pt x="3403715" y="1390190"/>
                    <a:pt x="2928181" y="1644672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" name="Google Shape;121;p12"/>
            <p:cNvSpPr/>
            <p:nvPr/>
          </p:nvSpPr>
          <p:spPr>
            <a:xfrm>
              <a:off x="-15" y="-12"/>
              <a:ext cx="9144000" cy="5142760"/>
            </a:xfrm>
            <a:custGeom>
              <a:avLst/>
              <a:gdLst/>
              <a:ahLst/>
              <a:cxnLst/>
              <a:rect l="l" t="t" r="r" b="b"/>
              <a:pathLst>
                <a:path w="4064000" h="2285671" extrusionOk="0">
                  <a:moveTo>
                    <a:pt x="0" y="0"/>
                  </a:moveTo>
                  <a:lnTo>
                    <a:pt x="0" y="2285343"/>
                  </a:lnTo>
                  <a:lnTo>
                    <a:pt x="1470656" y="2285343"/>
                  </a:lnTo>
                  <a:cubicBezTo>
                    <a:pt x="1204690" y="2184378"/>
                    <a:pt x="1192479" y="1951180"/>
                    <a:pt x="1261088" y="1710493"/>
                  </a:cubicBezTo>
                  <a:cubicBezTo>
                    <a:pt x="1271330" y="1635344"/>
                    <a:pt x="1261088" y="1550013"/>
                    <a:pt x="1204165" y="1499761"/>
                  </a:cubicBezTo>
                  <a:cubicBezTo>
                    <a:pt x="1167793" y="1467507"/>
                    <a:pt x="1118814" y="1455157"/>
                    <a:pt x="1073448" y="1437290"/>
                  </a:cubicBezTo>
                  <a:cubicBezTo>
                    <a:pt x="859283" y="1352550"/>
                    <a:pt x="718586" y="1111732"/>
                    <a:pt x="749903" y="883395"/>
                  </a:cubicBezTo>
                  <a:cubicBezTo>
                    <a:pt x="781220" y="655057"/>
                    <a:pt x="981532" y="461076"/>
                    <a:pt x="1210665" y="437165"/>
                  </a:cubicBezTo>
                  <a:cubicBezTo>
                    <a:pt x="1329893" y="424749"/>
                    <a:pt x="1459298" y="444982"/>
                    <a:pt x="1559946" y="379949"/>
                  </a:cubicBezTo>
                  <a:cubicBezTo>
                    <a:pt x="1685083" y="299019"/>
                    <a:pt x="1663286" y="117190"/>
                    <a:pt x="1869834" y="106680"/>
                  </a:cubicBezTo>
                  <a:cubicBezTo>
                    <a:pt x="2081175" y="95644"/>
                    <a:pt x="2338737" y="351308"/>
                    <a:pt x="2756167" y="384350"/>
                  </a:cubicBezTo>
                  <a:cubicBezTo>
                    <a:pt x="2901919" y="395911"/>
                    <a:pt x="3039793" y="478024"/>
                    <a:pt x="3144840" y="580302"/>
                  </a:cubicBezTo>
                  <a:cubicBezTo>
                    <a:pt x="3559644" y="1035335"/>
                    <a:pt x="3159810" y="1809684"/>
                    <a:pt x="2608839" y="1934166"/>
                  </a:cubicBezTo>
                  <a:cubicBezTo>
                    <a:pt x="2494863" y="1963070"/>
                    <a:pt x="2375175" y="1970887"/>
                    <a:pt x="2263629" y="2009052"/>
                  </a:cubicBezTo>
                  <a:cubicBezTo>
                    <a:pt x="2066009" y="2076122"/>
                    <a:pt x="1907323" y="2233448"/>
                    <a:pt x="1702678" y="2285672"/>
                  </a:cubicBezTo>
                  <a:lnTo>
                    <a:pt x="4064000" y="2285672"/>
                  </a:lnTo>
                  <a:lnTo>
                    <a:pt x="406400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" name="Google Shape;122;p12"/>
            <p:cNvSpPr/>
            <p:nvPr/>
          </p:nvSpPr>
          <p:spPr>
            <a:xfrm>
              <a:off x="-15" y="-12"/>
              <a:ext cx="9144000" cy="5142022"/>
            </a:xfrm>
            <a:custGeom>
              <a:avLst/>
              <a:gdLst/>
              <a:ahLst/>
              <a:cxnLst/>
              <a:rect l="l" t="t" r="r" b="b"/>
              <a:pathLst>
                <a:path w="4064000" h="2285343" extrusionOk="0">
                  <a:moveTo>
                    <a:pt x="0" y="0"/>
                  </a:moveTo>
                  <a:lnTo>
                    <a:pt x="0" y="2285343"/>
                  </a:lnTo>
                  <a:lnTo>
                    <a:pt x="1416163" y="2285343"/>
                  </a:lnTo>
                  <a:cubicBezTo>
                    <a:pt x="1016131" y="2089260"/>
                    <a:pt x="1245462" y="1851791"/>
                    <a:pt x="1134375" y="1571953"/>
                  </a:cubicBezTo>
                  <a:cubicBezTo>
                    <a:pt x="1082245" y="1479988"/>
                    <a:pt x="974900" y="1438932"/>
                    <a:pt x="887646" y="1379746"/>
                  </a:cubicBezTo>
                  <a:cubicBezTo>
                    <a:pt x="644725" y="1237790"/>
                    <a:pt x="576970" y="844243"/>
                    <a:pt x="798356" y="660378"/>
                  </a:cubicBezTo>
                  <a:cubicBezTo>
                    <a:pt x="1191231" y="477761"/>
                    <a:pt x="1102598" y="589959"/>
                    <a:pt x="1414653" y="229454"/>
                  </a:cubicBezTo>
                  <a:cubicBezTo>
                    <a:pt x="1579183" y="67398"/>
                    <a:pt x="1821709" y="34618"/>
                    <a:pt x="2050515" y="52814"/>
                  </a:cubicBezTo>
                  <a:cubicBezTo>
                    <a:pt x="2243013" y="68120"/>
                    <a:pt x="2368281" y="221046"/>
                    <a:pt x="2554608" y="260788"/>
                  </a:cubicBezTo>
                  <a:cubicBezTo>
                    <a:pt x="2689462" y="289560"/>
                    <a:pt x="2831538" y="284962"/>
                    <a:pt x="2960483" y="339287"/>
                  </a:cubicBezTo>
                  <a:cubicBezTo>
                    <a:pt x="3426629" y="523218"/>
                    <a:pt x="3494318" y="1497133"/>
                    <a:pt x="3143658" y="1800356"/>
                  </a:cubicBezTo>
                  <a:cubicBezTo>
                    <a:pt x="3081681" y="1850543"/>
                    <a:pt x="3007557" y="1882797"/>
                    <a:pt x="2934418" y="1914459"/>
                  </a:cubicBezTo>
                  <a:cubicBezTo>
                    <a:pt x="2621642" y="2045838"/>
                    <a:pt x="2314051" y="2199487"/>
                    <a:pt x="1985254" y="2285343"/>
                  </a:cubicBezTo>
                  <a:lnTo>
                    <a:pt x="4064000" y="2285343"/>
                  </a:lnTo>
                  <a:lnTo>
                    <a:pt x="406400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" name="Google Shape;123;p12"/>
            <p:cNvSpPr/>
            <p:nvPr/>
          </p:nvSpPr>
          <p:spPr>
            <a:xfrm>
              <a:off x="5408537" y="-12"/>
              <a:ext cx="3735448" cy="5142022"/>
            </a:xfrm>
            <a:custGeom>
              <a:avLst/>
              <a:gdLst/>
              <a:ahLst/>
              <a:cxnLst/>
              <a:rect l="l" t="t" r="r" b="b"/>
              <a:pathLst>
                <a:path w="1660199" h="2285343" extrusionOk="0">
                  <a:moveTo>
                    <a:pt x="12277" y="0"/>
                  </a:moveTo>
                  <a:cubicBezTo>
                    <a:pt x="549133" y="201339"/>
                    <a:pt x="949098" y="345528"/>
                    <a:pt x="1082901" y="960974"/>
                  </a:cubicBezTo>
                  <a:cubicBezTo>
                    <a:pt x="1153480" y="1137745"/>
                    <a:pt x="1237780" y="1246921"/>
                    <a:pt x="1196090" y="1454435"/>
                  </a:cubicBezTo>
                  <a:cubicBezTo>
                    <a:pt x="1161162" y="1696304"/>
                    <a:pt x="946604" y="1836289"/>
                    <a:pt x="738676" y="1927860"/>
                  </a:cubicBezTo>
                  <a:lnTo>
                    <a:pt x="0" y="2285343"/>
                  </a:lnTo>
                  <a:lnTo>
                    <a:pt x="1660200" y="2285343"/>
                  </a:lnTo>
                  <a:lnTo>
                    <a:pt x="166020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" name="Google Shape;124;p12"/>
            <p:cNvSpPr/>
            <p:nvPr/>
          </p:nvSpPr>
          <p:spPr>
            <a:xfrm>
              <a:off x="6171372" y="-12"/>
              <a:ext cx="2972610" cy="5142317"/>
            </a:xfrm>
            <a:custGeom>
              <a:avLst/>
              <a:gdLst/>
              <a:ahLst/>
              <a:cxnLst/>
              <a:rect l="l" t="t" r="r" b="b"/>
              <a:pathLst>
                <a:path w="1321160" h="2285474" extrusionOk="0">
                  <a:moveTo>
                    <a:pt x="1321161" y="0"/>
                  </a:moveTo>
                  <a:lnTo>
                    <a:pt x="0" y="0"/>
                  </a:lnTo>
                  <a:cubicBezTo>
                    <a:pt x="438374" y="300136"/>
                    <a:pt x="961113" y="748862"/>
                    <a:pt x="991970" y="1313268"/>
                  </a:cubicBezTo>
                  <a:cubicBezTo>
                    <a:pt x="960391" y="1723828"/>
                    <a:pt x="665340" y="2083873"/>
                    <a:pt x="318226" y="2285475"/>
                  </a:cubicBezTo>
                  <a:lnTo>
                    <a:pt x="1321161" y="2285475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" name="Google Shape;125;p12"/>
            <p:cNvSpPr/>
            <p:nvPr/>
          </p:nvSpPr>
          <p:spPr>
            <a:xfrm>
              <a:off x="-15" y="-12"/>
              <a:ext cx="3691132" cy="5142022"/>
            </a:xfrm>
            <a:custGeom>
              <a:avLst/>
              <a:gdLst/>
              <a:ahLst/>
              <a:cxnLst/>
              <a:rect l="l" t="t" r="r" b="b"/>
              <a:pathLst>
                <a:path w="1640503" h="2285343" extrusionOk="0">
                  <a:moveTo>
                    <a:pt x="962295" y="2241265"/>
                  </a:moveTo>
                  <a:cubicBezTo>
                    <a:pt x="959603" y="1786562"/>
                    <a:pt x="1193923" y="1717653"/>
                    <a:pt x="698693" y="1419356"/>
                  </a:cubicBezTo>
                  <a:cubicBezTo>
                    <a:pt x="447303" y="1226032"/>
                    <a:pt x="409814" y="829857"/>
                    <a:pt x="619908" y="592652"/>
                  </a:cubicBezTo>
                  <a:cubicBezTo>
                    <a:pt x="713925" y="482688"/>
                    <a:pt x="844971" y="412334"/>
                    <a:pt x="972734" y="344608"/>
                  </a:cubicBezTo>
                  <a:cubicBezTo>
                    <a:pt x="1195499" y="230505"/>
                    <a:pt x="1411830" y="101556"/>
                    <a:pt x="1640504" y="0"/>
                  </a:cubicBezTo>
                  <a:lnTo>
                    <a:pt x="0" y="0"/>
                  </a:lnTo>
                  <a:lnTo>
                    <a:pt x="0" y="2285343"/>
                  </a:lnTo>
                  <a:lnTo>
                    <a:pt x="973587" y="2285343"/>
                  </a:lnTo>
                  <a:cubicBezTo>
                    <a:pt x="968722" y="2270957"/>
                    <a:pt x="964947" y="2256223"/>
                    <a:pt x="962295" y="2241265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" name="Google Shape;126;p12"/>
            <p:cNvSpPr/>
            <p:nvPr/>
          </p:nvSpPr>
          <p:spPr>
            <a:xfrm>
              <a:off x="-15" y="-12"/>
              <a:ext cx="2881318" cy="5142022"/>
            </a:xfrm>
            <a:custGeom>
              <a:avLst/>
              <a:gdLst/>
              <a:ahLst/>
              <a:cxnLst/>
              <a:rect l="l" t="t" r="r" b="b"/>
              <a:pathLst>
                <a:path w="1280586" h="2285343" extrusionOk="0">
                  <a:moveTo>
                    <a:pt x="814113" y="2168153"/>
                  </a:moveTo>
                  <a:cubicBezTo>
                    <a:pt x="750954" y="1388022"/>
                    <a:pt x="-112400" y="736578"/>
                    <a:pt x="1008121" y="209813"/>
                  </a:cubicBezTo>
                  <a:cubicBezTo>
                    <a:pt x="1135294" y="165669"/>
                    <a:pt x="1259183" y="161202"/>
                    <a:pt x="1280587" y="0"/>
                  </a:cubicBezTo>
                  <a:lnTo>
                    <a:pt x="0" y="0"/>
                  </a:lnTo>
                  <a:lnTo>
                    <a:pt x="0" y="2285343"/>
                  </a:lnTo>
                  <a:lnTo>
                    <a:pt x="838274" y="2285343"/>
                  </a:lnTo>
                  <a:cubicBezTo>
                    <a:pt x="821880" y="2248478"/>
                    <a:pt x="813640" y="2208499"/>
                    <a:pt x="814113" y="216815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7" name="Google Shape;127;p12"/>
          <p:cNvSpPr txBox="1">
            <a:spLocks noGrp="1"/>
          </p:cNvSpPr>
          <p:nvPr>
            <p:ph type="sldNum" idx="12"/>
          </p:nvPr>
        </p:nvSpPr>
        <p:spPr>
          <a:xfrm>
            <a:off x="11307445" y="6333135"/>
            <a:ext cx="731600" cy="524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n">
                <a:solidFill>
                  <a:srgbClr val="CE0063"/>
                </a:solidFill>
              </a:rPr>
              <a:pPr/>
              <a:t>‹#›</a:t>
            </a:fld>
            <a:endParaRPr>
              <a:solidFill>
                <a:srgbClr val="CE006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37274593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background">
  <p:cSld name="Image background">
    <p:bg>
      <p:bgPr>
        <a:gradFill>
          <a:gsLst>
            <a:gs pos="0">
              <a:schemeClr val="accent1"/>
            </a:gs>
            <a:gs pos="78000">
              <a:schemeClr val="dk2"/>
            </a:gs>
            <a:gs pos="100000">
              <a:schemeClr val="dk2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3"/>
          <p:cNvSpPr txBox="1">
            <a:spLocks noGrp="1"/>
          </p:cNvSpPr>
          <p:nvPr>
            <p:ph type="sldNum" idx="12"/>
          </p:nvPr>
        </p:nvSpPr>
        <p:spPr>
          <a:xfrm>
            <a:off x="11307445" y="6333135"/>
            <a:ext cx="731600" cy="524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fld id="{00000000-1234-1234-1234-123412341234}" type="slidenum">
              <a:rPr lang="en">
                <a:solidFill>
                  <a:srgbClr val="FFFFFF"/>
                </a:solidFill>
              </a:rPr>
              <a:pPr/>
              <a:t>‹#›</a:t>
            </a:fld>
            <a:endParaRPr>
              <a:solidFill>
                <a:srgbClr val="FFFFFF"/>
              </a:solidFill>
            </a:endParaRPr>
          </a:p>
        </p:txBody>
      </p:sp>
      <p:grpSp>
        <p:nvGrpSpPr>
          <p:cNvPr id="130" name="Google Shape;130;p13"/>
          <p:cNvGrpSpPr/>
          <p:nvPr/>
        </p:nvGrpSpPr>
        <p:grpSpPr>
          <a:xfrm>
            <a:off x="0" y="0"/>
            <a:ext cx="12192667" cy="6869371"/>
            <a:chOff x="0" y="0"/>
            <a:chExt cx="9144500" cy="5152028"/>
          </a:xfrm>
        </p:grpSpPr>
        <p:sp>
          <p:nvSpPr>
            <p:cNvPr id="131" name="Google Shape;131;p13"/>
            <p:cNvSpPr/>
            <p:nvPr/>
          </p:nvSpPr>
          <p:spPr>
            <a:xfrm>
              <a:off x="7448736" y="0"/>
              <a:ext cx="1695764" cy="2915696"/>
            </a:xfrm>
            <a:custGeom>
              <a:avLst/>
              <a:gdLst/>
              <a:ahLst/>
              <a:cxnLst/>
              <a:rect l="l" t="t" r="r" b="b"/>
              <a:pathLst>
                <a:path w="650341" h="1112861" extrusionOk="0">
                  <a:moveTo>
                    <a:pt x="132487" y="368402"/>
                  </a:moveTo>
                  <a:cubicBezTo>
                    <a:pt x="193589" y="418171"/>
                    <a:pt x="286581" y="396776"/>
                    <a:pt x="350869" y="441884"/>
                  </a:cubicBezTo>
                  <a:cubicBezTo>
                    <a:pt x="392368" y="471007"/>
                    <a:pt x="413854" y="522153"/>
                    <a:pt x="433215" y="570521"/>
                  </a:cubicBezTo>
                  <a:lnTo>
                    <a:pt x="650341" y="1112861"/>
                  </a:lnTo>
                  <a:lnTo>
                    <a:pt x="650341" y="0"/>
                  </a:lnTo>
                  <a:lnTo>
                    <a:pt x="0" y="0"/>
                  </a:lnTo>
                  <a:cubicBezTo>
                    <a:pt x="100428" y="87537"/>
                    <a:pt x="29356" y="282822"/>
                    <a:pt x="132487" y="36840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285750" dist="9525" algn="bl" rotWithShape="0">
                <a:schemeClr val="dk1">
                  <a:alpha val="6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" name="Google Shape;132;p13"/>
            <p:cNvSpPr/>
            <p:nvPr/>
          </p:nvSpPr>
          <p:spPr>
            <a:xfrm>
              <a:off x="0" y="2610500"/>
              <a:ext cx="1994013" cy="2541528"/>
            </a:xfrm>
            <a:custGeom>
              <a:avLst/>
              <a:gdLst/>
              <a:ahLst/>
              <a:cxnLst/>
              <a:rect l="l" t="t" r="r" b="b"/>
              <a:pathLst>
                <a:path w="764722" h="970049" extrusionOk="0">
                  <a:moveTo>
                    <a:pt x="644837" y="872178"/>
                  </a:moveTo>
                  <a:cubicBezTo>
                    <a:pt x="570748" y="837236"/>
                    <a:pt x="484322" y="829146"/>
                    <a:pt x="416799" y="782830"/>
                  </a:cubicBezTo>
                  <a:cubicBezTo>
                    <a:pt x="191078" y="600537"/>
                    <a:pt x="329601" y="274007"/>
                    <a:pt x="0" y="0"/>
                  </a:cubicBezTo>
                  <a:lnTo>
                    <a:pt x="0" y="970050"/>
                  </a:lnTo>
                  <a:lnTo>
                    <a:pt x="764723" y="970050"/>
                  </a:lnTo>
                  <a:cubicBezTo>
                    <a:pt x="733074" y="928390"/>
                    <a:pt x="691985" y="894843"/>
                    <a:pt x="644837" y="87217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285750" dist="9525" algn="bl" rotWithShape="0">
                <a:schemeClr val="dk1">
                  <a:alpha val="6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" name="Google Shape;133;p13"/>
            <p:cNvSpPr/>
            <p:nvPr/>
          </p:nvSpPr>
          <p:spPr>
            <a:xfrm>
              <a:off x="7692032" y="0"/>
              <a:ext cx="1452406" cy="2617388"/>
            </a:xfrm>
            <a:custGeom>
              <a:avLst/>
              <a:gdLst/>
              <a:ahLst/>
              <a:cxnLst/>
              <a:rect l="l" t="t" r="r" b="b"/>
              <a:pathLst>
                <a:path w="557011" h="999003" extrusionOk="0">
                  <a:moveTo>
                    <a:pt x="90868" y="324815"/>
                  </a:moveTo>
                  <a:cubicBezTo>
                    <a:pt x="157932" y="373401"/>
                    <a:pt x="266109" y="333291"/>
                    <a:pt x="325545" y="390980"/>
                  </a:cubicBezTo>
                  <a:cubicBezTo>
                    <a:pt x="355987" y="420538"/>
                    <a:pt x="362457" y="466177"/>
                    <a:pt x="369313" y="508050"/>
                  </a:cubicBezTo>
                  <a:cubicBezTo>
                    <a:pt x="398137" y="682691"/>
                    <a:pt x="461967" y="849694"/>
                    <a:pt x="557011" y="999003"/>
                  </a:cubicBezTo>
                  <a:lnTo>
                    <a:pt x="557011" y="0"/>
                  </a:lnTo>
                  <a:lnTo>
                    <a:pt x="0" y="0"/>
                  </a:lnTo>
                  <a:cubicBezTo>
                    <a:pt x="61367" y="89348"/>
                    <a:pt x="-2559" y="257176"/>
                    <a:pt x="90868" y="32481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" name="Google Shape;134;p13"/>
            <p:cNvSpPr/>
            <p:nvPr/>
          </p:nvSpPr>
          <p:spPr>
            <a:xfrm>
              <a:off x="0" y="2756070"/>
              <a:ext cx="1616827" cy="2395888"/>
            </a:xfrm>
            <a:custGeom>
              <a:avLst/>
              <a:gdLst/>
              <a:ahLst/>
              <a:cxnLst/>
              <a:rect l="l" t="t" r="r" b="b"/>
              <a:pathLst>
                <a:path w="620068" h="914461" extrusionOk="0">
                  <a:moveTo>
                    <a:pt x="521668" y="806930"/>
                  </a:moveTo>
                  <a:cubicBezTo>
                    <a:pt x="443185" y="752621"/>
                    <a:pt x="348214" y="715795"/>
                    <a:pt x="293099" y="637894"/>
                  </a:cubicBezTo>
                  <a:cubicBezTo>
                    <a:pt x="242692" y="566706"/>
                    <a:pt x="235498" y="474967"/>
                    <a:pt x="215847" y="389942"/>
                  </a:cubicBezTo>
                  <a:cubicBezTo>
                    <a:pt x="181547" y="242415"/>
                    <a:pt x="106799" y="107374"/>
                    <a:pt x="0" y="0"/>
                  </a:cubicBezTo>
                  <a:lnTo>
                    <a:pt x="0" y="914461"/>
                  </a:lnTo>
                  <a:lnTo>
                    <a:pt x="620068" y="914461"/>
                  </a:lnTo>
                  <a:cubicBezTo>
                    <a:pt x="597689" y="872130"/>
                    <a:pt x="560898" y="834169"/>
                    <a:pt x="521668" y="80693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" name="Google Shape;135;p13"/>
            <p:cNvSpPr/>
            <p:nvPr/>
          </p:nvSpPr>
          <p:spPr>
            <a:xfrm>
              <a:off x="7879130" y="0"/>
              <a:ext cx="1265261" cy="1852036"/>
            </a:xfrm>
            <a:custGeom>
              <a:avLst/>
              <a:gdLst/>
              <a:ahLst/>
              <a:cxnLst/>
              <a:rect l="l" t="t" r="r" b="b"/>
              <a:pathLst>
                <a:path w="485239" h="706884" extrusionOk="0">
                  <a:moveTo>
                    <a:pt x="36719" y="207021"/>
                  </a:moveTo>
                  <a:cubicBezTo>
                    <a:pt x="131763" y="428627"/>
                    <a:pt x="309225" y="75390"/>
                    <a:pt x="354273" y="302961"/>
                  </a:cubicBezTo>
                  <a:cubicBezTo>
                    <a:pt x="322286" y="451181"/>
                    <a:pt x="348020" y="618600"/>
                    <a:pt x="485239" y="706885"/>
                  </a:cubicBezTo>
                  <a:lnTo>
                    <a:pt x="485239" y="0"/>
                  </a:lnTo>
                  <a:lnTo>
                    <a:pt x="0" y="0"/>
                  </a:lnTo>
                  <a:cubicBezTo>
                    <a:pt x="29790" y="64523"/>
                    <a:pt x="12964" y="141073"/>
                    <a:pt x="36719" y="20702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" name="Google Shape;136;p13"/>
            <p:cNvSpPr/>
            <p:nvPr/>
          </p:nvSpPr>
          <p:spPr>
            <a:xfrm>
              <a:off x="0" y="2919658"/>
              <a:ext cx="1258526" cy="2232214"/>
            </a:xfrm>
            <a:custGeom>
              <a:avLst/>
              <a:gdLst/>
              <a:ahLst/>
              <a:cxnLst/>
              <a:rect l="l" t="t" r="r" b="b"/>
              <a:pathLst>
                <a:path w="482656" h="851990" extrusionOk="0">
                  <a:moveTo>
                    <a:pt x="337133" y="689788"/>
                  </a:moveTo>
                  <a:cubicBezTo>
                    <a:pt x="31384" y="505394"/>
                    <a:pt x="281053" y="244595"/>
                    <a:pt x="0" y="0"/>
                  </a:cubicBezTo>
                  <a:lnTo>
                    <a:pt x="0" y="851990"/>
                  </a:lnTo>
                  <a:lnTo>
                    <a:pt x="482656" y="851990"/>
                  </a:lnTo>
                  <a:cubicBezTo>
                    <a:pt x="460784" y="779667"/>
                    <a:pt x="396713" y="732723"/>
                    <a:pt x="337133" y="689788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7" name="Google Shape;137;p13"/>
            <p:cNvSpPr/>
            <p:nvPr/>
          </p:nvSpPr>
          <p:spPr>
            <a:xfrm>
              <a:off x="8089575" y="0"/>
              <a:ext cx="1054762" cy="1217967"/>
            </a:xfrm>
            <a:custGeom>
              <a:avLst/>
              <a:gdLst/>
              <a:ahLst/>
              <a:cxnLst/>
              <a:rect l="l" t="t" r="r" b="b"/>
              <a:pathLst>
                <a:path w="404511" h="464873" extrusionOk="0">
                  <a:moveTo>
                    <a:pt x="332087" y="312355"/>
                  </a:moveTo>
                  <a:cubicBezTo>
                    <a:pt x="331532" y="370648"/>
                    <a:pt x="360091" y="427541"/>
                    <a:pt x="404511" y="464873"/>
                  </a:cubicBezTo>
                  <a:lnTo>
                    <a:pt x="404511" y="0"/>
                  </a:lnTo>
                  <a:lnTo>
                    <a:pt x="0" y="0"/>
                  </a:lnTo>
                  <a:cubicBezTo>
                    <a:pt x="115854" y="290307"/>
                    <a:pt x="370086" y="41607"/>
                    <a:pt x="332087" y="312355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" name="Google Shape;138;p13"/>
            <p:cNvSpPr/>
            <p:nvPr/>
          </p:nvSpPr>
          <p:spPr>
            <a:xfrm>
              <a:off x="0" y="3209153"/>
              <a:ext cx="1067917" cy="1942573"/>
            </a:xfrm>
            <a:custGeom>
              <a:avLst/>
              <a:gdLst/>
              <a:ahLst/>
              <a:cxnLst/>
              <a:rect l="l" t="t" r="r" b="b"/>
              <a:pathLst>
                <a:path w="409556" h="741440" extrusionOk="0">
                  <a:moveTo>
                    <a:pt x="60353" y="402089"/>
                  </a:moveTo>
                  <a:cubicBezTo>
                    <a:pt x="9029" y="275481"/>
                    <a:pt x="151438" y="85556"/>
                    <a:pt x="0" y="0"/>
                  </a:cubicBezTo>
                  <a:lnTo>
                    <a:pt x="0" y="741441"/>
                  </a:lnTo>
                  <a:lnTo>
                    <a:pt x="409556" y="741441"/>
                  </a:lnTo>
                  <a:cubicBezTo>
                    <a:pt x="406756" y="545262"/>
                    <a:pt x="123748" y="561248"/>
                    <a:pt x="60353" y="402089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" name="Google Shape;139;p13"/>
            <p:cNvSpPr/>
            <p:nvPr/>
          </p:nvSpPr>
          <p:spPr>
            <a:xfrm>
              <a:off x="8338976" y="0"/>
              <a:ext cx="805298" cy="1045498"/>
            </a:xfrm>
            <a:custGeom>
              <a:avLst/>
              <a:gdLst/>
              <a:ahLst/>
              <a:cxnLst/>
              <a:rect l="l" t="t" r="r" b="b"/>
              <a:pathLst>
                <a:path w="308839" h="399045" extrusionOk="0">
                  <a:moveTo>
                    <a:pt x="221931" y="110694"/>
                  </a:moveTo>
                  <a:cubicBezTo>
                    <a:pt x="289164" y="159280"/>
                    <a:pt x="230259" y="295813"/>
                    <a:pt x="308839" y="399046"/>
                  </a:cubicBezTo>
                  <a:lnTo>
                    <a:pt x="308839" y="0"/>
                  </a:lnTo>
                  <a:lnTo>
                    <a:pt x="0" y="0"/>
                  </a:lnTo>
                  <a:cubicBezTo>
                    <a:pt x="48114" y="152398"/>
                    <a:pt x="145137" y="74666"/>
                    <a:pt x="221931" y="11069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" name="Google Shape;140;p13"/>
            <p:cNvSpPr/>
            <p:nvPr/>
          </p:nvSpPr>
          <p:spPr>
            <a:xfrm>
              <a:off x="0" y="3473794"/>
              <a:ext cx="731962" cy="1677798"/>
            </a:xfrm>
            <a:custGeom>
              <a:avLst/>
              <a:gdLst/>
              <a:ahLst/>
              <a:cxnLst/>
              <a:rect l="l" t="t" r="r" b="b"/>
              <a:pathLst>
                <a:path w="280714" h="640381" extrusionOk="0">
                  <a:moveTo>
                    <a:pt x="204452" y="530242"/>
                  </a:moveTo>
                  <a:cubicBezTo>
                    <a:pt x="-41306" y="421045"/>
                    <a:pt x="111050" y="186471"/>
                    <a:pt x="0" y="0"/>
                  </a:cubicBezTo>
                  <a:lnTo>
                    <a:pt x="0" y="640381"/>
                  </a:lnTo>
                  <a:lnTo>
                    <a:pt x="280715" y="640381"/>
                  </a:lnTo>
                  <a:cubicBezTo>
                    <a:pt x="280377" y="593220"/>
                    <a:pt x="242475" y="556201"/>
                    <a:pt x="204452" y="530242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" name="Google Shape;141;p13"/>
            <p:cNvSpPr/>
            <p:nvPr/>
          </p:nvSpPr>
          <p:spPr>
            <a:xfrm>
              <a:off x="8556976" y="0"/>
              <a:ext cx="369694" cy="131794"/>
            </a:xfrm>
            <a:custGeom>
              <a:avLst/>
              <a:gdLst/>
              <a:ahLst/>
              <a:cxnLst/>
              <a:rect l="l" t="t" r="r" b="b"/>
              <a:pathLst>
                <a:path w="141781" h="50303" extrusionOk="0">
                  <a:moveTo>
                    <a:pt x="141782" y="0"/>
                  </a:moveTo>
                  <a:lnTo>
                    <a:pt x="0" y="0"/>
                  </a:lnTo>
                  <a:cubicBezTo>
                    <a:pt x="22572" y="66793"/>
                    <a:pt x="119499" y="67349"/>
                    <a:pt x="14178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" name="Google Shape;142;p13"/>
            <p:cNvSpPr/>
            <p:nvPr/>
          </p:nvSpPr>
          <p:spPr>
            <a:xfrm>
              <a:off x="0" y="4839027"/>
              <a:ext cx="326660" cy="311874"/>
            </a:xfrm>
            <a:custGeom>
              <a:avLst/>
              <a:gdLst/>
              <a:ahLst/>
              <a:cxnLst/>
              <a:rect l="l" t="t" r="r" b="b"/>
              <a:pathLst>
                <a:path w="125277" h="119036" extrusionOk="0">
                  <a:moveTo>
                    <a:pt x="0" y="1339"/>
                  </a:moveTo>
                  <a:lnTo>
                    <a:pt x="0" y="119037"/>
                  </a:lnTo>
                  <a:lnTo>
                    <a:pt x="124231" y="119037"/>
                  </a:lnTo>
                  <a:cubicBezTo>
                    <a:pt x="134491" y="50143"/>
                    <a:pt x="67596" y="-9793"/>
                    <a:pt x="0" y="133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285750" dist="9525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2400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128518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slideLayout" Target="../slideLayouts/slideLayout34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2.xml"/><Relationship Id="rId13" Type="http://schemas.openxmlformats.org/officeDocument/2006/relationships/theme" Target="../theme/theme4.xml"/><Relationship Id="rId3" Type="http://schemas.openxmlformats.org/officeDocument/2006/relationships/slideLayout" Target="../slideLayouts/slideLayout37.xml"/><Relationship Id="rId7" Type="http://schemas.openxmlformats.org/officeDocument/2006/relationships/slideLayout" Target="../slideLayouts/slideLayout41.xml"/><Relationship Id="rId12" Type="http://schemas.openxmlformats.org/officeDocument/2006/relationships/slideLayout" Target="../slideLayouts/slideLayout46.xml"/><Relationship Id="rId2" Type="http://schemas.openxmlformats.org/officeDocument/2006/relationships/slideLayout" Target="../slideLayouts/slideLayout36.xml"/><Relationship Id="rId1" Type="http://schemas.openxmlformats.org/officeDocument/2006/relationships/slideLayout" Target="../slideLayouts/slideLayout35.xml"/><Relationship Id="rId6" Type="http://schemas.openxmlformats.org/officeDocument/2006/relationships/slideLayout" Target="../slideLayouts/slideLayout40.xml"/><Relationship Id="rId11" Type="http://schemas.openxmlformats.org/officeDocument/2006/relationships/slideLayout" Target="../slideLayouts/slideLayout45.xml"/><Relationship Id="rId5" Type="http://schemas.openxmlformats.org/officeDocument/2006/relationships/slideLayout" Target="../slideLayouts/slideLayout39.xml"/><Relationship Id="rId10" Type="http://schemas.openxmlformats.org/officeDocument/2006/relationships/slideLayout" Target="../slideLayouts/slideLayout44.xml"/><Relationship Id="rId4" Type="http://schemas.openxmlformats.org/officeDocument/2006/relationships/slideLayout" Target="../slideLayouts/slideLayout38.xml"/><Relationship Id="rId9" Type="http://schemas.openxmlformats.org/officeDocument/2006/relationships/slideLayout" Target="../slideLayouts/slideLayout43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4.xml"/><Relationship Id="rId13" Type="http://schemas.openxmlformats.org/officeDocument/2006/relationships/theme" Target="../theme/theme5.xml"/><Relationship Id="rId3" Type="http://schemas.openxmlformats.org/officeDocument/2006/relationships/slideLayout" Target="../slideLayouts/slideLayout49.xml"/><Relationship Id="rId7" Type="http://schemas.openxmlformats.org/officeDocument/2006/relationships/slideLayout" Target="../slideLayouts/slideLayout53.xml"/><Relationship Id="rId12" Type="http://schemas.openxmlformats.org/officeDocument/2006/relationships/slideLayout" Target="../slideLayouts/slideLayout58.xml"/><Relationship Id="rId2" Type="http://schemas.openxmlformats.org/officeDocument/2006/relationships/slideLayout" Target="../slideLayouts/slideLayout48.xml"/><Relationship Id="rId1" Type="http://schemas.openxmlformats.org/officeDocument/2006/relationships/slideLayout" Target="../slideLayouts/slideLayout47.xml"/><Relationship Id="rId6" Type="http://schemas.openxmlformats.org/officeDocument/2006/relationships/slideLayout" Target="../slideLayouts/slideLayout52.xml"/><Relationship Id="rId11" Type="http://schemas.openxmlformats.org/officeDocument/2006/relationships/slideLayout" Target="../slideLayouts/slideLayout57.xml"/><Relationship Id="rId5" Type="http://schemas.openxmlformats.org/officeDocument/2006/relationships/slideLayout" Target="../slideLayouts/slideLayout51.xml"/><Relationship Id="rId10" Type="http://schemas.openxmlformats.org/officeDocument/2006/relationships/slideLayout" Target="../slideLayouts/slideLayout56.xml"/><Relationship Id="rId4" Type="http://schemas.openxmlformats.org/officeDocument/2006/relationships/slideLayout" Target="../slideLayouts/slideLayout50.xml"/><Relationship Id="rId9" Type="http://schemas.openxmlformats.org/officeDocument/2006/relationships/slideLayout" Target="../slideLayouts/slideLayout55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6.xml"/><Relationship Id="rId13" Type="http://schemas.openxmlformats.org/officeDocument/2006/relationships/theme" Target="../theme/theme6.xml"/><Relationship Id="rId3" Type="http://schemas.openxmlformats.org/officeDocument/2006/relationships/slideLayout" Target="../slideLayouts/slideLayout61.xml"/><Relationship Id="rId7" Type="http://schemas.openxmlformats.org/officeDocument/2006/relationships/slideLayout" Target="../slideLayouts/slideLayout65.xml"/><Relationship Id="rId12" Type="http://schemas.openxmlformats.org/officeDocument/2006/relationships/slideLayout" Target="../slideLayouts/slideLayout70.xml"/><Relationship Id="rId2" Type="http://schemas.openxmlformats.org/officeDocument/2006/relationships/slideLayout" Target="../slideLayouts/slideLayout60.xml"/><Relationship Id="rId1" Type="http://schemas.openxmlformats.org/officeDocument/2006/relationships/slideLayout" Target="../slideLayouts/slideLayout59.xml"/><Relationship Id="rId6" Type="http://schemas.openxmlformats.org/officeDocument/2006/relationships/slideLayout" Target="../slideLayouts/slideLayout64.xml"/><Relationship Id="rId11" Type="http://schemas.openxmlformats.org/officeDocument/2006/relationships/slideLayout" Target="../slideLayouts/slideLayout69.xml"/><Relationship Id="rId5" Type="http://schemas.openxmlformats.org/officeDocument/2006/relationships/slideLayout" Target="../slideLayouts/slideLayout63.xml"/><Relationship Id="rId10" Type="http://schemas.openxmlformats.org/officeDocument/2006/relationships/slideLayout" Target="../slideLayouts/slideLayout68.xml"/><Relationship Id="rId4" Type="http://schemas.openxmlformats.org/officeDocument/2006/relationships/slideLayout" Target="../slideLayouts/slideLayout62.xml"/><Relationship Id="rId9" Type="http://schemas.openxmlformats.org/officeDocument/2006/relationships/slideLayout" Target="../slideLayouts/slideLayout67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8.xml"/><Relationship Id="rId13" Type="http://schemas.openxmlformats.org/officeDocument/2006/relationships/theme" Target="../theme/theme7.xml"/><Relationship Id="rId3" Type="http://schemas.openxmlformats.org/officeDocument/2006/relationships/slideLayout" Target="../slideLayouts/slideLayout73.xml"/><Relationship Id="rId7" Type="http://schemas.openxmlformats.org/officeDocument/2006/relationships/slideLayout" Target="../slideLayouts/slideLayout77.xml"/><Relationship Id="rId12" Type="http://schemas.openxmlformats.org/officeDocument/2006/relationships/slideLayout" Target="../slideLayouts/slideLayout82.xml"/><Relationship Id="rId2" Type="http://schemas.openxmlformats.org/officeDocument/2006/relationships/slideLayout" Target="../slideLayouts/slideLayout72.xml"/><Relationship Id="rId1" Type="http://schemas.openxmlformats.org/officeDocument/2006/relationships/slideLayout" Target="../slideLayouts/slideLayout71.xml"/><Relationship Id="rId6" Type="http://schemas.openxmlformats.org/officeDocument/2006/relationships/slideLayout" Target="../slideLayouts/slideLayout76.xml"/><Relationship Id="rId11" Type="http://schemas.openxmlformats.org/officeDocument/2006/relationships/slideLayout" Target="../slideLayouts/slideLayout81.xml"/><Relationship Id="rId5" Type="http://schemas.openxmlformats.org/officeDocument/2006/relationships/slideLayout" Target="../slideLayouts/slideLayout75.xml"/><Relationship Id="rId10" Type="http://schemas.openxmlformats.org/officeDocument/2006/relationships/slideLayout" Target="../slideLayouts/slideLayout80.xml"/><Relationship Id="rId4" Type="http://schemas.openxmlformats.org/officeDocument/2006/relationships/slideLayout" Target="../slideLayouts/slideLayout74.xml"/><Relationship Id="rId9" Type="http://schemas.openxmlformats.org/officeDocument/2006/relationships/slideLayout" Target="../slideLayouts/slideLayout7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925A92-4742-4682-8747-4D8BC697126F}" type="datetimeFigureOut">
              <a:rPr lang="en-US" smtClean="0"/>
              <a:t>6/17/2020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9A9932-3839-4229-9C45-CC514D38C8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61121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609600" y="792567"/>
            <a:ext cx="6953600" cy="9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Kulim Park"/>
              <a:buNone/>
              <a:defRPr sz="2800" b="1">
                <a:solidFill>
                  <a:schemeClr val="dk1"/>
                </a:solidFill>
                <a:latin typeface="Kulim Park"/>
                <a:ea typeface="Kulim Park"/>
                <a:cs typeface="Kulim Park"/>
                <a:sym typeface="Kulim Park"/>
              </a:defRPr>
            </a:lvl1pPr>
            <a:lvl2pPr lvl="1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Kulim Park"/>
              <a:buNone/>
              <a:defRPr sz="2800" b="1">
                <a:solidFill>
                  <a:schemeClr val="dk1"/>
                </a:solidFill>
                <a:latin typeface="Kulim Park"/>
                <a:ea typeface="Kulim Park"/>
                <a:cs typeface="Kulim Park"/>
                <a:sym typeface="Kulim Park"/>
              </a:defRPr>
            </a:lvl2pPr>
            <a:lvl3pPr lvl="2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Kulim Park"/>
              <a:buNone/>
              <a:defRPr sz="2800" b="1">
                <a:solidFill>
                  <a:schemeClr val="dk1"/>
                </a:solidFill>
                <a:latin typeface="Kulim Park"/>
                <a:ea typeface="Kulim Park"/>
                <a:cs typeface="Kulim Park"/>
                <a:sym typeface="Kulim Park"/>
              </a:defRPr>
            </a:lvl3pPr>
            <a:lvl4pPr lvl="3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Kulim Park"/>
              <a:buNone/>
              <a:defRPr sz="2800" b="1">
                <a:solidFill>
                  <a:schemeClr val="dk1"/>
                </a:solidFill>
                <a:latin typeface="Kulim Park"/>
                <a:ea typeface="Kulim Park"/>
                <a:cs typeface="Kulim Park"/>
                <a:sym typeface="Kulim Park"/>
              </a:defRPr>
            </a:lvl4pPr>
            <a:lvl5pPr lvl="4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Kulim Park"/>
              <a:buNone/>
              <a:defRPr sz="2800" b="1">
                <a:solidFill>
                  <a:schemeClr val="dk1"/>
                </a:solidFill>
                <a:latin typeface="Kulim Park"/>
                <a:ea typeface="Kulim Park"/>
                <a:cs typeface="Kulim Park"/>
                <a:sym typeface="Kulim Park"/>
              </a:defRPr>
            </a:lvl5pPr>
            <a:lvl6pPr lvl="5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Kulim Park"/>
              <a:buNone/>
              <a:defRPr sz="2800" b="1">
                <a:solidFill>
                  <a:schemeClr val="dk1"/>
                </a:solidFill>
                <a:latin typeface="Kulim Park"/>
                <a:ea typeface="Kulim Park"/>
                <a:cs typeface="Kulim Park"/>
                <a:sym typeface="Kulim Park"/>
              </a:defRPr>
            </a:lvl6pPr>
            <a:lvl7pPr lvl="6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Kulim Park"/>
              <a:buNone/>
              <a:defRPr sz="2800" b="1">
                <a:solidFill>
                  <a:schemeClr val="dk1"/>
                </a:solidFill>
                <a:latin typeface="Kulim Park"/>
                <a:ea typeface="Kulim Park"/>
                <a:cs typeface="Kulim Park"/>
                <a:sym typeface="Kulim Park"/>
              </a:defRPr>
            </a:lvl7pPr>
            <a:lvl8pPr lvl="7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Kulim Park"/>
              <a:buNone/>
              <a:defRPr sz="2800" b="1">
                <a:solidFill>
                  <a:schemeClr val="dk1"/>
                </a:solidFill>
                <a:latin typeface="Kulim Park"/>
                <a:ea typeface="Kulim Park"/>
                <a:cs typeface="Kulim Park"/>
                <a:sym typeface="Kulim Park"/>
              </a:defRPr>
            </a:lvl8pPr>
            <a:lvl9pPr lvl="8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Kulim Park"/>
              <a:buNone/>
              <a:defRPr sz="2800" b="1">
                <a:solidFill>
                  <a:schemeClr val="dk1"/>
                </a:solidFill>
                <a:latin typeface="Kulim Park"/>
                <a:ea typeface="Kulim Park"/>
                <a:cs typeface="Kulim Park"/>
                <a:sym typeface="Kulim Park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609600" y="2123467"/>
            <a:ext cx="6953600" cy="39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4"/>
              </a:buClr>
              <a:buSzPts val="2200"/>
              <a:buFont typeface="Kulim Park Light"/>
              <a:buChar char="●"/>
              <a:defRPr sz="2200">
                <a:solidFill>
                  <a:schemeClr val="dk1"/>
                </a:solidFill>
                <a:latin typeface="Kulim Park Light"/>
                <a:ea typeface="Kulim Park Light"/>
                <a:cs typeface="Kulim Park Light"/>
                <a:sym typeface="Kulim Park Light"/>
              </a:defRPr>
            </a:lvl1pPr>
            <a:lvl2pPr marL="914400" lvl="1" indent="-3683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200"/>
              <a:buFont typeface="Kulim Park Light"/>
              <a:buChar char="○"/>
              <a:defRPr sz="2200">
                <a:solidFill>
                  <a:schemeClr val="dk1"/>
                </a:solidFill>
                <a:latin typeface="Kulim Park Light"/>
                <a:ea typeface="Kulim Park Light"/>
                <a:cs typeface="Kulim Park Light"/>
                <a:sym typeface="Kulim Park Light"/>
              </a:defRPr>
            </a:lvl2pPr>
            <a:lvl3pPr marL="1371600" lvl="2" indent="-3683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200"/>
              <a:buFont typeface="Kulim Park Light"/>
              <a:buChar char="■"/>
              <a:defRPr sz="2200">
                <a:solidFill>
                  <a:schemeClr val="dk1"/>
                </a:solidFill>
                <a:latin typeface="Kulim Park Light"/>
                <a:ea typeface="Kulim Park Light"/>
                <a:cs typeface="Kulim Park Light"/>
                <a:sym typeface="Kulim Park Light"/>
              </a:defRPr>
            </a:lvl3pPr>
            <a:lvl4pPr marL="1828800" lvl="3" indent="-3683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Kulim Park Light"/>
              <a:buChar char="●"/>
              <a:defRPr sz="2200">
                <a:solidFill>
                  <a:schemeClr val="dk1"/>
                </a:solidFill>
                <a:latin typeface="Kulim Park Light"/>
                <a:ea typeface="Kulim Park Light"/>
                <a:cs typeface="Kulim Park Light"/>
                <a:sym typeface="Kulim Park Light"/>
              </a:defRPr>
            </a:lvl4pPr>
            <a:lvl5pPr marL="2286000" lvl="4" indent="-3683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Kulim Park Light"/>
              <a:buChar char="○"/>
              <a:defRPr sz="2200">
                <a:solidFill>
                  <a:schemeClr val="dk1"/>
                </a:solidFill>
                <a:latin typeface="Kulim Park Light"/>
                <a:ea typeface="Kulim Park Light"/>
                <a:cs typeface="Kulim Park Light"/>
                <a:sym typeface="Kulim Park Light"/>
              </a:defRPr>
            </a:lvl5pPr>
            <a:lvl6pPr marL="2743200" lvl="5" indent="-3683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Kulim Park Light"/>
              <a:buChar char="■"/>
              <a:defRPr sz="2200">
                <a:solidFill>
                  <a:schemeClr val="dk1"/>
                </a:solidFill>
                <a:latin typeface="Kulim Park Light"/>
                <a:ea typeface="Kulim Park Light"/>
                <a:cs typeface="Kulim Park Light"/>
                <a:sym typeface="Kulim Park Light"/>
              </a:defRPr>
            </a:lvl6pPr>
            <a:lvl7pPr marL="3200400" lvl="6" indent="-3683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Kulim Park Light"/>
              <a:buChar char="●"/>
              <a:defRPr sz="2200">
                <a:solidFill>
                  <a:schemeClr val="dk1"/>
                </a:solidFill>
                <a:latin typeface="Kulim Park Light"/>
                <a:ea typeface="Kulim Park Light"/>
                <a:cs typeface="Kulim Park Light"/>
                <a:sym typeface="Kulim Park Light"/>
              </a:defRPr>
            </a:lvl7pPr>
            <a:lvl8pPr marL="3657600" lvl="7" indent="-3683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Kulim Park Light"/>
              <a:buChar char="○"/>
              <a:defRPr sz="2200">
                <a:solidFill>
                  <a:schemeClr val="dk1"/>
                </a:solidFill>
                <a:latin typeface="Kulim Park Light"/>
                <a:ea typeface="Kulim Park Light"/>
                <a:cs typeface="Kulim Park Light"/>
                <a:sym typeface="Kulim Park Light"/>
              </a:defRPr>
            </a:lvl8pPr>
            <a:lvl9pPr marL="4114800" lvl="8" indent="-3683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Kulim Park Light"/>
              <a:buChar char="■"/>
              <a:defRPr sz="2200">
                <a:solidFill>
                  <a:schemeClr val="dk1"/>
                </a:solidFill>
                <a:latin typeface="Kulim Park Light"/>
                <a:ea typeface="Kulim Park Light"/>
                <a:cs typeface="Kulim Park Light"/>
                <a:sym typeface="Kulim Park Light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11307445" y="6333135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 rtl="0">
              <a:buNone/>
              <a:defRPr sz="1733">
                <a:solidFill>
                  <a:schemeClr val="accent2"/>
                </a:solidFill>
                <a:latin typeface="Kulim Park Light"/>
                <a:ea typeface="Kulim Park Light"/>
                <a:cs typeface="Kulim Park Light"/>
                <a:sym typeface="Kulim Park Light"/>
              </a:defRPr>
            </a:lvl1pPr>
            <a:lvl2pPr lvl="1" algn="r" rtl="0">
              <a:buNone/>
              <a:defRPr sz="1733">
                <a:solidFill>
                  <a:schemeClr val="accent2"/>
                </a:solidFill>
                <a:latin typeface="Kulim Park Light"/>
                <a:ea typeface="Kulim Park Light"/>
                <a:cs typeface="Kulim Park Light"/>
                <a:sym typeface="Kulim Park Light"/>
              </a:defRPr>
            </a:lvl2pPr>
            <a:lvl3pPr lvl="2" algn="r" rtl="0">
              <a:buNone/>
              <a:defRPr sz="1733">
                <a:solidFill>
                  <a:schemeClr val="accent2"/>
                </a:solidFill>
                <a:latin typeface="Kulim Park Light"/>
                <a:ea typeface="Kulim Park Light"/>
                <a:cs typeface="Kulim Park Light"/>
                <a:sym typeface="Kulim Park Light"/>
              </a:defRPr>
            </a:lvl3pPr>
            <a:lvl4pPr lvl="3" algn="r" rtl="0">
              <a:buNone/>
              <a:defRPr sz="1733">
                <a:solidFill>
                  <a:schemeClr val="accent2"/>
                </a:solidFill>
                <a:latin typeface="Kulim Park Light"/>
                <a:ea typeface="Kulim Park Light"/>
                <a:cs typeface="Kulim Park Light"/>
                <a:sym typeface="Kulim Park Light"/>
              </a:defRPr>
            </a:lvl4pPr>
            <a:lvl5pPr lvl="4" algn="r" rtl="0">
              <a:buNone/>
              <a:defRPr sz="1733">
                <a:solidFill>
                  <a:schemeClr val="accent2"/>
                </a:solidFill>
                <a:latin typeface="Kulim Park Light"/>
                <a:ea typeface="Kulim Park Light"/>
                <a:cs typeface="Kulim Park Light"/>
                <a:sym typeface="Kulim Park Light"/>
              </a:defRPr>
            </a:lvl5pPr>
            <a:lvl6pPr lvl="5" algn="r" rtl="0">
              <a:buNone/>
              <a:defRPr sz="1733">
                <a:solidFill>
                  <a:schemeClr val="accent2"/>
                </a:solidFill>
                <a:latin typeface="Kulim Park Light"/>
                <a:ea typeface="Kulim Park Light"/>
                <a:cs typeface="Kulim Park Light"/>
                <a:sym typeface="Kulim Park Light"/>
              </a:defRPr>
            </a:lvl6pPr>
            <a:lvl7pPr lvl="6" algn="r" rtl="0">
              <a:buNone/>
              <a:defRPr sz="1733">
                <a:solidFill>
                  <a:schemeClr val="accent2"/>
                </a:solidFill>
                <a:latin typeface="Kulim Park Light"/>
                <a:ea typeface="Kulim Park Light"/>
                <a:cs typeface="Kulim Park Light"/>
                <a:sym typeface="Kulim Park Light"/>
              </a:defRPr>
            </a:lvl7pPr>
            <a:lvl8pPr lvl="7" algn="r" rtl="0">
              <a:buNone/>
              <a:defRPr sz="1733">
                <a:solidFill>
                  <a:schemeClr val="accent2"/>
                </a:solidFill>
                <a:latin typeface="Kulim Park Light"/>
                <a:ea typeface="Kulim Park Light"/>
                <a:cs typeface="Kulim Park Light"/>
                <a:sym typeface="Kulim Park Light"/>
              </a:defRPr>
            </a:lvl8pPr>
            <a:lvl9pPr lvl="8" algn="r" rtl="0">
              <a:buNone/>
              <a:defRPr sz="1733">
                <a:solidFill>
                  <a:schemeClr val="accent2"/>
                </a:solidFill>
                <a:latin typeface="Kulim Park Light"/>
                <a:ea typeface="Kulim Park Light"/>
                <a:cs typeface="Kulim Park Light"/>
                <a:sym typeface="Kulim Park Light"/>
              </a:defRPr>
            </a:lvl9pPr>
          </a:lstStyle>
          <a:p>
            <a:pPr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 kern="0">
                <a:solidFill>
                  <a:srgbClr val="CE0063"/>
                </a:solidFill>
              </a:rPr>
              <a:pPr>
                <a:buClr>
                  <a:srgbClr val="000000"/>
                </a:buClr>
                <a:buFont typeface="Arial"/>
                <a:buNone/>
              </a:pPr>
              <a:t>‹#›</a:t>
            </a:fld>
            <a:endParaRPr kern="0">
              <a:solidFill>
                <a:srgbClr val="CE006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97438455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transition>
    <p:fade thruBlk="1"/>
  </p:transition>
  <p:timing>
    <p:tnLst>
      <p:par>
        <p:cTn id="1" dur="indefinite" restart="never" nodeType="tmRoot"/>
      </p:par>
    </p:tnLst>
  </p:timing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609600" y="792567"/>
            <a:ext cx="6953600" cy="9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Kulim Park"/>
              <a:buNone/>
              <a:defRPr sz="2800" b="1">
                <a:solidFill>
                  <a:schemeClr val="dk1"/>
                </a:solidFill>
                <a:latin typeface="Kulim Park"/>
                <a:ea typeface="Kulim Park"/>
                <a:cs typeface="Kulim Park"/>
                <a:sym typeface="Kulim Park"/>
              </a:defRPr>
            </a:lvl1pPr>
            <a:lvl2pPr lvl="1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Kulim Park"/>
              <a:buNone/>
              <a:defRPr sz="2800" b="1">
                <a:solidFill>
                  <a:schemeClr val="dk1"/>
                </a:solidFill>
                <a:latin typeface="Kulim Park"/>
                <a:ea typeface="Kulim Park"/>
                <a:cs typeface="Kulim Park"/>
                <a:sym typeface="Kulim Park"/>
              </a:defRPr>
            </a:lvl2pPr>
            <a:lvl3pPr lvl="2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Kulim Park"/>
              <a:buNone/>
              <a:defRPr sz="2800" b="1">
                <a:solidFill>
                  <a:schemeClr val="dk1"/>
                </a:solidFill>
                <a:latin typeface="Kulim Park"/>
                <a:ea typeface="Kulim Park"/>
                <a:cs typeface="Kulim Park"/>
                <a:sym typeface="Kulim Park"/>
              </a:defRPr>
            </a:lvl3pPr>
            <a:lvl4pPr lvl="3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Kulim Park"/>
              <a:buNone/>
              <a:defRPr sz="2800" b="1">
                <a:solidFill>
                  <a:schemeClr val="dk1"/>
                </a:solidFill>
                <a:latin typeface="Kulim Park"/>
                <a:ea typeface="Kulim Park"/>
                <a:cs typeface="Kulim Park"/>
                <a:sym typeface="Kulim Park"/>
              </a:defRPr>
            </a:lvl4pPr>
            <a:lvl5pPr lvl="4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Kulim Park"/>
              <a:buNone/>
              <a:defRPr sz="2800" b="1">
                <a:solidFill>
                  <a:schemeClr val="dk1"/>
                </a:solidFill>
                <a:latin typeface="Kulim Park"/>
                <a:ea typeface="Kulim Park"/>
                <a:cs typeface="Kulim Park"/>
                <a:sym typeface="Kulim Park"/>
              </a:defRPr>
            </a:lvl5pPr>
            <a:lvl6pPr lvl="5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Kulim Park"/>
              <a:buNone/>
              <a:defRPr sz="2800" b="1">
                <a:solidFill>
                  <a:schemeClr val="dk1"/>
                </a:solidFill>
                <a:latin typeface="Kulim Park"/>
                <a:ea typeface="Kulim Park"/>
                <a:cs typeface="Kulim Park"/>
                <a:sym typeface="Kulim Park"/>
              </a:defRPr>
            </a:lvl6pPr>
            <a:lvl7pPr lvl="6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Kulim Park"/>
              <a:buNone/>
              <a:defRPr sz="2800" b="1">
                <a:solidFill>
                  <a:schemeClr val="dk1"/>
                </a:solidFill>
                <a:latin typeface="Kulim Park"/>
                <a:ea typeface="Kulim Park"/>
                <a:cs typeface="Kulim Park"/>
                <a:sym typeface="Kulim Park"/>
              </a:defRPr>
            </a:lvl7pPr>
            <a:lvl8pPr lvl="7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Kulim Park"/>
              <a:buNone/>
              <a:defRPr sz="2800" b="1">
                <a:solidFill>
                  <a:schemeClr val="dk1"/>
                </a:solidFill>
                <a:latin typeface="Kulim Park"/>
                <a:ea typeface="Kulim Park"/>
                <a:cs typeface="Kulim Park"/>
                <a:sym typeface="Kulim Park"/>
              </a:defRPr>
            </a:lvl8pPr>
            <a:lvl9pPr lvl="8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Kulim Park"/>
              <a:buNone/>
              <a:defRPr sz="2800" b="1">
                <a:solidFill>
                  <a:schemeClr val="dk1"/>
                </a:solidFill>
                <a:latin typeface="Kulim Park"/>
                <a:ea typeface="Kulim Park"/>
                <a:cs typeface="Kulim Park"/>
                <a:sym typeface="Kulim Park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609600" y="2123467"/>
            <a:ext cx="6953600" cy="39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4"/>
              </a:buClr>
              <a:buSzPts val="2200"/>
              <a:buFont typeface="Kulim Park Light"/>
              <a:buChar char="●"/>
              <a:defRPr sz="2200">
                <a:solidFill>
                  <a:schemeClr val="dk1"/>
                </a:solidFill>
                <a:latin typeface="Kulim Park Light"/>
                <a:ea typeface="Kulim Park Light"/>
                <a:cs typeface="Kulim Park Light"/>
                <a:sym typeface="Kulim Park Light"/>
              </a:defRPr>
            </a:lvl1pPr>
            <a:lvl2pPr marL="914400" lvl="1" indent="-3683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200"/>
              <a:buFont typeface="Kulim Park Light"/>
              <a:buChar char="○"/>
              <a:defRPr sz="2200">
                <a:solidFill>
                  <a:schemeClr val="dk1"/>
                </a:solidFill>
                <a:latin typeface="Kulim Park Light"/>
                <a:ea typeface="Kulim Park Light"/>
                <a:cs typeface="Kulim Park Light"/>
                <a:sym typeface="Kulim Park Light"/>
              </a:defRPr>
            </a:lvl2pPr>
            <a:lvl3pPr marL="1371600" lvl="2" indent="-3683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200"/>
              <a:buFont typeface="Kulim Park Light"/>
              <a:buChar char="■"/>
              <a:defRPr sz="2200">
                <a:solidFill>
                  <a:schemeClr val="dk1"/>
                </a:solidFill>
                <a:latin typeface="Kulim Park Light"/>
                <a:ea typeface="Kulim Park Light"/>
                <a:cs typeface="Kulim Park Light"/>
                <a:sym typeface="Kulim Park Light"/>
              </a:defRPr>
            </a:lvl3pPr>
            <a:lvl4pPr marL="1828800" lvl="3" indent="-3683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Kulim Park Light"/>
              <a:buChar char="●"/>
              <a:defRPr sz="2200">
                <a:solidFill>
                  <a:schemeClr val="dk1"/>
                </a:solidFill>
                <a:latin typeface="Kulim Park Light"/>
                <a:ea typeface="Kulim Park Light"/>
                <a:cs typeface="Kulim Park Light"/>
                <a:sym typeface="Kulim Park Light"/>
              </a:defRPr>
            </a:lvl4pPr>
            <a:lvl5pPr marL="2286000" lvl="4" indent="-3683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Kulim Park Light"/>
              <a:buChar char="○"/>
              <a:defRPr sz="2200">
                <a:solidFill>
                  <a:schemeClr val="dk1"/>
                </a:solidFill>
                <a:latin typeface="Kulim Park Light"/>
                <a:ea typeface="Kulim Park Light"/>
                <a:cs typeface="Kulim Park Light"/>
                <a:sym typeface="Kulim Park Light"/>
              </a:defRPr>
            </a:lvl5pPr>
            <a:lvl6pPr marL="2743200" lvl="5" indent="-3683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Kulim Park Light"/>
              <a:buChar char="■"/>
              <a:defRPr sz="2200">
                <a:solidFill>
                  <a:schemeClr val="dk1"/>
                </a:solidFill>
                <a:latin typeface="Kulim Park Light"/>
                <a:ea typeface="Kulim Park Light"/>
                <a:cs typeface="Kulim Park Light"/>
                <a:sym typeface="Kulim Park Light"/>
              </a:defRPr>
            </a:lvl6pPr>
            <a:lvl7pPr marL="3200400" lvl="6" indent="-3683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Kulim Park Light"/>
              <a:buChar char="●"/>
              <a:defRPr sz="2200">
                <a:solidFill>
                  <a:schemeClr val="dk1"/>
                </a:solidFill>
                <a:latin typeface="Kulim Park Light"/>
                <a:ea typeface="Kulim Park Light"/>
                <a:cs typeface="Kulim Park Light"/>
                <a:sym typeface="Kulim Park Light"/>
              </a:defRPr>
            </a:lvl7pPr>
            <a:lvl8pPr marL="3657600" lvl="7" indent="-3683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Kulim Park Light"/>
              <a:buChar char="○"/>
              <a:defRPr sz="2200">
                <a:solidFill>
                  <a:schemeClr val="dk1"/>
                </a:solidFill>
                <a:latin typeface="Kulim Park Light"/>
                <a:ea typeface="Kulim Park Light"/>
                <a:cs typeface="Kulim Park Light"/>
                <a:sym typeface="Kulim Park Light"/>
              </a:defRPr>
            </a:lvl8pPr>
            <a:lvl9pPr marL="4114800" lvl="8" indent="-3683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Kulim Park Light"/>
              <a:buChar char="■"/>
              <a:defRPr sz="2200">
                <a:solidFill>
                  <a:schemeClr val="dk1"/>
                </a:solidFill>
                <a:latin typeface="Kulim Park Light"/>
                <a:ea typeface="Kulim Park Light"/>
                <a:cs typeface="Kulim Park Light"/>
                <a:sym typeface="Kulim Park Light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11307445" y="6333135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 rtl="0">
              <a:buNone/>
              <a:defRPr sz="1733">
                <a:solidFill>
                  <a:schemeClr val="accent2"/>
                </a:solidFill>
                <a:latin typeface="Kulim Park Light"/>
                <a:ea typeface="Kulim Park Light"/>
                <a:cs typeface="Kulim Park Light"/>
                <a:sym typeface="Kulim Park Light"/>
              </a:defRPr>
            </a:lvl1pPr>
            <a:lvl2pPr lvl="1" algn="r" rtl="0">
              <a:buNone/>
              <a:defRPr sz="1733">
                <a:solidFill>
                  <a:schemeClr val="accent2"/>
                </a:solidFill>
                <a:latin typeface="Kulim Park Light"/>
                <a:ea typeface="Kulim Park Light"/>
                <a:cs typeface="Kulim Park Light"/>
                <a:sym typeface="Kulim Park Light"/>
              </a:defRPr>
            </a:lvl2pPr>
            <a:lvl3pPr lvl="2" algn="r" rtl="0">
              <a:buNone/>
              <a:defRPr sz="1733">
                <a:solidFill>
                  <a:schemeClr val="accent2"/>
                </a:solidFill>
                <a:latin typeface="Kulim Park Light"/>
                <a:ea typeface="Kulim Park Light"/>
                <a:cs typeface="Kulim Park Light"/>
                <a:sym typeface="Kulim Park Light"/>
              </a:defRPr>
            </a:lvl3pPr>
            <a:lvl4pPr lvl="3" algn="r" rtl="0">
              <a:buNone/>
              <a:defRPr sz="1733">
                <a:solidFill>
                  <a:schemeClr val="accent2"/>
                </a:solidFill>
                <a:latin typeface="Kulim Park Light"/>
                <a:ea typeface="Kulim Park Light"/>
                <a:cs typeface="Kulim Park Light"/>
                <a:sym typeface="Kulim Park Light"/>
              </a:defRPr>
            </a:lvl4pPr>
            <a:lvl5pPr lvl="4" algn="r" rtl="0">
              <a:buNone/>
              <a:defRPr sz="1733">
                <a:solidFill>
                  <a:schemeClr val="accent2"/>
                </a:solidFill>
                <a:latin typeface="Kulim Park Light"/>
                <a:ea typeface="Kulim Park Light"/>
                <a:cs typeface="Kulim Park Light"/>
                <a:sym typeface="Kulim Park Light"/>
              </a:defRPr>
            </a:lvl5pPr>
            <a:lvl6pPr lvl="5" algn="r" rtl="0">
              <a:buNone/>
              <a:defRPr sz="1733">
                <a:solidFill>
                  <a:schemeClr val="accent2"/>
                </a:solidFill>
                <a:latin typeface="Kulim Park Light"/>
                <a:ea typeface="Kulim Park Light"/>
                <a:cs typeface="Kulim Park Light"/>
                <a:sym typeface="Kulim Park Light"/>
              </a:defRPr>
            </a:lvl6pPr>
            <a:lvl7pPr lvl="6" algn="r" rtl="0">
              <a:buNone/>
              <a:defRPr sz="1733">
                <a:solidFill>
                  <a:schemeClr val="accent2"/>
                </a:solidFill>
                <a:latin typeface="Kulim Park Light"/>
                <a:ea typeface="Kulim Park Light"/>
                <a:cs typeface="Kulim Park Light"/>
                <a:sym typeface="Kulim Park Light"/>
              </a:defRPr>
            </a:lvl7pPr>
            <a:lvl8pPr lvl="7" algn="r" rtl="0">
              <a:buNone/>
              <a:defRPr sz="1733">
                <a:solidFill>
                  <a:schemeClr val="accent2"/>
                </a:solidFill>
                <a:latin typeface="Kulim Park Light"/>
                <a:ea typeface="Kulim Park Light"/>
                <a:cs typeface="Kulim Park Light"/>
                <a:sym typeface="Kulim Park Light"/>
              </a:defRPr>
            </a:lvl8pPr>
            <a:lvl9pPr lvl="8" algn="r" rtl="0">
              <a:buNone/>
              <a:defRPr sz="1733">
                <a:solidFill>
                  <a:schemeClr val="accent2"/>
                </a:solidFill>
                <a:latin typeface="Kulim Park Light"/>
                <a:ea typeface="Kulim Park Light"/>
                <a:cs typeface="Kulim Park Light"/>
                <a:sym typeface="Kulim Park Light"/>
              </a:defRPr>
            </a:lvl9pPr>
          </a:lstStyle>
          <a:p>
            <a:pPr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 kern="0">
                <a:solidFill>
                  <a:srgbClr val="CE0063"/>
                </a:solidFill>
              </a:rPr>
              <a:pPr>
                <a:buClr>
                  <a:srgbClr val="000000"/>
                </a:buClr>
                <a:buFont typeface="Arial"/>
                <a:buNone/>
              </a:pPr>
              <a:t>‹#›</a:t>
            </a:fld>
            <a:endParaRPr kern="0">
              <a:solidFill>
                <a:srgbClr val="CE006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98498899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</p:sldLayoutIdLst>
  <p:transition>
    <p:fade thruBlk="1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609600" y="792567"/>
            <a:ext cx="6953600" cy="9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Kulim Park"/>
              <a:buNone/>
              <a:defRPr sz="2800" b="1">
                <a:solidFill>
                  <a:schemeClr val="dk1"/>
                </a:solidFill>
                <a:latin typeface="Kulim Park"/>
                <a:ea typeface="Kulim Park"/>
                <a:cs typeface="Kulim Park"/>
                <a:sym typeface="Kulim Park"/>
              </a:defRPr>
            </a:lvl1pPr>
            <a:lvl2pPr lvl="1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Kulim Park"/>
              <a:buNone/>
              <a:defRPr sz="2800" b="1">
                <a:solidFill>
                  <a:schemeClr val="dk1"/>
                </a:solidFill>
                <a:latin typeface="Kulim Park"/>
                <a:ea typeface="Kulim Park"/>
                <a:cs typeface="Kulim Park"/>
                <a:sym typeface="Kulim Park"/>
              </a:defRPr>
            </a:lvl2pPr>
            <a:lvl3pPr lvl="2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Kulim Park"/>
              <a:buNone/>
              <a:defRPr sz="2800" b="1">
                <a:solidFill>
                  <a:schemeClr val="dk1"/>
                </a:solidFill>
                <a:latin typeface="Kulim Park"/>
                <a:ea typeface="Kulim Park"/>
                <a:cs typeface="Kulim Park"/>
                <a:sym typeface="Kulim Park"/>
              </a:defRPr>
            </a:lvl3pPr>
            <a:lvl4pPr lvl="3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Kulim Park"/>
              <a:buNone/>
              <a:defRPr sz="2800" b="1">
                <a:solidFill>
                  <a:schemeClr val="dk1"/>
                </a:solidFill>
                <a:latin typeface="Kulim Park"/>
                <a:ea typeface="Kulim Park"/>
                <a:cs typeface="Kulim Park"/>
                <a:sym typeface="Kulim Park"/>
              </a:defRPr>
            </a:lvl4pPr>
            <a:lvl5pPr lvl="4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Kulim Park"/>
              <a:buNone/>
              <a:defRPr sz="2800" b="1">
                <a:solidFill>
                  <a:schemeClr val="dk1"/>
                </a:solidFill>
                <a:latin typeface="Kulim Park"/>
                <a:ea typeface="Kulim Park"/>
                <a:cs typeface="Kulim Park"/>
                <a:sym typeface="Kulim Park"/>
              </a:defRPr>
            </a:lvl5pPr>
            <a:lvl6pPr lvl="5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Kulim Park"/>
              <a:buNone/>
              <a:defRPr sz="2800" b="1">
                <a:solidFill>
                  <a:schemeClr val="dk1"/>
                </a:solidFill>
                <a:latin typeface="Kulim Park"/>
                <a:ea typeface="Kulim Park"/>
                <a:cs typeface="Kulim Park"/>
                <a:sym typeface="Kulim Park"/>
              </a:defRPr>
            </a:lvl6pPr>
            <a:lvl7pPr lvl="6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Kulim Park"/>
              <a:buNone/>
              <a:defRPr sz="2800" b="1">
                <a:solidFill>
                  <a:schemeClr val="dk1"/>
                </a:solidFill>
                <a:latin typeface="Kulim Park"/>
                <a:ea typeface="Kulim Park"/>
                <a:cs typeface="Kulim Park"/>
                <a:sym typeface="Kulim Park"/>
              </a:defRPr>
            </a:lvl7pPr>
            <a:lvl8pPr lvl="7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Kulim Park"/>
              <a:buNone/>
              <a:defRPr sz="2800" b="1">
                <a:solidFill>
                  <a:schemeClr val="dk1"/>
                </a:solidFill>
                <a:latin typeface="Kulim Park"/>
                <a:ea typeface="Kulim Park"/>
                <a:cs typeface="Kulim Park"/>
                <a:sym typeface="Kulim Park"/>
              </a:defRPr>
            </a:lvl8pPr>
            <a:lvl9pPr lvl="8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Kulim Park"/>
              <a:buNone/>
              <a:defRPr sz="2800" b="1">
                <a:solidFill>
                  <a:schemeClr val="dk1"/>
                </a:solidFill>
                <a:latin typeface="Kulim Park"/>
                <a:ea typeface="Kulim Park"/>
                <a:cs typeface="Kulim Park"/>
                <a:sym typeface="Kulim Park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609600" y="2123467"/>
            <a:ext cx="6953600" cy="39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4"/>
              </a:buClr>
              <a:buSzPts val="2200"/>
              <a:buFont typeface="Kulim Park Light"/>
              <a:buChar char="●"/>
              <a:defRPr sz="2200">
                <a:solidFill>
                  <a:schemeClr val="dk1"/>
                </a:solidFill>
                <a:latin typeface="Kulim Park Light"/>
                <a:ea typeface="Kulim Park Light"/>
                <a:cs typeface="Kulim Park Light"/>
                <a:sym typeface="Kulim Park Light"/>
              </a:defRPr>
            </a:lvl1pPr>
            <a:lvl2pPr marL="914400" lvl="1" indent="-3683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200"/>
              <a:buFont typeface="Kulim Park Light"/>
              <a:buChar char="○"/>
              <a:defRPr sz="2200">
                <a:solidFill>
                  <a:schemeClr val="dk1"/>
                </a:solidFill>
                <a:latin typeface="Kulim Park Light"/>
                <a:ea typeface="Kulim Park Light"/>
                <a:cs typeface="Kulim Park Light"/>
                <a:sym typeface="Kulim Park Light"/>
              </a:defRPr>
            </a:lvl2pPr>
            <a:lvl3pPr marL="1371600" lvl="2" indent="-3683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200"/>
              <a:buFont typeface="Kulim Park Light"/>
              <a:buChar char="■"/>
              <a:defRPr sz="2200">
                <a:solidFill>
                  <a:schemeClr val="dk1"/>
                </a:solidFill>
                <a:latin typeface="Kulim Park Light"/>
                <a:ea typeface="Kulim Park Light"/>
                <a:cs typeface="Kulim Park Light"/>
                <a:sym typeface="Kulim Park Light"/>
              </a:defRPr>
            </a:lvl3pPr>
            <a:lvl4pPr marL="1828800" lvl="3" indent="-3683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Kulim Park Light"/>
              <a:buChar char="●"/>
              <a:defRPr sz="2200">
                <a:solidFill>
                  <a:schemeClr val="dk1"/>
                </a:solidFill>
                <a:latin typeface="Kulim Park Light"/>
                <a:ea typeface="Kulim Park Light"/>
                <a:cs typeface="Kulim Park Light"/>
                <a:sym typeface="Kulim Park Light"/>
              </a:defRPr>
            </a:lvl4pPr>
            <a:lvl5pPr marL="2286000" lvl="4" indent="-3683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Kulim Park Light"/>
              <a:buChar char="○"/>
              <a:defRPr sz="2200">
                <a:solidFill>
                  <a:schemeClr val="dk1"/>
                </a:solidFill>
                <a:latin typeface="Kulim Park Light"/>
                <a:ea typeface="Kulim Park Light"/>
                <a:cs typeface="Kulim Park Light"/>
                <a:sym typeface="Kulim Park Light"/>
              </a:defRPr>
            </a:lvl5pPr>
            <a:lvl6pPr marL="2743200" lvl="5" indent="-3683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Kulim Park Light"/>
              <a:buChar char="■"/>
              <a:defRPr sz="2200">
                <a:solidFill>
                  <a:schemeClr val="dk1"/>
                </a:solidFill>
                <a:latin typeface="Kulim Park Light"/>
                <a:ea typeface="Kulim Park Light"/>
                <a:cs typeface="Kulim Park Light"/>
                <a:sym typeface="Kulim Park Light"/>
              </a:defRPr>
            </a:lvl6pPr>
            <a:lvl7pPr marL="3200400" lvl="6" indent="-3683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Kulim Park Light"/>
              <a:buChar char="●"/>
              <a:defRPr sz="2200">
                <a:solidFill>
                  <a:schemeClr val="dk1"/>
                </a:solidFill>
                <a:latin typeface="Kulim Park Light"/>
                <a:ea typeface="Kulim Park Light"/>
                <a:cs typeface="Kulim Park Light"/>
                <a:sym typeface="Kulim Park Light"/>
              </a:defRPr>
            </a:lvl7pPr>
            <a:lvl8pPr marL="3657600" lvl="7" indent="-3683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Kulim Park Light"/>
              <a:buChar char="○"/>
              <a:defRPr sz="2200">
                <a:solidFill>
                  <a:schemeClr val="dk1"/>
                </a:solidFill>
                <a:latin typeface="Kulim Park Light"/>
                <a:ea typeface="Kulim Park Light"/>
                <a:cs typeface="Kulim Park Light"/>
                <a:sym typeface="Kulim Park Light"/>
              </a:defRPr>
            </a:lvl8pPr>
            <a:lvl9pPr marL="4114800" lvl="8" indent="-3683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Kulim Park Light"/>
              <a:buChar char="■"/>
              <a:defRPr sz="2200">
                <a:solidFill>
                  <a:schemeClr val="dk1"/>
                </a:solidFill>
                <a:latin typeface="Kulim Park Light"/>
                <a:ea typeface="Kulim Park Light"/>
                <a:cs typeface="Kulim Park Light"/>
                <a:sym typeface="Kulim Park Light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11307445" y="6333135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 rtl="0">
              <a:buNone/>
              <a:defRPr sz="1733">
                <a:solidFill>
                  <a:schemeClr val="accent2"/>
                </a:solidFill>
                <a:latin typeface="Kulim Park Light"/>
                <a:ea typeface="Kulim Park Light"/>
                <a:cs typeface="Kulim Park Light"/>
                <a:sym typeface="Kulim Park Light"/>
              </a:defRPr>
            </a:lvl1pPr>
            <a:lvl2pPr lvl="1" algn="r" rtl="0">
              <a:buNone/>
              <a:defRPr sz="1733">
                <a:solidFill>
                  <a:schemeClr val="accent2"/>
                </a:solidFill>
                <a:latin typeface="Kulim Park Light"/>
                <a:ea typeface="Kulim Park Light"/>
                <a:cs typeface="Kulim Park Light"/>
                <a:sym typeface="Kulim Park Light"/>
              </a:defRPr>
            </a:lvl2pPr>
            <a:lvl3pPr lvl="2" algn="r" rtl="0">
              <a:buNone/>
              <a:defRPr sz="1733">
                <a:solidFill>
                  <a:schemeClr val="accent2"/>
                </a:solidFill>
                <a:latin typeface="Kulim Park Light"/>
                <a:ea typeface="Kulim Park Light"/>
                <a:cs typeface="Kulim Park Light"/>
                <a:sym typeface="Kulim Park Light"/>
              </a:defRPr>
            </a:lvl3pPr>
            <a:lvl4pPr lvl="3" algn="r" rtl="0">
              <a:buNone/>
              <a:defRPr sz="1733">
                <a:solidFill>
                  <a:schemeClr val="accent2"/>
                </a:solidFill>
                <a:latin typeface="Kulim Park Light"/>
                <a:ea typeface="Kulim Park Light"/>
                <a:cs typeface="Kulim Park Light"/>
                <a:sym typeface="Kulim Park Light"/>
              </a:defRPr>
            </a:lvl4pPr>
            <a:lvl5pPr lvl="4" algn="r" rtl="0">
              <a:buNone/>
              <a:defRPr sz="1733">
                <a:solidFill>
                  <a:schemeClr val="accent2"/>
                </a:solidFill>
                <a:latin typeface="Kulim Park Light"/>
                <a:ea typeface="Kulim Park Light"/>
                <a:cs typeface="Kulim Park Light"/>
                <a:sym typeface="Kulim Park Light"/>
              </a:defRPr>
            </a:lvl5pPr>
            <a:lvl6pPr lvl="5" algn="r" rtl="0">
              <a:buNone/>
              <a:defRPr sz="1733">
                <a:solidFill>
                  <a:schemeClr val="accent2"/>
                </a:solidFill>
                <a:latin typeface="Kulim Park Light"/>
                <a:ea typeface="Kulim Park Light"/>
                <a:cs typeface="Kulim Park Light"/>
                <a:sym typeface="Kulim Park Light"/>
              </a:defRPr>
            </a:lvl6pPr>
            <a:lvl7pPr lvl="6" algn="r" rtl="0">
              <a:buNone/>
              <a:defRPr sz="1733">
                <a:solidFill>
                  <a:schemeClr val="accent2"/>
                </a:solidFill>
                <a:latin typeface="Kulim Park Light"/>
                <a:ea typeface="Kulim Park Light"/>
                <a:cs typeface="Kulim Park Light"/>
                <a:sym typeface="Kulim Park Light"/>
              </a:defRPr>
            </a:lvl7pPr>
            <a:lvl8pPr lvl="7" algn="r" rtl="0">
              <a:buNone/>
              <a:defRPr sz="1733">
                <a:solidFill>
                  <a:schemeClr val="accent2"/>
                </a:solidFill>
                <a:latin typeface="Kulim Park Light"/>
                <a:ea typeface="Kulim Park Light"/>
                <a:cs typeface="Kulim Park Light"/>
                <a:sym typeface="Kulim Park Light"/>
              </a:defRPr>
            </a:lvl8pPr>
            <a:lvl9pPr lvl="8" algn="r" rtl="0">
              <a:buNone/>
              <a:defRPr sz="1733">
                <a:solidFill>
                  <a:schemeClr val="accent2"/>
                </a:solidFill>
                <a:latin typeface="Kulim Park Light"/>
                <a:ea typeface="Kulim Park Light"/>
                <a:cs typeface="Kulim Park Light"/>
                <a:sym typeface="Kulim Park Light"/>
              </a:defRPr>
            </a:lvl9pPr>
          </a:lstStyle>
          <a:p>
            <a:pPr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 kern="0">
                <a:solidFill>
                  <a:srgbClr val="CE0063"/>
                </a:solidFill>
              </a:rPr>
              <a:pPr>
                <a:buClr>
                  <a:srgbClr val="000000"/>
                </a:buClr>
                <a:buFont typeface="Arial"/>
                <a:buNone/>
              </a:pPr>
              <a:t>‹#›</a:t>
            </a:fld>
            <a:endParaRPr kern="0">
              <a:solidFill>
                <a:srgbClr val="CE006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12124944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</p:sldLayoutIdLst>
  <p:transition>
    <p:fade thruBlk="1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609600" y="792567"/>
            <a:ext cx="6953600" cy="9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Kulim Park"/>
              <a:buNone/>
              <a:defRPr sz="2800" b="1">
                <a:solidFill>
                  <a:schemeClr val="dk1"/>
                </a:solidFill>
                <a:latin typeface="Kulim Park"/>
                <a:ea typeface="Kulim Park"/>
                <a:cs typeface="Kulim Park"/>
                <a:sym typeface="Kulim Park"/>
              </a:defRPr>
            </a:lvl1pPr>
            <a:lvl2pPr lvl="1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Kulim Park"/>
              <a:buNone/>
              <a:defRPr sz="2800" b="1">
                <a:solidFill>
                  <a:schemeClr val="dk1"/>
                </a:solidFill>
                <a:latin typeface="Kulim Park"/>
                <a:ea typeface="Kulim Park"/>
                <a:cs typeface="Kulim Park"/>
                <a:sym typeface="Kulim Park"/>
              </a:defRPr>
            </a:lvl2pPr>
            <a:lvl3pPr lvl="2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Kulim Park"/>
              <a:buNone/>
              <a:defRPr sz="2800" b="1">
                <a:solidFill>
                  <a:schemeClr val="dk1"/>
                </a:solidFill>
                <a:latin typeface="Kulim Park"/>
                <a:ea typeface="Kulim Park"/>
                <a:cs typeface="Kulim Park"/>
                <a:sym typeface="Kulim Park"/>
              </a:defRPr>
            </a:lvl3pPr>
            <a:lvl4pPr lvl="3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Kulim Park"/>
              <a:buNone/>
              <a:defRPr sz="2800" b="1">
                <a:solidFill>
                  <a:schemeClr val="dk1"/>
                </a:solidFill>
                <a:latin typeface="Kulim Park"/>
                <a:ea typeface="Kulim Park"/>
                <a:cs typeface="Kulim Park"/>
                <a:sym typeface="Kulim Park"/>
              </a:defRPr>
            </a:lvl4pPr>
            <a:lvl5pPr lvl="4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Kulim Park"/>
              <a:buNone/>
              <a:defRPr sz="2800" b="1">
                <a:solidFill>
                  <a:schemeClr val="dk1"/>
                </a:solidFill>
                <a:latin typeface="Kulim Park"/>
                <a:ea typeface="Kulim Park"/>
                <a:cs typeface="Kulim Park"/>
                <a:sym typeface="Kulim Park"/>
              </a:defRPr>
            </a:lvl5pPr>
            <a:lvl6pPr lvl="5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Kulim Park"/>
              <a:buNone/>
              <a:defRPr sz="2800" b="1">
                <a:solidFill>
                  <a:schemeClr val="dk1"/>
                </a:solidFill>
                <a:latin typeface="Kulim Park"/>
                <a:ea typeface="Kulim Park"/>
                <a:cs typeface="Kulim Park"/>
                <a:sym typeface="Kulim Park"/>
              </a:defRPr>
            </a:lvl6pPr>
            <a:lvl7pPr lvl="6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Kulim Park"/>
              <a:buNone/>
              <a:defRPr sz="2800" b="1">
                <a:solidFill>
                  <a:schemeClr val="dk1"/>
                </a:solidFill>
                <a:latin typeface="Kulim Park"/>
                <a:ea typeface="Kulim Park"/>
                <a:cs typeface="Kulim Park"/>
                <a:sym typeface="Kulim Park"/>
              </a:defRPr>
            </a:lvl7pPr>
            <a:lvl8pPr lvl="7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Kulim Park"/>
              <a:buNone/>
              <a:defRPr sz="2800" b="1">
                <a:solidFill>
                  <a:schemeClr val="dk1"/>
                </a:solidFill>
                <a:latin typeface="Kulim Park"/>
                <a:ea typeface="Kulim Park"/>
                <a:cs typeface="Kulim Park"/>
                <a:sym typeface="Kulim Park"/>
              </a:defRPr>
            </a:lvl8pPr>
            <a:lvl9pPr lvl="8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Kulim Park"/>
              <a:buNone/>
              <a:defRPr sz="2800" b="1">
                <a:solidFill>
                  <a:schemeClr val="dk1"/>
                </a:solidFill>
                <a:latin typeface="Kulim Park"/>
                <a:ea typeface="Kulim Park"/>
                <a:cs typeface="Kulim Park"/>
                <a:sym typeface="Kulim Park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609600" y="2123467"/>
            <a:ext cx="6953600" cy="39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4"/>
              </a:buClr>
              <a:buSzPts val="2200"/>
              <a:buFont typeface="Kulim Park Light"/>
              <a:buChar char="●"/>
              <a:defRPr sz="2200">
                <a:solidFill>
                  <a:schemeClr val="dk1"/>
                </a:solidFill>
                <a:latin typeface="Kulim Park Light"/>
                <a:ea typeface="Kulim Park Light"/>
                <a:cs typeface="Kulim Park Light"/>
                <a:sym typeface="Kulim Park Light"/>
              </a:defRPr>
            </a:lvl1pPr>
            <a:lvl2pPr marL="914400" lvl="1" indent="-3683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200"/>
              <a:buFont typeface="Kulim Park Light"/>
              <a:buChar char="○"/>
              <a:defRPr sz="2200">
                <a:solidFill>
                  <a:schemeClr val="dk1"/>
                </a:solidFill>
                <a:latin typeface="Kulim Park Light"/>
                <a:ea typeface="Kulim Park Light"/>
                <a:cs typeface="Kulim Park Light"/>
                <a:sym typeface="Kulim Park Light"/>
              </a:defRPr>
            </a:lvl2pPr>
            <a:lvl3pPr marL="1371600" lvl="2" indent="-3683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200"/>
              <a:buFont typeface="Kulim Park Light"/>
              <a:buChar char="■"/>
              <a:defRPr sz="2200">
                <a:solidFill>
                  <a:schemeClr val="dk1"/>
                </a:solidFill>
                <a:latin typeface="Kulim Park Light"/>
                <a:ea typeface="Kulim Park Light"/>
                <a:cs typeface="Kulim Park Light"/>
                <a:sym typeface="Kulim Park Light"/>
              </a:defRPr>
            </a:lvl3pPr>
            <a:lvl4pPr marL="1828800" lvl="3" indent="-3683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Kulim Park Light"/>
              <a:buChar char="●"/>
              <a:defRPr sz="2200">
                <a:solidFill>
                  <a:schemeClr val="dk1"/>
                </a:solidFill>
                <a:latin typeface="Kulim Park Light"/>
                <a:ea typeface="Kulim Park Light"/>
                <a:cs typeface="Kulim Park Light"/>
                <a:sym typeface="Kulim Park Light"/>
              </a:defRPr>
            </a:lvl4pPr>
            <a:lvl5pPr marL="2286000" lvl="4" indent="-3683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Kulim Park Light"/>
              <a:buChar char="○"/>
              <a:defRPr sz="2200">
                <a:solidFill>
                  <a:schemeClr val="dk1"/>
                </a:solidFill>
                <a:latin typeface="Kulim Park Light"/>
                <a:ea typeface="Kulim Park Light"/>
                <a:cs typeface="Kulim Park Light"/>
                <a:sym typeface="Kulim Park Light"/>
              </a:defRPr>
            </a:lvl5pPr>
            <a:lvl6pPr marL="2743200" lvl="5" indent="-3683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Kulim Park Light"/>
              <a:buChar char="■"/>
              <a:defRPr sz="2200">
                <a:solidFill>
                  <a:schemeClr val="dk1"/>
                </a:solidFill>
                <a:latin typeface="Kulim Park Light"/>
                <a:ea typeface="Kulim Park Light"/>
                <a:cs typeface="Kulim Park Light"/>
                <a:sym typeface="Kulim Park Light"/>
              </a:defRPr>
            </a:lvl6pPr>
            <a:lvl7pPr marL="3200400" lvl="6" indent="-3683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Kulim Park Light"/>
              <a:buChar char="●"/>
              <a:defRPr sz="2200">
                <a:solidFill>
                  <a:schemeClr val="dk1"/>
                </a:solidFill>
                <a:latin typeface="Kulim Park Light"/>
                <a:ea typeface="Kulim Park Light"/>
                <a:cs typeface="Kulim Park Light"/>
                <a:sym typeface="Kulim Park Light"/>
              </a:defRPr>
            </a:lvl7pPr>
            <a:lvl8pPr marL="3657600" lvl="7" indent="-3683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Kulim Park Light"/>
              <a:buChar char="○"/>
              <a:defRPr sz="2200">
                <a:solidFill>
                  <a:schemeClr val="dk1"/>
                </a:solidFill>
                <a:latin typeface="Kulim Park Light"/>
                <a:ea typeface="Kulim Park Light"/>
                <a:cs typeface="Kulim Park Light"/>
                <a:sym typeface="Kulim Park Light"/>
              </a:defRPr>
            </a:lvl8pPr>
            <a:lvl9pPr marL="4114800" lvl="8" indent="-3683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Kulim Park Light"/>
              <a:buChar char="■"/>
              <a:defRPr sz="2200">
                <a:solidFill>
                  <a:schemeClr val="dk1"/>
                </a:solidFill>
                <a:latin typeface="Kulim Park Light"/>
                <a:ea typeface="Kulim Park Light"/>
                <a:cs typeface="Kulim Park Light"/>
                <a:sym typeface="Kulim Park Light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11307445" y="6333135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 rtl="0">
              <a:buNone/>
              <a:defRPr sz="1733">
                <a:solidFill>
                  <a:schemeClr val="accent2"/>
                </a:solidFill>
                <a:latin typeface="Kulim Park Light"/>
                <a:ea typeface="Kulim Park Light"/>
                <a:cs typeface="Kulim Park Light"/>
                <a:sym typeface="Kulim Park Light"/>
              </a:defRPr>
            </a:lvl1pPr>
            <a:lvl2pPr lvl="1" algn="r" rtl="0">
              <a:buNone/>
              <a:defRPr sz="1733">
                <a:solidFill>
                  <a:schemeClr val="accent2"/>
                </a:solidFill>
                <a:latin typeface="Kulim Park Light"/>
                <a:ea typeface="Kulim Park Light"/>
                <a:cs typeface="Kulim Park Light"/>
                <a:sym typeface="Kulim Park Light"/>
              </a:defRPr>
            </a:lvl2pPr>
            <a:lvl3pPr lvl="2" algn="r" rtl="0">
              <a:buNone/>
              <a:defRPr sz="1733">
                <a:solidFill>
                  <a:schemeClr val="accent2"/>
                </a:solidFill>
                <a:latin typeface="Kulim Park Light"/>
                <a:ea typeface="Kulim Park Light"/>
                <a:cs typeface="Kulim Park Light"/>
                <a:sym typeface="Kulim Park Light"/>
              </a:defRPr>
            </a:lvl3pPr>
            <a:lvl4pPr lvl="3" algn="r" rtl="0">
              <a:buNone/>
              <a:defRPr sz="1733">
                <a:solidFill>
                  <a:schemeClr val="accent2"/>
                </a:solidFill>
                <a:latin typeface="Kulim Park Light"/>
                <a:ea typeface="Kulim Park Light"/>
                <a:cs typeface="Kulim Park Light"/>
                <a:sym typeface="Kulim Park Light"/>
              </a:defRPr>
            </a:lvl4pPr>
            <a:lvl5pPr lvl="4" algn="r" rtl="0">
              <a:buNone/>
              <a:defRPr sz="1733">
                <a:solidFill>
                  <a:schemeClr val="accent2"/>
                </a:solidFill>
                <a:latin typeface="Kulim Park Light"/>
                <a:ea typeface="Kulim Park Light"/>
                <a:cs typeface="Kulim Park Light"/>
                <a:sym typeface="Kulim Park Light"/>
              </a:defRPr>
            </a:lvl5pPr>
            <a:lvl6pPr lvl="5" algn="r" rtl="0">
              <a:buNone/>
              <a:defRPr sz="1733">
                <a:solidFill>
                  <a:schemeClr val="accent2"/>
                </a:solidFill>
                <a:latin typeface="Kulim Park Light"/>
                <a:ea typeface="Kulim Park Light"/>
                <a:cs typeface="Kulim Park Light"/>
                <a:sym typeface="Kulim Park Light"/>
              </a:defRPr>
            </a:lvl6pPr>
            <a:lvl7pPr lvl="6" algn="r" rtl="0">
              <a:buNone/>
              <a:defRPr sz="1733">
                <a:solidFill>
                  <a:schemeClr val="accent2"/>
                </a:solidFill>
                <a:latin typeface="Kulim Park Light"/>
                <a:ea typeface="Kulim Park Light"/>
                <a:cs typeface="Kulim Park Light"/>
                <a:sym typeface="Kulim Park Light"/>
              </a:defRPr>
            </a:lvl7pPr>
            <a:lvl8pPr lvl="7" algn="r" rtl="0">
              <a:buNone/>
              <a:defRPr sz="1733">
                <a:solidFill>
                  <a:schemeClr val="accent2"/>
                </a:solidFill>
                <a:latin typeface="Kulim Park Light"/>
                <a:ea typeface="Kulim Park Light"/>
                <a:cs typeface="Kulim Park Light"/>
                <a:sym typeface="Kulim Park Light"/>
              </a:defRPr>
            </a:lvl8pPr>
            <a:lvl9pPr lvl="8" algn="r" rtl="0">
              <a:buNone/>
              <a:defRPr sz="1733">
                <a:solidFill>
                  <a:schemeClr val="accent2"/>
                </a:solidFill>
                <a:latin typeface="Kulim Park Light"/>
                <a:ea typeface="Kulim Park Light"/>
                <a:cs typeface="Kulim Park Light"/>
                <a:sym typeface="Kulim Park Light"/>
              </a:defRPr>
            </a:lvl9pPr>
          </a:lstStyle>
          <a:p>
            <a:pPr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 kern="0">
                <a:solidFill>
                  <a:srgbClr val="CE0063"/>
                </a:solidFill>
              </a:rPr>
              <a:pPr>
                <a:buClr>
                  <a:srgbClr val="000000"/>
                </a:buClr>
                <a:buFont typeface="Arial"/>
                <a:buNone/>
              </a:pPr>
              <a:t>‹#›</a:t>
            </a:fld>
            <a:endParaRPr kern="0">
              <a:solidFill>
                <a:srgbClr val="CE006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78030052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700" r:id="rId1"/>
    <p:sldLayoutId id="2147483701" r:id="rId2"/>
    <p:sldLayoutId id="2147483702" r:id="rId3"/>
    <p:sldLayoutId id="2147483703" r:id="rId4"/>
    <p:sldLayoutId id="2147483704" r:id="rId5"/>
    <p:sldLayoutId id="2147483705" r:id="rId6"/>
    <p:sldLayoutId id="2147483706" r:id="rId7"/>
    <p:sldLayoutId id="2147483707" r:id="rId8"/>
    <p:sldLayoutId id="2147483708" r:id="rId9"/>
    <p:sldLayoutId id="2147483709" r:id="rId10"/>
    <p:sldLayoutId id="2147483710" r:id="rId11"/>
    <p:sldLayoutId id="2147483711" r:id="rId12"/>
  </p:sldLayoutIdLst>
  <p:transition>
    <p:fade thruBlk="1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609600" y="792567"/>
            <a:ext cx="6953600" cy="9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Kulim Park"/>
              <a:buNone/>
              <a:defRPr sz="2800" b="1">
                <a:solidFill>
                  <a:schemeClr val="dk1"/>
                </a:solidFill>
                <a:latin typeface="Kulim Park"/>
                <a:ea typeface="Kulim Park"/>
                <a:cs typeface="Kulim Park"/>
                <a:sym typeface="Kulim Park"/>
              </a:defRPr>
            </a:lvl1pPr>
            <a:lvl2pPr lvl="1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Kulim Park"/>
              <a:buNone/>
              <a:defRPr sz="2800" b="1">
                <a:solidFill>
                  <a:schemeClr val="dk1"/>
                </a:solidFill>
                <a:latin typeface="Kulim Park"/>
                <a:ea typeface="Kulim Park"/>
                <a:cs typeface="Kulim Park"/>
                <a:sym typeface="Kulim Park"/>
              </a:defRPr>
            </a:lvl2pPr>
            <a:lvl3pPr lvl="2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Kulim Park"/>
              <a:buNone/>
              <a:defRPr sz="2800" b="1">
                <a:solidFill>
                  <a:schemeClr val="dk1"/>
                </a:solidFill>
                <a:latin typeface="Kulim Park"/>
                <a:ea typeface="Kulim Park"/>
                <a:cs typeface="Kulim Park"/>
                <a:sym typeface="Kulim Park"/>
              </a:defRPr>
            </a:lvl3pPr>
            <a:lvl4pPr lvl="3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Kulim Park"/>
              <a:buNone/>
              <a:defRPr sz="2800" b="1">
                <a:solidFill>
                  <a:schemeClr val="dk1"/>
                </a:solidFill>
                <a:latin typeface="Kulim Park"/>
                <a:ea typeface="Kulim Park"/>
                <a:cs typeface="Kulim Park"/>
                <a:sym typeface="Kulim Park"/>
              </a:defRPr>
            </a:lvl4pPr>
            <a:lvl5pPr lvl="4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Kulim Park"/>
              <a:buNone/>
              <a:defRPr sz="2800" b="1">
                <a:solidFill>
                  <a:schemeClr val="dk1"/>
                </a:solidFill>
                <a:latin typeface="Kulim Park"/>
                <a:ea typeface="Kulim Park"/>
                <a:cs typeface="Kulim Park"/>
                <a:sym typeface="Kulim Park"/>
              </a:defRPr>
            </a:lvl5pPr>
            <a:lvl6pPr lvl="5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Kulim Park"/>
              <a:buNone/>
              <a:defRPr sz="2800" b="1">
                <a:solidFill>
                  <a:schemeClr val="dk1"/>
                </a:solidFill>
                <a:latin typeface="Kulim Park"/>
                <a:ea typeface="Kulim Park"/>
                <a:cs typeface="Kulim Park"/>
                <a:sym typeface="Kulim Park"/>
              </a:defRPr>
            </a:lvl6pPr>
            <a:lvl7pPr lvl="6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Kulim Park"/>
              <a:buNone/>
              <a:defRPr sz="2800" b="1">
                <a:solidFill>
                  <a:schemeClr val="dk1"/>
                </a:solidFill>
                <a:latin typeface="Kulim Park"/>
                <a:ea typeface="Kulim Park"/>
                <a:cs typeface="Kulim Park"/>
                <a:sym typeface="Kulim Park"/>
              </a:defRPr>
            </a:lvl7pPr>
            <a:lvl8pPr lvl="7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Kulim Park"/>
              <a:buNone/>
              <a:defRPr sz="2800" b="1">
                <a:solidFill>
                  <a:schemeClr val="dk1"/>
                </a:solidFill>
                <a:latin typeface="Kulim Park"/>
                <a:ea typeface="Kulim Park"/>
                <a:cs typeface="Kulim Park"/>
                <a:sym typeface="Kulim Park"/>
              </a:defRPr>
            </a:lvl8pPr>
            <a:lvl9pPr lvl="8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Kulim Park"/>
              <a:buNone/>
              <a:defRPr sz="2800" b="1">
                <a:solidFill>
                  <a:schemeClr val="dk1"/>
                </a:solidFill>
                <a:latin typeface="Kulim Park"/>
                <a:ea typeface="Kulim Park"/>
                <a:cs typeface="Kulim Park"/>
                <a:sym typeface="Kulim Park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609600" y="2123467"/>
            <a:ext cx="6953600" cy="39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4"/>
              </a:buClr>
              <a:buSzPts val="2200"/>
              <a:buFont typeface="Kulim Park Light"/>
              <a:buChar char="●"/>
              <a:defRPr sz="2200">
                <a:solidFill>
                  <a:schemeClr val="dk1"/>
                </a:solidFill>
                <a:latin typeface="Kulim Park Light"/>
                <a:ea typeface="Kulim Park Light"/>
                <a:cs typeface="Kulim Park Light"/>
                <a:sym typeface="Kulim Park Light"/>
              </a:defRPr>
            </a:lvl1pPr>
            <a:lvl2pPr marL="914400" lvl="1" indent="-3683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200"/>
              <a:buFont typeface="Kulim Park Light"/>
              <a:buChar char="○"/>
              <a:defRPr sz="2200">
                <a:solidFill>
                  <a:schemeClr val="dk1"/>
                </a:solidFill>
                <a:latin typeface="Kulim Park Light"/>
                <a:ea typeface="Kulim Park Light"/>
                <a:cs typeface="Kulim Park Light"/>
                <a:sym typeface="Kulim Park Light"/>
              </a:defRPr>
            </a:lvl2pPr>
            <a:lvl3pPr marL="1371600" lvl="2" indent="-3683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200"/>
              <a:buFont typeface="Kulim Park Light"/>
              <a:buChar char="■"/>
              <a:defRPr sz="2200">
                <a:solidFill>
                  <a:schemeClr val="dk1"/>
                </a:solidFill>
                <a:latin typeface="Kulim Park Light"/>
                <a:ea typeface="Kulim Park Light"/>
                <a:cs typeface="Kulim Park Light"/>
                <a:sym typeface="Kulim Park Light"/>
              </a:defRPr>
            </a:lvl3pPr>
            <a:lvl4pPr marL="1828800" lvl="3" indent="-3683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Kulim Park Light"/>
              <a:buChar char="●"/>
              <a:defRPr sz="2200">
                <a:solidFill>
                  <a:schemeClr val="dk1"/>
                </a:solidFill>
                <a:latin typeface="Kulim Park Light"/>
                <a:ea typeface="Kulim Park Light"/>
                <a:cs typeface="Kulim Park Light"/>
                <a:sym typeface="Kulim Park Light"/>
              </a:defRPr>
            </a:lvl4pPr>
            <a:lvl5pPr marL="2286000" lvl="4" indent="-3683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Kulim Park Light"/>
              <a:buChar char="○"/>
              <a:defRPr sz="2200">
                <a:solidFill>
                  <a:schemeClr val="dk1"/>
                </a:solidFill>
                <a:latin typeface="Kulim Park Light"/>
                <a:ea typeface="Kulim Park Light"/>
                <a:cs typeface="Kulim Park Light"/>
                <a:sym typeface="Kulim Park Light"/>
              </a:defRPr>
            </a:lvl5pPr>
            <a:lvl6pPr marL="2743200" lvl="5" indent="-3683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Kulim Park Light"/>
              <a:buChar char="■"/>
              <a:defRPr sz="2200">
                <a:solidFill>
                  <a:schemeClr val="dk1"/>
                </a:solidFill>
                <a:latin typeface="Kulim Park Light"/>
                <a:ea typeface="Kulim Park Light"/>
                <a:cs typeface="Kulim Park Light"/>
                <a:sym typeface="Kulim Park Light"/>
              </a:defRPr>
            </a:lvl6pPr>
            <a:lvl7pPr marL="3200400" lvl="6" indent="-3683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Kulim Park Light"/>
              <a:buChar char="●"/>
              <a:defRPr sz="2200">
                <a:solidFill>
                  <a:schemeClr val="dk1"/>
                </a:solidFill>
                <a:latin typeface="Kulim Park Light"/>
                <a:ea typeface="Kulim Park Light"/>
                <a:cs typeface="Kulim Park Light"/>
                <a:sym typeface="Kulim Park Light"/>
              </a:defRPr>
            </a:lvl7pPr>
            <a:lvl8pPr marL="3657600" lvl="7" indent="-3683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Kulim Park Light"/>
              <a:buChar char="○"/>
              <a:defRPr sz="2200">
                <a:solidFill>
                  <a:schemeClr val="dk1"/>
                </a:solidFill>
                <a:latin typeface="Kulim Park Light"/>
                <a:ea typeface="Kulim Park Light"/>
                <a:cs typeface="Kulim Park Light"/>
                <a:sym typeface="Kulim Park Light"/>
              </a:defRPr>
            </a:lvl8pPr>
            <a:lvl9pPr marL="4114800" lvl="8" indent="-3683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Kulim Park Light"/>
              <a:buChar char="■"/>
              <a:defRPr sz="2200">
                <a:solidFill>
                  <a:schemeClr val="dk1"/>
                </a:solidFill>
                <a:latin typeface="Kulim Park Light"/>
                <a:ea typeface="Kulim Park Light"/>
                <a:cs typeface="Kulim Park Light"/>
                <a:sym typeface="Kulim Park Light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11307445" y="6333135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 rtl="0">
              <a:buNone/>
              <a:defRPr sz="1733">
                <a:solidFill>
                  <a:schemeClr val="accent2"/>
                </a:solidFill>
                <a:latin typeface="Kulim Park Light"/>
                <a:ea typeface="Kulim Park Light"/>
                <a:cs typeface="Kulim Park Light"/>
                <a:sym typeface="Kulim Park Light"/>
              </a:defRPr>
            </a:lvl1pPr>
            <a:lvl2pPr lvl="1" algn="r" rtl="0">
              <a:buNone/>
              <a:defRPr sz="1733">
                <a:solidFill>
                  <a:schemeClr val="accent2"/>
                </a:solidFill>
                <a:latin typeface="Kulim Park Light"/>
                <a:ea typeface="Kulim Park Light"/>
                <a:cs typeface="Kulim Park Light"/>
                <a:sym typeface="Kulim Park Light"/>
              </a:defRPr>
            </a:lvl2pPr>
            <a:lvl3pPr lvl="2" algn="r" rtl="0">
              <a:buNone/>
              <a:defRPr sz="1733">
                <a:solidFill>
                  <a:schemeClr val="accent2"/>
                </a:solidFill>
                <a:latin typeface="Kulim Park Light"/>
                <a:ea typeface="Kulim Park Light"/>
                <a:cs typeface="Kulim Park Light"/>
                <a:sym typeface="Kulim Park Light"/>
              </a:defRPr>
            </a:lvl3pPr>
            <a:lvl4pPr lvl="3" algn="r" rtl="0">
              <a:buNone/>
              <a:defRPr sz="1733">
                <a:solidFill>
                  <a:schemeClr val="accent2"/>
                </a:solidFill>
                <a:latin typeface="Kulim Park Light"/>
                <a:ea typeface="Kulim Park Light"/>
                <a:cs typeface="Kulim Park Light"/>
                <a:sym typeface="Kulim Park Light"/>
              </a:defRPr>
            </a:lvl4pPr>
            <a:lvl5pPr lvl="4" algn="r" rtl="0">
              <a:buNone/>
              <a:defRPr sz="1733">
                <a:solidFill>
                  <a:schemeClr val="accent2"/>
                </a:solidFill>
                <a:latin typeface="Kulim Park Light"/>
                <a:ea typeface="Kulim Park Light"/>
                <a:cs typeface="Kulim Park Light"/>
                <a:sym typeface="Kulim Park Light"/>
              </a:defRPr>
            </a:lvl5pPr>
            <a:lvl6pPr lvl="5" algn="r" rtl="0">
              <a:buNone/>
              <a:defRPr sz="1733">
                <a:solidFill>
                  <a:schemeClr val="accent2"/>
                </a:solidFill>
                <a:latin typeface="Kulim Park Light"/>
                <a:ea typeface="Kulim Park Light"/>
                <a:cs typeface="Kulim Park Light"/>
                <a:sym typeface="Kulim Park Light"/>
              </a:defRPr>
            </a:lvl6pPr>
            <a:lvl7pPr lvl="6" algn="r" rtl="0">
              <a:buNone/>
              <a:defRPr sz="1733">
                <a:solidFill>
                  <a:schemeClr val="accent2"/>
                </a:solidFill>
                <a:latin typeface="Kulim Park Light"/>
                <a:ea typeface="Kulim Park Light"/>
                <a:cs typeface="Kulim Park Light"/>
                <a:sym typeface="Kulim Park Light"/>
              </a:defRPr>
            </a:lvl7pPr>
            <a:lvl8pPr lvl="7" algn="r" rtl="0">
              <a:buNone/>
              <a:defRPr sz="1733">
                <a:solidFill>
                  <a:schemeClr val="accent2"/>
                </a:solidFill>
                <a:latin typeface="Kulim Park Light"/>
                <a:ea typeface="Kulim Park Light"/>
                <a:cs typeface="Kulim Park Light"/>
                <a:sym typeface="Kulim Park Light"/>
              </a:defRPr>
            </a:lvl8pPr>
            <a:lvl9pPr lvl="8" algn="r" rtl="0">
              <a:buNone/>
              <a:defRPr sz="1733">
                <a:solidFill>
                  <a:schemeClr val="accent2"/>
                </a:solidFill>
                <a:latin typeface="Kulim Park Light"/>
                <a:ea typeface="Kulim Park Light"/>
                <a:cs typeface="Kulim Park Light"/>
                <a:sym typeface="Kulim Park Light"/>
              </a:defRPr>
            </a:lvl9pPr>
          </a:lstStyle>
          <a:p>
            <a:pPr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 kern="0">
                <a:solidFill>
                  <a:srgbClr val="CE0063"/>
                </a:solidFill>
              </a:rPr>
              <a:pPr>
                <a:buClr>
                  <a:srgbClr val="000000"/>
                </a:buClr>
                <a:buFont typeface="Arial"/>
                <a:buNone/>
              </a:pPr>
              <a:t>‹#›</a:t>
            </a:fld>
            <a:endParaRPr kern="0">
              <a:solidFill>
                <a:srgbClr val="CE006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88995805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713" r:id="rId1"/>
    <p:sldLayoutId id="2147483714" r:id="rId2"/>
    <p:sldLayoutId id="2147483715" r:id="rId3"/>
    <p:sldLayoutId id="2147483716" r:id="rId4"/>
    <p:sldLayoutId id="2147483717" r:id="rId5"/>
    <p:sldLayoutId id="2147483718" r:id="rId6"/>
    <p:sldLayoutId id="2147483719" r:id="rId7"/>
    <p:sldLayoutId id="2147483720" r:id="rId8"/>
    <p:sldLayoutId id="2147483721" r:id="rId9"/>
    <p:sldLayoutId id="2147483722" r:id="rId10"/>
    <p:sldLayoutId id="2147483723" r:id="rId11"/>
    <p:sldLayoutId id="2147483724" r:id="rId12"/>
  </p:sldLayoutIdLst>
  <p:transition>
    <p:fade thruBlk="1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609600" y="792567"/>
            <a:ext cx="6953600" cy="9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Kulim Park"/>
              <a:buNone/>
              <a:defRPr sz="2800" b="1">
                <a:solidFill>
                  <a:schemeClr val="dk1"/>
                </a:solidFill>
                <a:latin typeface="Kulim Park"/>
                <a:ea typeface="Kulim Park"/>
                <a:cs typeface="Kulim Park"/>
                <a:sym typeface="Kulim Park"/>
              </a:defRPr>
            </a:lvl1pPr>
            <a:lvl2pPr lvl="1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Kulim Park"/>
              <a:buNone/>
              <a:defRPr sz="2800" b="1">
                <a:solidFill>
                  <a:schemeClr val="dk1"/>
                </a:solidFill>
                <a:latin typeface="Kulim Park"/>
                <a:ea typeface="Kulim Park"/>
                <a:cs typeface="Kulim Park"/>
                <a:sym typeface="Kulim Park"/>
              </a:defRPr>
            </a:lvl2pPr>
            <a:lvl3pPr lvl="2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Kulim Park"/>
              <a:buNone/>
              <a:defRPr sz="2800" b="1">
                <a:solidFill>
                  <a:schemeClr val="dk1"/>
                </a:solidFill>
                <a:latin typeface="Kulim Park"/>
                <a:ea typeface="Kulim Park"/>
                <a:cs typeface="Kulim Park"/>
                <a:sym typeface="Kulim Park"/>
              </a:defRPr>
            </a:lvl3pPr>
            <a:lvl4pPr lvl="3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Kulim Park"/>
              <a:buNone/>
              <a:defRPr sz="2800" b="1">
                <a:solidFill>
                  <a:schemeClr val="dk1"/>
                </a:solidFill>
                <a:latin typeface="Kulim Park"/>
                <a:ea typeface="Kulim Park"/>
                <a:cs typeface="Kulim Park"/>
                <a:sym typeface="Kulim Park"/>
              </a:defRPr>
            </a:lvl4pPr>
            <a:lvl5pPr lvl="4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Kulim Park"/>
              <a:buNone/>
              <a:defRPr sz="2800" b="1">
                <a:solidFill>
                  <a:schemeClr val="dk1"/>
                </a:solidFill>
                <a:latin typeface="Kulim Park"/>
                <a:ea typeface="Kulim Park"/>
                <a:cs typeface="Kulim Park"/>
                <a:sym typeface="Kulim Park"/>
              </a:defRPr>
            </a:lvl5pPr>
            <a:lvl6pPr lvl="5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Kulim Park"/>
              <a:buNone/>
              <a:defRPr sz="2800" b="1">
                <a:solidFill>
                  <a:schemeClr val="dk1"/>
                </a:solidFill>
                <a:latin typeface="Kulim Park"/>
                <a:ea typeface="Kulim Park"/>
                <a:cs typeface="Kulim Park"/>
                <a:sym typeface="Kulim Park"/>
              </a:defRPr>
            </a:lvl6pPr>
            <a:lvl7pPr lvl="6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Kulim Park"/>
              <a:buNone/>
              <a:defRPr sz="2800" b="1">
                <a:solidFill>
                  <a:schemeClr val="dk1"/>
                </a:solidFill>
                <a:latin typeface="Kulim Park"/>
                <a:ea typeface="Kulim Park"/>
                <a:cs typeface="Kulim Park"/>
                <a:sym typeface="Kulim Park"/>
              </a:defRPr>
            </a:lvl7pPr>
            <a:lvl8pPr lvl="7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Kulim Park"/>
              <a:buNone/>
              <a:defRPr sz="2800" b="1">
                <a:solidFill>
                  <a:schemeClr val="dk1"/>
                </a:solidFill>
                <a:latin typeface="Kulim Park"/>
                <a:ea typeface="Kulim Park"/>
                <a:cs typeface="Kulim Park"/>
                <a:sym typeface="Kulim Park"/>
              </a:defRPr>
            </a:lvl8pPr>
            <a:lvl9pPr lvl="8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Kulim Park"/>
              <a:buNone/>
              <a:defRPr sz="2800" b="1">
                <a:solidFill>
                  <a:schemeClr val="dk1"/>
                </a:solidFill>
                <a:latin typeface="Kulim Park"/>
                <a:ea typeface="Kulim Park"/>
                <a:cs typeface="Kulim Park"/>
                <a:sym typeface="Kulim Park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609600" y="2123467"/>
            <a:ext cx="6953600" cy="39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4"/>
              </a:buClr>
              <a:buSzPts val="2200"/>
              <a:buFont typeface="Kulim Park Light"/>
              <a:buChar char="●"/>
              <a:defRPr sz="2200">
                <a:solidFill>
                  <a:schemeClr val="dk1"/>
                </a:solidFill>
                <a:latin typeface="Kulim Park Light"/>
                <a:ea typeface="Kulim Park Light"/>
                <a:cs typeface="Kulim Park Light"/>
                <a:sym typeface="Kulim Park Light"/>
              </a:defRPr>
            </a:lvl1pPr>
            <a:lvl2pPr marL="914400" lvl="1" indent="-3683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200"/>
              <a:buFont typeface="Kulim Park Light"/>
              <a:buChar char="○"/>
              <a:defRPr sz="2200">
                <a:solidFill>
                  <a:schemeClr val="dk1"/>
                </a:solidFill>
                <a:latin typeface="Kulim Park Light"/>
                <a:ea typeface="Kulim Park Light"/>
                <a:cs typeface="Kulim Park Light"/>
                <a:sym typeface="Kulim Park Light"/>
              </a:defRPr>
            </a:lvl2pPr>
            <a:lvl3pPr marL="1371600" lvl="2" indent="-3683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200"/>
              <a:buFont typeface="Kulim Park Light"/>
              <a:buChar char="■"/>
              <a:defRPr sz="2200">
                <a:solidFill>
                  <a:schemeClr val="dk1"/>
                </a:solidFill>
                <a:latin typeface="Kulim Park Light"/>
                <a:ea typeface="Kulim Park Light"/>
                <a:cs typeface="Kulim Park Light"/>
                <a:sym typeface="Kulim Park Light"/>
              </a:defRPr>
            </a:lvl3pPr>
            <a:lvl4pPr marL="1828800" lvl="3" indent="-3683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Kulim Park Light"/>
              <a:buChar char="●"/>
              <a:defRPr sz="2200">
                <a:solidFill>
                  <a:schemeClr val="dk1"/>
                </a:solidFill>
                <a:latin typeface="Kulim Park Light"/>
                <a:ea typeface="Kulim Park Light"/>
                <a:cs typeface="Kulim Park Light"/>
                <a:sym typeface="Kulim Park Light"/>
              </a:defRPr>
            </a:lvl4pPr>
            <a:lvl5pPr marL="2286000" lvl="4" indent="-3683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Kulim Park Light"/>
              <a:buChar char="○"/>
              <a:defRPr sz="2200">
                <a:solidFill>
                  <a:schemeClr val="dk1"/>
                </a:solidFill>
                <a:latin typeface="Kulim Park Light"/>
                <a:ea typeface="Kulim Park Light"/>
                <a:cs typeface="Kulim Park Light"/>
                <a:sym typeface="Kulim Park Light"/>
              </a:defRPr>
            </a:lvl5pPr>
            <a:lvl6pPr marL="2743200" lvl="5" indent="-3683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Kulim Park Light"/>
              <a:buChar char="■"/>
              <a:defRPr sz="2200">
                <a:solidFill>
                  <a:schemeClr val="dk1"/>
                </a:solidFill>
                <a:latin typeface="Kulim Park Light"/>
                <a:ea typeface="Kulim Park Light"/>
                <a:cs typeface="Kulim Park Light"/>
                <a:sym typeface="Kulim Park Light"/>
              </a:defRPr>
            </a:lvl6pPr>
            <a:lvl7pPr marL="3200400" lvl="6" indent="-3683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Kulim Park Light"/>
              <a:buChar char="●"/>
              <a:defRPr sz="2200">
                <a:solidFill>
                  <a:schemeClr val="dk1"/>
                </a:solidFill>
                <a:latin typeface="Kulim Park Light"/>
                <a:ea typeface="Kulim Park Light"/>
                <a:cs typeface="Kulim Park Light"/>
                <a:sym typeface="Kulim Park Light"/>
              </a:defRPr>
            </a:lvl7pPr>
            <a:lvl8pPr marL="3657600" lvl="7" indent="-3683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Kulim Park Light"/>
              <a:buChar char="○"/>
              <a:defRPr sz="2200">
                <a:solidFill>
                  <a:schemeClr val="dk1"/>
                </a:solidFill>
                <a:latin typeface="Kulim Park Light"/>
                <a:ea typeface="Kulim Park Light"/>
                <a:cs typeface="Kulim Park Light"/>
                <a:sym typeface="Kulim Park Light"/>
              </a:defRPr>
            </a:lvl8pPr>
            <a:lvl9pPr marL="4114800" lvl="8" indent="-3683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Kulim Park Light"/>
              <a:buChar char="■"/>
              <a:defRPr sz="2200">
                <a:solidFill>
                  <a:schemeClr val="dk1"/>
                </a:solidFill>
                <a:latin typeface="Kulim Park Light"/>
                <a:ea typeface="Kulim Park Light"/>
                <a:cs typeface="Kulim Park Light"/>
                <a:sym typeface="Kulim Park Light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11307445" y="6333135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 rtl="0">
              <a:buNone/>
              <a:defRPr sz="1733">
                <a:solidFill>
                  <a:schemeClr val="accent2"/>
                </a:solidFill>
                <a:latin typeface="Kulim Park Light"/>
                <a:ea typeface="Kulim Park Light"/>
                <a:cs typeface="Kulim Park Light"/>
                <a:sym typeface="Kulim Park Light"/>
              </a:defRPr>
            </a:lvl1pPr>
            <a:lvl2pPr lvl="1" algn="r" rtl="0">
              <a:buNone/>
              <a:defRPr sz="1733">
                <a:solidFill>
                  <a:schemeClr val="accent2"/>
                </a:solidFill>
                <a:latin typeface="Kulim Park Light"/>
                <a:ea typeface="Kulim Park Light"/>
                <a:cs typeface="Kulim Park Light"/>
                <a:sym typeface="Kulim Park Light"/>
              </a:defRPr>
            </a:lvl2pPr>
            <a:lvl3pPr lvl="2" algn="r" rtl="0">
              <a:buNone/>
              <a:defRPr sz="1733">
                <a:solidFill>
                  <a:schemeClr val="accent2"/>
                </a:solidFill>
                <a:latin typeface="Kulim Park Light"/>
                <a:ea typeface="Kulim Park Light"/>
                <a:cs typeface="Kulim Park Light"/>
                <a:sym typeface="Kulim Park Light"/>
              </a:defRPr>
            </a:lvl3pPr>
            <a:lvl4pPr lvl="3" algn="r" rtl="0">
              <a:buNone/>
              <a:defRPr sz="1733">
                <a:solidFill>
                  <a:schemeClr val="accent2"/>
                </a:solidFill>
                <a:latin typeface="Kulim Park Light"/>
                <a:ea typeface="Kulim Park Light"/>
                <a:cs typeface="Kulim Park Light"/>
                <a:sym typeface="Kulim Park Light"/>
              </a:defRPr>
            </a:lvl4pPr>
            <a:lvl5pPr lvl="4" algn="r" rtl="0">
              <a:buNone/>
              <a:defRPr sz="1733">
                <a:solidFill>
                  <a:schemeClr val="accent2"/>
                </a:solidFill>
                <a:latin typeface="Kulim Park Light"/>
                <a:ea typeface="Kulim Park Light"/>
                <a:cs typeface="Kulim Park Light"/>
                <a:sym typeface="Kulim Park Light"/>
              </a:defRPr>
            </a:lvl5pPr>
            <a:lvl6pPr lvl="5" algn="r" rtl="0">
              <a:buNone/>
              <a:defRPr sz="1733">
                <a:solidFill>
                  <a:schemeClr val="accent2"/>
                </a:solidFill>
                <a:latin typeface="Kulim Park Light"/>
                <a:ea typeface="Kulim Park Light"/>
                <a:cs typeface="Kulim Park Light"/>
                <a:sym typeface="Kulim Park Light"/>
              </a:defRPr>
            </a:lvl6pPr>
            <a:lvl7pPr lvl="6" algn="r" rtl="0">
              <a:buNone/>
              <a:defRPr sz="1733">
                <a:solidFill>
                  <a:schemeClr val="accent2"/>
                </a:solidFill>
                <a:latin typeface="Kulim Park Light"/>
                <a:ea typeface="Kulim Park Light"/>
                <a:cs typeface="Kulim Park Light"/>
                <a:sym typeface="Kulim Park Light"/>
              </a:defRPr>
            </a:lvl7pPr>
            <a:lvl8pPr lvl="7" algn="r" rtl="0">
              <a:buNone/>
              <a:defRPr sz="1733">
                <a:solidFill>
                  <a:schemeClr val="accent2"/>
                </a:solidFill>
                <a:latin typeface="Kulim Park Light"/>
                <a:ea typeface="Kulim Park Light"/>
                <a:cs typeface="Kulim Park Light"/>
                <a:sym typeface="Kulim Park Light"/>
              </a:defRPr>
            </a:lvl8pPr>
            <a:lvl9pPr lvl="8" algn="r" rtl="0">
              <a:buNone/>
              <a:defRPr sz="1733">
                <a:solidFill>
                  <a:schemeClr val="accent2"/>
                </a:solidFill>
                <a:latin typeface="Kulim Park Light"/>
                <a:ea typeface="Kulim Park Light"/>
                <a:cs typeface="Kulim Park Light"/>
                <a:sym typeface="Kulim Park Light"/>
              </a:defRPr>
            </a:lvl9pPr>
          </a:lstStyle>
          <a:p>
            <a:pPr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 kern="0">
                <a:solidFill>
                  <a:srgbClr val="CE0063"/>
                </a:solidFill>
              </a:rPr>
              <a:pPr>
                <a:buClr>
                  <a:srgbClr val="000000"/>
                </a:buClr>
                <a:buFont typeface="Arial"/>
                <a:buNone/>
              </a:pPr>
              <a:t>‹#›</a:t>
            </a:fld>
            <a:endParaRPr kern="0">
              <a:solidFill>
                <a:srgbClr val="CE006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93004634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726" r:id="rId1"/>
    <p:sldLayoutId id="2147483727" r:id="rId2"/>
    <p:sldLayoutId id="2147483728" r:id="rId3"/>
    <p:sldLayoutId id="2147483729" r:id="rId4"/>
    <p:sldLayoutId id="2147483730" r:id="rId5"/>
    <p:sldLayoutId id="2147483731" r:id="rId6"/>
    <p:sldLayoutId id="2147483732" r:id="rId7"/>
    <p:sldLayoutId id="2147483733" r:id="rId8"/>
    <p:sldLayoutId id="2147483734" r:id="rId9"/>
    <p:sldLayoutId id="2147483735" r:id="rId10"/>
    <p:sldLayoutId id="2147483736" r:id="rId11"/>
    <p:sldLayoutId id="2147483737" r:id="rId12"/>
  </p:sldLayoutIdLst>
  <p:transition>
    <p:fade thruBlk="1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8.xml"/><Relationship Id="rId5" Type="http://schemas.openxmlformats.org/officeDocument/2006/relationships/hyperlink" Target="http://tuyengiao.vn/" TargetMode="External"/><Relationship Id="rId4" Type="http://schemas.openxmlformats.org/officeDocument/2006/relationships/hyperlink" Target="http://www.bqllang.gov.vn/" TargetMode="Externa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0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6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jpeg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0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Relationship Id="rId9" Type="http://schemas.openxmlformats.org/officeDocument/2006/relationships/image" Target="../media/image5.jp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4"/>
          <p:cNvSpPr txBox="1">
            <a:spLocks noGrp="1"/>
          </p:cNvSpPr>
          <p:nvPr>
            <p:ph type="ctrTitle"/>
          </p:nvPr>
        </p:nvSpPr>
        <p:spPr>
          <a:xfrm>
            <a:off x="878188" y="914312"/>
            <a:ext cx="4826800" cy="5101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r>
              <a:rPr lang="en" sz="6600" smtClean="0"/>
              <a:t>Ho Chi Minh:</a:t>
            </a:r>
            <a:r>
              <a:rPr lang="en"/>
              <a:t/>
            </a:r>
            <a:br>
              <a:rPr lang="en"/>
            </a:br>
            <a:r>
              <a:rPr lang="en" sz="3600" smtClean="0"/>
              <a:t>Pinnacle of </a:t>
            </a:r>
            <a:br>
              <a:rPr lang="en" sz="3600" smtClean="0"/>
            </a:br>
            <a:endParaRPr sz="360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878188" y="4104411"/>
            <a:ext cx="4826800" cy="646331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txBody>
          <a:bodyPr wrap="square" anchor="ctr">
            <a:spAutoFit/>
          </a:bodyPr>
          <a:lstStyle/>
          <a:p>
            <a:r>
              <a:rPr lang="en" sz="3500" b="1" smtClean="0">
                <a:solidFill>
                  <a:schemeClr val="bg1"/>
                </a:solidFill>
                <a:latin typeface="Kulim Park" charset="0"/>
              </a:rPr>
              <a:t>Democratic Leadership</a:t>
            </a:r>
            <a:endParaRPr lang="en-US" sz="3500" b="1">
              <a:solidFill>
                <a:schemeClr val="bg1"/>
              </a:solidFill>
              <a:latin typeface="Kulim Park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24553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/>
        </p:nvSpPr>
        <p:spPr>
          <a:xfrm>
            <a:off x="6852567" y="1"/>
            <a:ext cx="5339433" cy="6858000"/>
          </a:xfrm>
          <a:prstGeom prst="rect">
            <a:avLst/>
          </a:prstGeom>
          <a:solidFill>
            <a:srgbClr val="FFBF3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1704" y="366631"/>
            <a:ext cx="4190296" cy="6489398"/>
          </a:xfrm>
          <a:prstGeom prst="rect">
            <a:avLst/>
          </a:prstGeom>
        </p:spPr>
      </p:pic>
      <p:grpSp>
        <p:nvGrpSpPr>
          <p:cNvPr id="11" name="Google Shape;10;p2"/>
          <p:cNvGrpSpPr/>
          <p:nvPr/>
        </p:nvGrpSpPr>
        <p:grpSpPr>
          <a:xfrm>
            <a:off x="-905075" y="0"/>
            <a:ext cx="10281021" cy="6856029"/>
            <a:chOff x="-8" y="-13"/>
            <a:chExt cx="7710766" cy="5142022"/>
          </a:xfrm>
        </p:grpSpPr>
        <p:sp>
          <p:nvSpPr>
            <p:cNvPr id="12" name="Google Shape;11;p2"/>
            <p:cNvSpPr/>
            <p:nvPr/>
          </p:nvSpPr>
          <p:spPr>
            <a:xfrm>
              <a:off x="-8" y="-13"/>
              <a:ext cx="7710766" cy="5142022"/>
            </a:xfrm>
            <a:custGeom>
              <a:avLst/>
              <a:gdLst/>
              <a:ahLst/>
              <a:cxnLst/>
              <a:rect l="l" t="t" r="r" b="b"/>
              <a:pathLst>
                <a:path w="3427007" h="2285343" extrusionOk="0">
                  <a:moveTo>
                    <a:pt x="3264200" y="1931013"/>
                  </a:moveTo>
                  <a:cubicBezTo>
                    <a:pt x="3059555" y="1738083"/>
                    <a:pt x="2707189" y="1625228"/>
                    <a:pt x="2663923" y="1311888"/>
                  </a:cubicBezTo>
                  <a:cubicBezTo>
                    <a:pt x="2646918" y="776320"/>
                    <a:pt x="3405816" y="668129"/>
                    <a:pt x="3258554" y="0"/>
                  </a:cubicBezTo>
                  <a:lnTo>
                    <a:pt x="0" y="0"/>
                  </a:lnTo>
                  <a:lnTo>
                    <a:pt x="0" y="2285343"/>
                  </a:lnTo>
                  <a:lnTo>
                    <a:pt x="3426103" y="2285343"/>
                  </a:lnTo>
                  <a:cubicBezTo>
                    <a:pt x="3436148" y="2153964"/>
                    <a:pt x="3361302" y="2023504"/>
                    <a:pt x="3264200" y="1931013"/>
                  </a:cubicBezTo>
                  <a:close/>
                </a:path>
              </a:pathLst>
            </a:custGeom>
            <a:solidFill>
              <a:srgbClr val="CE0063"/>
            </a:solidFill>
            <a:ln>
              <a:noFill/>
            </a:ln>
            <a:effectLst>
              <a:outerShdw blurRad="285750" dist="9525" algn="bl" rotWithShape="0">
                <a:srgbClr val="39273F">
                  <a:alpha val="3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" name="Google Shape;12;p2"/>
            <p:cNvSpPr/>
            <p:nvPr/>
          </p:nvSpPr>
          <p:spPr>
            <a:xfrm>
              <a:off x="-8" y="-13"/>
              <a:ext cx="7536339" cy="5142022"/>
            </a:xfrm>
            <a:custGeom>
              <a:avLst/>
              <a:gdLst/>
              <a:ahLst/>
              <a:cxnLst/>
              <a:rect l="l" t="t" r="r" b="b"/>
              <a:pathLst>
                <a:path w="3349484" h="2285343" extrusionOk="0">
                  <a:moveTo>
                    <a:pt x="3135123" y="1986849"/>
                  </a:moveTo>
                  <a:cubicBezTo>
                    <a:pt x="3002568" y="1888315"/>
                    <a:pt x="2836659" y="1848901"/>
                    <a:pt x="2687952" y="1777628"/>
                  </a:cubicBezTo>
                  <a:cubicBezTo>
                    <a:pt x="2379377" y="1643884"/>
                    <a:pt x="2269472" y="1317800"/>
                    <a:pt x="2551129" y="1092748"/>
                  </a:cubicBezTo>
                  <a:cubicBezTo>
                    <a:pt x="2647246" y="1012409"/>
                    <a:pt x="2763520" y="961040"/>
                    <a:pt x="2873688" y="901459"/>
                  </a:cubicBezTo>
                  <a:cubicBezTo>
                    <a:pt x="3268796" y="717528"/>
                    <a:pt x="3285865" y="371278"/>
                    <a:pt x="3154688" y="0"/>
                  </a:cubicBezTo>
                  <a:lnTo>
                    <a:pt x="0" y="0"/>
                  </a:lnTo>
                  <a:lnTo>
                    <a:pt x="0" y="2285343"/>
                  </a:lnTo>
                  <a:lnTo>
                    <a:pt x="3349485" y="2285343"/>
                  </a:lnTo>
                  <a:cubicBezTo>
                    <a:pt x="3310420" y="2166169"/>
                    <a:pt x="3235575" y="2061939"/>
                    <a:pt x="3135123" y="1986849"/>
                  </a:cubicBezTo>
                  <a:close/>
                </a:path>
              </a:pathLst>
            </a:custGeom>
            <a:solidFill>
              <a:srgbClr val="ED2B2B"/>
            </a:solidFill>
            <a:ln>
              <a:noFill/>
            </a:ln>
            <a:effectLst>
              <a:outerShdw blurRad="285750" dist="9525" algn="bl" rotWithShape="0">
                <a:srgbClr val="39273F">
                  <a:alpha val="3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" name="Google Shape;13;p2"/>
            <p:cNvSpPr/>
            <p:nvPr/>
          </p:nvSpPr>
          <p:spPr>
            <a:xfrm>
              <a:off x="-8" y="-13"/>
              <a:ext cx="6852517" cy="5142022"/>
            </a:xfrm>
            <a:custGeom>
              <a:avLst/>
              <a:gdLst/>
              <a:ahLst/>
              <a:cxnLst/>
              <a:rect l="l" t="t" r="r" b="b"/>
              <a:pathLst>
                <a:path w="3045563" h="2285343" extrusionOk="0">
                  <a:moveTo>
                    <a:pt x="2807574" y="2063115"/>
                  </a:moveTo>
                  <a:cubicBezTo>
                    <a:pt x="2956478" y="1994404"/>
                    <a:pt x="2840008" y="1887198"/>
                    <a:pt x="2727411" y="1875177"/>
                  </a:cubicBezTo>
                  <a:cubicBezTo>
                    <a:pt x="2250301" y="1750695"/>
                    <a:pt x="2181824" y="1070150"/>
                    <a:pt x="2624661" y="853112"/>
                  </a:cubicBezTo>
                  <a:cubicBezTo>
                    <a:pt x="2701215" y="814552"/>
                    <a:pt x="2785909" y="794451"/>
                    <a:pt x="2863446" y="757796"/>
                  </a:cubicBezTo>
                  <a:cubicBezTo>
                    <a:pt x="3297881" y="540560"/>
                    <a:pt x="2793262" y="253036"/>
                    <a:pt x="2983397" y="0"/>
                  </a:cubicBezTo>
                  <a:lnTo>
                    <a:pt x="0" y="0"/>
                  </a:lnTo>
                  <a:lnTo>
                    <a:pt x="0" y="2285343"/>
                  </a:lnTo>
                  <a:lnTo>
                    <a:pt x="2681190" y="2285343"/>
                  </a:lnTo>
                  <a:cubicBezTo>
                    <a:pt x="2683685" y="2196596"/>
                    <a:pt x="2730299" y="2108047"/>
                    <a:pt x="2807574" y="2063115"/>
                  </a:cubicBezTo>
                  <a:close/>
                </a:path>
              </a:pathLst>
            </a:custGeom>
            <a:solidFill>
              <a:srgbClr val="F97830"/>
            </a:solidFill>
            <a:ln>
              <a:noFill/>
            </a:ln>
            <a:effectLst>
              <a:outerShdw blurRad="285750" dist="9525" algn="bl" rotWithShape="0">
                <a:srgbClr val="39273F">
                  <a:alpha val="3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" name="Google Shape;14;p2"/>
            <p:cNvSpPr/>
            <p:nvPr/>
          </p:nvSpPr>
          <p:spPr>
            <a:xfrm>
              <a:off x="-8" y="-13"/>
              <a:ext cx="6478551" cy="5142022"/>
            </a:xfrm>
            <a:custGeom>
              <a:avLst/>
              <a:gdLst/>
              <a:ahLst/>
              <a:cxnLst/>
              <a:rect l="l" t="t" r="r" b="b"/>
              <a:pathLst>
                <a:path w="2879356" h="2285343" extrusionOk="0">
                  <a:moveTo>
                    <a:pt x="2483636" y="1975748"/>
                  </a:moveTo>
                  <a:cubicBezTo>
                    <a:pt x="2425729" y="1949472"/>
                    <a:pt x="2357974" y="1946319"/>
                    <a:pt x="2304203" y="1912292"/>
                  </a:cubicBezTo>
                  <a:cubicBezTo>
                    <a:pt x="2200338" y="1846602"/>
                    <a:pt x="2149981" y="1693020"/>
                    <a:pt x="2194297" y="1578391"/>
                  </a:cubicBezTo>
                  <a:cubicBezTo>
                    <a:pt x="2362898" y="1262161"/>
                    <a:pt x="2082226" y="851863"/>
                    <a:pt x="2213994" y="698938"/>
                  </a:cubicBezTo>
                  <a:cubicBezTo>
                    <a:pt x="2289890" y="640671"/>
                    <a:pt x="2476086" y="701106"/>
                    <a:pt x="2569840" y="720484"/>
                  </a:cubicBezTo>
                  <a:cubicBezTo>
                    <a:pt x="3121795" y="827427"/>
                    <a:pt x="2785252" y="260657"/>
                    <a:pt x="2696422" y="0"/>
                  </a:cubicBezTo>
                  <a:lnTo>
                    <a:pt x="0" y="0"/>
                  </a:lnTo>
                  <a:lnTo>
                    <a:pt x="0" y="2285343"/>
                  </a:lnTo>
                  <a:lnTo>
                    <a:pt x="2605819" y="2285343"/>
                  </a:lnTo>
                  <a:cubicBezTo>
                    <a:pt x="2646787" y="2172291"/>
                    <a:pt x="2595314" y="2026460"/>
                    <a:pt x="2483636" y="1975748"/>
                  </a:cubicBezTo>
                  <a:close/>
                </a:path>
              </a:pathLst>
            </a:custGeom>
            <a:solidFill>
              <a:srgbClr val="FFBF31"/>
            </a:solidFill>
            <a:ln>
              <a:noFill/>
            </a:ln>
            <a:effectLst>
              <a:outerShdw blurRad="285750" dist="9525" algn="bl" rotWithShape="0">
                <a:srgbClr val="39273F">
                  <a:alpha val="3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" name="Google Shape;15;p2"/>
            <p:cNvSpPr/>
            <p:nvPr/>
          </p:nvSpPr>
          <p:spPr>
            <a:xfrm>
              <a:off x="-8" y="-13"/>
              <a:ext cx="6272190" cy="5142022"/>
            </a:xfrm>
            <a:custGeom>
              <a:avLst/>
              <a:gdLst/>
              <a:ahLst/>
              <a:cxnLst/>
              <a:rect l="l" t="t" r="r" b="b"/>
              <a:pathLst>
                <a:path w="2787640" h="2285343" extrusionOk="0">
                  <a:moveTo>
                    <a:pt x="2551129" y="2165460"/>
                  </a:moveTo>
                  <a:cubicBezTo>
                    <a:pt x="2474839" y="1961822"/>
                    <a:pt x="2182086" y="2092478"/>
                    <a:pt x="2041192" y="1984090"/>
                  </a:cubicBezTo>
                  <a:cubicBezTo>
                    <a:pt x="1755530" y="1606309"/>
                    <a:pt x="2254765" y="1476178"/>
                    <a:pt x="2067125" y="765219"/>
                  </a:cubicBezTo>
                  <a:cubicBezTo>
                    <a:pt x="2053010" y="702617"/>
                    <a:pt x="2051631" y="620702"/>
                    <a:pt x="2107765" y="589762"/>
                  </a:cubicBezTo>
                  <a:cubicBezTo>
                    <a:pt x="2139214" y="572223"/>
                    <a:pt x="2178081" y="579120"/>
                    <a:pt x="2213403" y="586543"/>
                  </a:cubicBezTo>
                  <a:cubicBezTo>
                    <a:pt x="2363423" y="609994"/>
                    <a:pt x="2512983" y="669378"/>
                    <a:pt x="2665433" y="663991"/>
                  </a:cubicBezTo>
                  <a:cubicBezTo>
                    <a:pt x="2829568" y="636467"/>
                    <a:pt x="2809872" y="484724"/>
                    <a:pt x="2714805" y="382445"/>
                  </a:cubicBezTo>
                  <a:cubicBezTo>
                    <a:pt x="2614157" y="255007"/>
                    <a:pt x="2513443" y="127523"/>
                    <a:pt x="2412795" y="0"/>
                  </a:cubicBezTo>
                  <a:lnTo>
                    <a:pt x="0" y="0"/>
                  </a:lnTo>
                  <a:lnTo>
                    <a:pt x="0" y="2285343"/>
                  </a:lnTo>
                  <a:lnTo>
                    <a:pt x="2536094" y="2285343"/>
                  </a:lnTo>
                  <a:cubicBezTo>
                    <a:pt x="2555134" y="2247966"/>
                    <a:pt x="2563012" y="2205202"/>
                    <a:pt x="2551129" y="2165460"/>
                  </a:cubicBezTo>
                  <a:close/>
                </a:path>
              </a:pathLst>
            </a:custGeom>
            <a:solidFill>
              <a:srgbClr val="FEFDCA"/>
            </a:solidFill>
            <a:ln>
              <a:noFill/>
            </a:ln>
            <a:effectLst>
              <a:outerShdw blurRad="285750" dist="9525" algn="bl" rotWithShape="0">
                <a:srgbClr val="39273F">
                  <a:alpha val="3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" name="Google Shape;16;p2"/>
            <p:cNvSpPr/>
            <p:nvPr/>
          </p:nvSpPr>
          <p:spPr>
            <a:xfrm>
              <a:off x="-8" y="-13"/>
              <a:ext cx="5978795" cy="5142022"/>
            </a:xfrm>
            <a:custGeom>
              <a:avLst/>
              <a:gdLst/>
              <a:ahLst/>
              <a:cxnLst/>
              <a:rect l="l" t="t" r="r" b="b"/>
              <a:pathLst>
                <a:path w="2657242" h="2285343" extrusionOk="0">
                  <a:moveTo>
                    <a:pt x="2007248" y="2113499"/>
                  </a:moveTo>
                  <a:cubicBezTo>
                    <a:pt x="1570122" y="1477098"/>
                    <a:pt x="2433082" y="1775854"/>
                    <a:pt x="2003441" y="835244"/>
                  </a:cubicBezTo>
                  <a:cubicBezTo>
                    <a:pt x="1977901" y="745052"/>
                    <a:pt x="1922620" y="648094"/>
                    <a:pt x="1965558" y="564800"/>
                  </a:cubicBezTo>
                  <a:cubicBezTo>
                    <a:pt x="2004426" y="489322"/>
                    <a:pt x="2106518" y="470798"/>
                    <a:pt x="2189570" y="488337"/>
                  </a:cubicBezTo>
                  <a:cubicBezTo>
                    <a:pt x="2272623" y="505876"/>
                    <a:pt x="2348716" y="549428"/>
                    <a:pt x="2432491" y="564274"/>
                  </a:cubicBezTo>
                  <a:cubicBezTo>
                    <a:pt x="2646524" y="602374"/>
                    <a:pt x="2740016" y="398211"/>
                    <a:pt x="2567739" y="263810"/>
                  </a:cubicBezTo>
                  <a:cubicBezTo>
                    <a:pt x="2468142" y="185967"/>
                    <a:pt x="2311687" y="141430"/>
                    <a:pt x="2287855" y="0"/>
                  </a:cubicBezTo>
                  <a:lnTo>
                    <a:pt x="0" y="0"/>
                  </a:lnTo>
                  <a:lnTo>
                    <a:pt x="0" y="2285343"/>
                  </a:lnTo>
                  <a:lnTo>
                    <a:pt x="2023268" y="2285343"/>
                  </a:lnTo>
                  <a:cubicBezTo>
                    <a:pt x="2055570" y="2233645"/>
                    <a:pt x="2039156" y="2165000"/>
                    <a:pt x="2007248" y="211349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285750" dist="9525" algn="bl" rotWithShape="0">
                <a:srgbClr val="39273F">
                  <a:alpha val="3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4" name="Google Shape;161;p16"/>
          <p:cNvSpPr txBox="1">
            <a:spLocks/>
          </p:cNvSpPr>
          <p:nvPr/>
        </p:nvSpPr>
        <p:spPr>
          <a:xfrm>
            <a:off x="609600" y="1203000"/>
            <a:ext cx="3696400" cy="156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Kulim Park"/>
              <a:buNone/>
              <a:defRPr sz="2800" b="1" i="0" u="none" strike="noStrike" cap="none">
                <a:solidFill>
                  <a:schemeClr val="dk1"/>
                </a:solidFill>
                <a:latin typeface="Kulim Park"/>
                <a:ea typeface="Kulim Park"/>
                <a:cs typeface="Kulim Park"/>
                <a:sym typeface="Kulim Park"/>
              </a:defRPr>
            </a:lvl1pPr>
            <a:lvl2pPr marR="0" lvl="1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Kulim Park"/>
              <a:buNone/>
              <a:defRPr sz="2800" b="1" i="0" u="none" strike="noStrike" cap="none">
                <a:solidFill>
                  <a:schemeClr val="dk1"/>
                </a:solidFill>
                <a:latin typeface="Kulim Park"/>
                <a:ea typeface="Kulim Park"/>
                <a:cs typeface="Kulim Park"/>
                <a:sym typeface="Kulim Park"/>
              </a:defRPr>
            </a:lvl2pPr>
            <a:lvl3pPr marR="0" lvl="2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Kulim Park"/>
              <a:buNone/>
              <a:defRPr sz="2800" b="1" i="0" u="none" strike="noStrike" cap="none">
                <a:solidFill>
                  <a:schemeClr val="dk1"/>
                </a:solidFill>
                <a:latin typeface="Kulim Park"/>
                <a:ea typeface="Kulim Park"/>
                <a:cs typeface="Kulim Park"/>
                <a:sym typeface="Kulim Park"/>
              </a:defRPr>
            </a:lvl3pPr>
            <a:lvl4pPr marR="0" lvl="3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Kulim Park"/>
              <a:buNone/>
              <a:defRPr sz="2800" b="1" i="0" u="none" strike="noStrike" cap="none">
                <a:solidFill>
                  <a:schemeClr val="dk1"/>
                </a:solidFill>
                <a:latin typeface="Kulim Park"/>
                <a:ea typeface="Kulim Park"/>
                <a:cs typeface="Kulim Park"/>
                <a:sym typeface="Kulim Park"/>
              </a:defRPr>
            </a:lvl4pPr>
            <a:lvl5pPr marR="0" lvl="4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Kulim Park"/>
              <a:buNone/>
              <a:defRPr sz="2800" b="1" i="0" u="none" strike="noStrike" cap="none">
                <a:solidFill>
                  <a:schemeClr val="dk1"/>
                </a:solidFill>
                <a:latin typeface="Kulim Park"/>
                <a:ea typeface="Kulim Park"/>
                <a:cs typeface="Kulim Park"/>
                <a:sym typeface="Kulim Park"/>
              </a:defRPr>
            </a:lvl5pPr>
            <a:lvl6pPr marR="0" lvl="5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Kulim Park"/>
              <a:buNone/>
              <a:defRPr sz="2800" b="1" i="0" u="none" strike="noStrike" cap="none">
                <a:solidFill>
                  <a:schemeClr val="dk1"/>
                </a:solidFill>
                <a:latin typeface="Kulim Park"/>
                <a:ea typeface="Kulim Park"/>
                <a:cs typeface="Kulim Park"/>
                <a:sym typeface="Kulim Park"/>
              </a:defRPr>
            </a:lvl6pPr>
            <a:lvl7pPr marR="0" lvl="6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Kulim Park"/>
              <a:buNone/>
              <a:defRPr sz="2800" b="1" i="0" u="none" strike="noStrike" cap="none">
                <a:solidFill>
                  <a:schemeClr val="dk1"/>
                </a:solidFill>
                <a:latin typeface="Kulim Park"/>
                <a:ea typeface="Kulim Park"/>
                <a:cs typeface="Kulim Park"/>
                <a:sym typeface="Kulim Park"/>
              </a:defRPr>
            </a:lvl7pPr>
            <a:lvl8pPr marR="0" lvl="7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Kulim Park"/>
              <a:buNone/>
              <a:defRPr sz="2800" b="1" i="0" u="none" strike="noStrike" cap="none">
                <a:solidFill>
                  <a:schemeClr val="dk1"/>
                </a:solidFill>
                <a:latin typeface="Kulim Park"/>
                <a:ea typeface="Kulim Park"/>
                <a:cs typeface="Kulim Park"/>
                <a:sym typeface="Kulim Park"/>
              </a:defRPr>
            </a:lvl8pPr>
            <a:lvl9pPr marR="0" lvl="8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Kulim Park"/>
              <a:buNone/>
              <a:defRPr sz="2800" b="1" i="0" u="none" strike="noStrike" cap="none">
                <a:solidFill>
                  <a:schemeClr val="dk1"/>
                </a:solidFill>
                <a:latin typeface="Kulim Park"/>
                <a:ea typeface="Kulim Park"/>
                <a:cs typeface="Kulim Park"/>
                <a:sym typeface="Kulim Park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9273F"/>
              </a:buClr>
              <a:buSzPts val="2800"/>
              <a:buFont typeface="Kulim Park"/>
              <a:buNone/>
              <a:tabLst/>
              <a:defRPr/>
            </a:pPr>
            <a:r>
              <a:rPr kumimoji="0" lang="en-US" sz="12000" b="1" i="0" u="none" strike="noStrike" kern="0" cap="none" spc="0" normalizeH="0" baseline="0" noProof="0" smtClean="0">
                <a:ln>
                  <a:noFill/>
                </a:ln>
                <a:solidFill>
                  <a:srgbClr val="FFBF31"/>
                </a:solidFill>
                <a:effectLst/>
                <a:uLnTx/>
                <a:uFillTx/>
                <a:latin typeface="Kulim Park"/>
                <a:sym typeface="Kulim Park"/>
              </a:rPr>
              <a:t>Info:</a:t>
            </a:r>
            <a:endParaRPr kumimoji="0" lang="en-US" sz="12000" b="1" i="0" u="none" strike="noStrike" kern="0" cap="none" spc="0" normalizeH="0" baseline="0" noProof="0">
              <a:ln>
                <a:noFill/>
              </a:ln>
              <a:solidFill>
                <a:srgbClr val="FFBF31"/>
              </a:solidFill>
              <a:effectLst/>
              <a:uLnTx/>
              <a:uFillTx/>
              <a:latin typeface="Kulim Park"/>
              <a:sym typeface="Kulim Park"/>
            </a:endParaRPr>
          </a:p>
        </p:txBody>
      </p:sp>
      <p:sp>
        <p:nvSpPr>
          <p:cNvPr id="25" name="Google Shape;162;p16"/>
          <p:cNvSpPr txBox="1">
            <a:spLocks/>
          </p:cNvSpPr>
          <p:nvPr/>
        </p:nvSpPr>
        <p:spPr>
          <a:xfrm>
            <a:off x="609600" y="2733067"/>
            <a:ext cx="3696400" cy="332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609585" marR="0" lvl="0" indent="-457189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Kulim Park Light"/>
              <a:buChar char="●"/>
              <a:defRPr sz="2400" b="0" i="0" u="none" strike="noStrike" cap="none">
                <a:solidFill>
                  <a:schemeClr val="dk1"/>
                </a:solidFill>
                <a:latin typeface="Kulim Park Light"/>
                <a:ea typeface="Kulim Park Light"/>
                <a:cs typeface="Kulim Park Light"/>
                <a:sym typeface="Kulim Park Light"/>
              </a:defRPr>
            </a:lvl1pPr>
            <a:lvl2pPr marL="1219170" marR="0" lvl="1" indent="-457189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Kulim Park Light"/>
              <a:buChar char="○"/>
              <a:defRPr sz="2400" b="0" i="0" u="none" strike="noStrike" cap="none">
                <a:solidFill>
                  <a:schemeClr val="dk1"/>
                </a:solidFill>
                <a:latin typeface="Kulim Park Light"/>
                <a:ea typeface="Kulim Park Light"/>
                <a:cs typeface="Kulim Park Light"/>
                <a:sym typeface="Kulim Park Light"/>
              </a:defRPr>
            </a:lvl2pPr>
            <a:lvl3pPr marL="1828754" marR="0" lvl="2" indent="-457189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Kulim Park Light"/>
              <a:buChar char="■"/>
              <a:defRPr sz="2400" b="0" i="0" u="none" strike="noStrike" cap="none">
                <a:solidFill>
                  <a:schemeClr val="dk1"/>
                </a:solidFill>
                <a:latin typeface="Kulim Park Light"/>
                <a:ea typeface="Kulim Park Light"/>
                <a:cs typeface="Kulim Park Light"/>
                <a:sym typeface="Kulim Park Light"/>
              </a:defRPr>
            </a:lvl3pPr>
            <a:lvl4pPr marL="2438339" marR="0" lvl="3" indent="-457189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Kulim Park Light"/>
              <a:buChar char="●"/>
              <a:defRPr sz="2400" b="0" i="0" u="none" strike="noStrike" cap="none">
                <a:solidFill>
                  <a:schemeClr val="dk1"/>
                </a:solidFill>
                <a:latin typeface="Kulim Park Light"/>
                <a:ea typeface="Kulim Park Light"/>
                <a:cs typeface="Kulim Park Light"/>
                <a:sym typeface="Kulim Park Light"/>
              </a:defRPr>
            </a:lvl4pPr>
            <a:lvl5pPr marL="3047924" marR="0" lvl="4" indent="-457189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Kulim Park Light"/>
              <a:buChar char="○"/>
              <a:defRPr sz="2400" b="0" i="0" u="none" strike="noStrike" cap="none">
                <a:solidFill>
                  <a:schemeClr val="dk1"/>
                </a:solidFill>
                <a:latin typeface="Kulim Park Light"/>
                <a:ea typeface="Kulim Park Light"/>
                <a:cs typeface="Kulim Park Light"/>
                <a:sym typeface="Kulim Park Light"/>
              </a:defRPr>
            </a:lvl5pPr>
            <a:lvl6pPr marL="3657509" marR="0" lvl="5" indent="-457189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Kulim Park Light"/>
              <a:buChar char="■"/>
              <a:defRPr sz="2400" b="0" i="0" u="none" strike="noStrike" cap="none">
                <a:solidFill>
                  <a:schemeClr val="dk1"/>
                </a:solidFill>
                <a:latin typeface="Kulim Park Light"/>
                <a:ea typeface="Kulim Park Light"/>
                <a:cs typeface="Kulim Park Light"/>
                <a:sym typeface="Kulim Park Light"/>
              </a:defRPr>
            </a:lvl6pPr>
            <a:lvl7pPr marL="4267093" marR="0" lvl="6" indent="-457189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Kulim Park Light"/>
              <a:buChar char="●"/>
              <a:defRPr sz="2400" b="0" i="0" u="none" strike="noStrike" cap="none">
                <a:solidFill>
                  <a:schemeClr val="dk1"/>
                </a:solidFill>
                <a:latin typeface="Kulim Park Light"/>
                <a:ea typeface="Kulim Park Light"/>
                <a:cs typeface="Kulim Park Light"/>
                <a:sym typeface="Kulim Park Light"/>
              </a:defRPr>
            </a:lvl7pPr>
            <a:lvl8pPr marL="4876678" marR="0" lvl="7" indent="-457189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Kulim Park Light"/>
              <a:buChar char="○"/>
              <a:defRPr sz="2400" b="0" i="0" u="none" strike="noStrike" cap="none">
                <a:solidFill>
                  <a:schemeClr val="dk1"/>
                </a:solidFill>
                <a:latin typeface="Kulim Park Light"/>
                <a:ea typeface="Kulim Park Light"/>
                <a:cs typeface="Kulim Park Light"/>
                <a:sym typeface="Kulim Park Light"/>
              </a:defRPr>
            </a:lvl8pPr>
            <a:lvl9pPr marL="5486263" marR="0" lvl="8" indent="-457189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Kulim Park Light"/>
              <a:buChar char="■"/>
              <a:defRPr sz="2400" b="0" i="0" u="none" strike="noStrike" cap="none">
                <a:solidFill>
                  <a:schemeClr val="dk1"/>
                </a:solidFill>
                <a:latin typeface="Kulim Park Light"/>
                <a:ea typeface="Kulim Park Light"/>
                <a:cs typeface="Kulim Park Light"/>
                <a:sym typeface="Kulim Park Light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F97830"/>
              </a:buClr>
              <a:buSzPts val="1800"/>
              <a:buFont typeface="Kulim Park Light"/>
              <a:buNone/>
              <a:tabLst/>
              <a:defRPr/>
            </a:pPr>
            <a:r>
              <a:rPr lang="en-US" b="1" kern="0">
                <a:solidFill>
                  <a:srgbClr val="940D7F"/>
                </a:solidFill>
                <a:latin typeface="Kulim Park"/>
                <a:ea typeface="Kulim Park"/>
                <a:cs typeface="Kulim Park"/>
                <a:sym typeface="Kulim Park"/>
              </a:rPr>
              <a:t>N</a:t>
            </a:r>
            <a:r>
              <a:rPr kumimoji="0" lang="en-US" sz="2400" b="1" i="0" u="none" strike="noStrike" kern="0" cap="none" spc="0" normalizeH="0" baseline="0" noProof="0" smtClean="0">
                <a:ln>
                  <a:noFill/>
                </a:ln>
                <a:solidFill>
                  <a:srgbClr val="940D7F"/>
                </a:solidFill>
                <a:effectLst/>
                <a:uLnTx/>
                <a:uFillTx/>
                <a:latin typeface="Kulim Park"/>
                <a:ea typeface="Kulim Park"/>
                <a:cs typeface="Kulim Park"/>
                <a:sym typeface="Kulim Park"/>
              </a:rPr>
              <a:t>ame: Nguyen Sinh Cung</a:t>
            </a:r>
          </a:p>
          <a:p>
            <a:pPr marL="0" lvl="0" indent="0">
              <a:buClr>
                <a:srgbClr val="39273F"/>
              </a:buClr>
              <a:buSzPts val="1100"/>
              <a:buNone/>
            </a:pPr>
            <a:r>
              <a:rPr lang="en-US" kern="0" smtClean="0">
                <a:solidFill>
                  <a:srgbClr val="39273F"/>
                </a:solidFill>
              </a:rPr>
              <a:t>Renowned revolutionary,</a:t>
            </a:r>
          </a:p>
          <a:p>
            <a:pPr marL="0" lvl="0" indent="0">
              <a:buClr>
                <a:srgbClr val="39273F"/>
              </a:buClr>
              <a:buSzPts val="1100"/>
              <a:buNone/>
            </a:pPr>
            <a:r>
              <a:rPr lang="en-US" kern="0" smtClean="0">
                <a:solidFill>
                  <a:srgbClr val="39273F"/>
                </a:solidFill>
              </a:rPr>
              <a:t>Founder of the Vietnamese Communist Party,   </a:t>
            </a:r>
          </a:p>
          <a:p>
            <a:pPr marL="0" lvl="0" indent="0">
              <a:buClr>
                <a:srgbClr val="39273F"/>
              </a:buClr>
              <a:buSzPts val="1100"/>
              <a:buNone/>
            </a:pPr>
            <a:r>
              <a:rPr lang="en-US" kern="0" smtClean="0">
                <a:solidFill>
                  <a:srgbClr val="39273F"/>
                </a:solidFill>
              </a:rPr>
              <a:t>Leader of Viet Minh independence movement.</a:t>
            </a:r>
            <a:endParaRPr kumimoji="0" lang="en-US" sz="2400" b="0" i="0" u="none" strike="noStrike" kern="0" cap="none" spc="0" normalizeH="0" baseline="0" noProof="0" smtClean="0">
              <a:ln>
                <a:noFill/>
              </a:ln>
              <a:solidFill>
                <a:srgbClr val="39273F"/>
              </a:solidFill>
              <a:effectLst/>
              <a:uLnTx/>
              <a:uFillTx/>
              <a:latin typeface="Kulim Park Light"/>
              <a:sym typeface="Kulim Park Light"/>
            </a:endParaRPr>
          </a:p>
        </p:txBody>
      </p:sp>
    </p:spTree>
    <p:extLst>
      <p:ext uri="{BB962C8B-B14F-4D97-AF65-F5344CB8AC3E}">
        <p14:creationId xmlns:p14="http://schemas.microsoft.com/office/powerpoint/2010/main" val="303860382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8"/>
          <p:cNvSpPr txBox="1">
            <a:spLocks noGrp="1"/>
          </p:cNvSpPr>
          <p:nvPr>
            <p:ph type="body" idx="1"/>
          </p:nvPr>
        </p:nvSpPr>
        <p:spPr>
          <a:xfrm>
            <a:off x="3590800" y="2710393"/>
            <a:ext cx="5010800" cy="1093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indent="0">
              <a:buNone/>
            </a:pPr>
            <a:r>
              <a:rPr lang="en-US">
                <a:solidFill>
                  <a:schemeClr val="accent6">
                    <a:lumMod val="75000"/>
                  </a:schemeClr>
                </a:solidFill>
              </a:rPr>
              <a:t>Distributing responsibility</a:t>
            </a:r>
            <a:r>
              <a:rPr lang="en-US"/>
              <a:t> among the membership, </a:t>
            </a:r>
            <a:r>
              <a:rPr lang="en-US">
                <a:solidFill>
                  <a:schemeClr val="accent6">
                    <a:lumMod val="75000"/>
                  </a:schemeClr>
                </a:solidFill>
              </a:rPr>
              <a:t>empowering</a:t>
            </a:r>
            <a:r>
              <a:rPr lang="en-US"/>
              <a:t> group members, and </a:t>
            </a:r>
            <a:r>
              <a:rPr lang="en-US">
                <a:solidFill>
                  <a:schemeClr val="accent6">
                    <a:lumMod val="75000"/>
                  </a:schemeClr>
                </a:solidFill>
              </a:rPr>
              <a:t>aiding</a:t>
            </a:r>
            <a:r>
              <a:rPr lang="en-US"/>
              <a:t> the group’s decision-making </a:t>
            </a:r>
            <a:r>
              <a:rPr lang="en-US" smtClean="0"/>
              <a:t>process.</a:t>
            </a:r>
            <a:endParaRPr/>
          </a:p>
        </p:txBody>
      </p:sp>
      <p:sp>
        <p:nvSpPr>
          <p:cNvPr id="175" name="Google Shape;175;p18"/>
          <p:cNvSpPr txBox="1">
            <a:spLocks noGrp="1"/>
          </p:cNvSpPr>
          <p:nvPr>
            <p:ph type="sldNum" idx="12"/>
          </p:nvPr>
        </p:nvSpPr>
        <p:spPr>
          <a:xfrm>
            <a:off x="11307445" y="6333135"/>
            <a:ext cx="731600" cy="524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fld id="{00000000-1234-1234-1234-123412341234}" type="slidenum">
              <a:rPr lang="en">
                <a:solidFill>
                  <a:srgbClr val="CE0063"/>
                </a:solidFill>
              </a:rPr>
              <a:pPr/>
              <a:t>3</a:t>
            </a:fld>
            <a:endParaRPr>
              <a:solidFill>
                <a:srgbClr val="CE006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908142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3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547" t="1946" r="547" b="9624"/>
          <a:stretch/>
        </p:blipFill>
        <p:spPr>
          <a:xfrm>
            <a:off x="10151317" y="429402"/>
            <a:ext cx="1532587" cy="1694065"/>
          </a:xfrm>
          <a:prstGeom prst="ellipse">
            <a:avLst/>
          </a:prstGeom>
          <a:solidFill>
            <a:srgbClr val="FFFFFF">
              <a:shade val="85000"/>
            </a:srgbClr>
          </a:solidFill>
          <a:ln w="28575" cap="sq">
            <a:solidFill>
              <a:schemeClr val="bg1"/>
            </a:solidFill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83" name="Google Shape;183;p19"/>
          <p:cNvSpPr txBox="1">
            <a:spLocks noGrp="1"/>
          </p:cNvSpPr>
          <p:nvPr>
            <p:ph type="title"/>
          </p:nvPr>
        </p:nvSpPr>
        <p:spPr>
          <a:xfrm>
            <a:off x="609600" y="792567"/>
            <a:ext cx="6953600" cy="9552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r>
              <a:rPr lang="en-US" smtClean="0"/>
              <a:t>Ho Chi Minh’s Leadership Style</a:t>
            </a:r>
            <a:r>
              <a:rPr lang="en-US" b="0" smtClean="0">
                <a:solidFill>
                  <a:srgbClr val="FF0000"/>
                </a:solidFill>
              </a:rPr>
              <a:t>*</a:t>
            </a:r>
            <a:endParaRPr b="0">
              <a:solidFill>
                <a:srgbClr val="FF0000"/>
              </a:solidFill>
            </a:endParaRPr>
          </a:p>
        </p:txBody>
      </p:sp>
      <p:sp>
        <p:nvSpPr>
          <p:cNvPr id="184" name="Google Shape;184;p19"/>
          <p:cNvSpPr txBox="1">
            <a:spLocks noGrp="1"/>
          </p:cNvSpPr>
          <p:nvPr>
            <p:ph type="body" idx="1"/>
          </p:nvPr>
        </p:nvSpPr>
        <p:spPr>
          <a:xfrm>
            <a:off x="609600" y="2123467"/>
            <a:ext cx="6953600" cy="3926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en-US" smtClean="0"/>
              <a:t>Democratic, but decisive</a:t>
            </a:r>
            <a:endParaRPr/>
          </a:p>
          <a:p>
            <a:pPr>
              <a:spcBef>
                <a:spcPts val="0"/>
              </a:spcBef>
            </a:pPr>
            <a:r>
              <a:rPr lang="en-US" smtClean="0"/>
              <a:t>Deeply understand people</a:t>
            </a:r>
            <a:endParaRPr/>
          </a:p>
          <a:p>
            <a:pPr>
              <a:spcBef>
                <a:spcPts val="0"/>
              </a:spcBef>
            </a:pPr>
            <a:r>
              <a:rPr lang="en-US" smtClean="0"/>
              <a:t>Treasure the talented</a:t>
            </a:r>
          </a:p>
          <a:p>
            <a:pPr>
              <a:spcBef>
                <a:spcPts val="0"/>
              </a:spcBef>
            </a:pPr>
            <a:r>
              <a:rPr lang="en-US" smtClean="0"/>
              <a:t>Revolutionary and scienctific</a:t>
            </a:r>
            <a:endParaRPr/>
          </a:p>
        </p:txBody>
      </p:sp>
      <p:sp>
        <p:nvSpPr>
          <p:cNvPr id="185" name="Google Shape;185;p19"/>
          <p:cNvSpPr txBox="1">
            <a:spLocks noGrp="1"/>
          </p:cNvSpPr>
          <p:nvPr>
            <p:ph type="sldNum" idx="12"/>
          </p:nvPr>
        </p:nvSpPr>
        <p:spPr>
          <a:xfrm>
            <a:off x="11307445" y="6333135"/>
            <a:ext cx="731600" cy="524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fld id="{00000000-1234-1234-1234-123412341234}" type="slidenum">
              <a:rPr lang="en">
                <a:solidFill>
                  <a:srgbClr val="CE0063"/>
                </a:solidFill>
              </a:rPr>
              <a:pPr/>
              <a:t>4</a:t>
            </a:fld>
            <a:endParaRPr>
              <a:solidFill>
                <a:srgbClr val="CE0063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609600" y="6457035"/>
            <a:ext cx="5610131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smtClean="0">
                <a:latin typeface="Kulim Park" pitchFamily="2" charset="0"/>
              </a:rPr>
              <a:t>* Source: </a:t>
            </a:r>
            <a:r>
              <a:rPr lang="en-US" sz="1300" u="sng" smtClean="0">
                <a:latin typeface="Kulim Park" pitchFamily="2" charset="0"/>
                <a:hlinkClick r:id="rId4"/>
              </a:rPr>
              <a:t>bqllang.gov.vn</a:t>
            </a:r>
            <a:r>
              <a:rPr lang="en-US" sz="1300" u="sng">
                <a:latin typeface="Kulim Park" pitchFamily="2" charset="0"/>
                <a:hlinkClick r:id="rId4"/>
              </a:rPr>
              <a:t>/</a:t>
            </a:r>
            <a:r>
              <a:rPr lang="en-US" sz="1300" smtClean="0">
                <a:latin typeface="Kulim Park" pitchFamily="2" charset="0"/>
              </a:rPr>
              <a:t>, </a:t>
            </a:r>
            <a:r>
              <a:rPr lang="en-US" sz="1300" u="sng" smtClean="0">
                <a:latin typeface="Kulim Park" pitchFamily="2" charset="0"/>
                <a:hlinkClick r:id="rId5"/>
              </a:rPr>
              <a:t>tuyengiao.vn</a:t>
            </a:r>
            <a:r>
              <a:rPr lang="en-US" sz="1300" u="sng">
                <a:latin typeface="Kulim Park" pitchFamily="2" charset="0"/>
                <a:hlinkClick r:id="rId5"/>
              </a:rPr>
              <a:t>/</a:t>
            </a:r>
            <a:r>
              <a:rPr lang="en-US" sz="1300">
                <a:latin typeface="Kulim Park" pitchFamily="2" charset="0"/>
              </a:rPr>
              <a:t>, </a:t>
            </a:r>
            <a:r>
              <a:rPr lang="en-US" sz="1300" i="1">
                <a:latin typeface="Kulim Park" pitchFamily="2" charset="0"/>
              </a:rPr>
              <a:t>Hồ Chí Minh toàn tập – tập 5</a:t>
            </a:r>
            <a:endParaRPr lang="en-US" sz="1300">
              <a:latin typeface="Kulim Park" pitchFamily="2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609600" y="3871223"/>
            <a:ext cx="5852884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200">
                <a:latin typeface="Kulim Park" pitchFamily="2" charset="0"/>
              </a:rPr>
              <a:t>Now let’s dive deep into the 1</a:t>
            </a:r>
            <a:r>
              <a:rPr lang="en-US" sz="2200" baseline="30000">
                <a:latin typeface="Kulim Park" pitchFamily="2" charset="0"/>
              </a:rPr>
              <a:t>st</a:t>
            </a:r>
            <a:r>
              <a:rPr lang="en-US" sz="2200">
                <a:latin typeface="Kulim Park" pitchFamily="2" charset="0"/>
              </a:rPr>
              <a:t> and 3</a:t>
            </a:r>
            <a:r>
              <a:rPr lang="en-US" sz="2200" baseline="30000">
                <a:latin typeface="Kulim Park" pitchFamily="2" charset="0"/>
              </a:rPr>
              <a:t>rd</a:t>
            </a:r>
            <a:r>
              <a:rPr lang="en-US" sz="2200">
                <a:latin typeface="Kulim Park" pitchFamily="2" charset="0"/>
              </a:rPr>
              <a:t> point.</a:t>
            </a:r>
          </a:p>
        </p:txBody>
      </p:sp>
    </p:spTree>
    <p:extLst>
      <p:ext uri="{BB962C8B-B14F-4D97-AF65-F5344CB8AC3E}">
        <p14:creationId xmlns:p14="http://schemas.microsoft.com/office/powerpoint/2010/main" val="3326883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7"/>
          <p:cNvSpPr txBox="1">
            <a:spLocks noGrp="1"/>
          </p:cNvSpPr>
          <p:nvPr>
            <p:ph type="ctrTitle"/>
          </p:nvPr>
        </p:nvSpPr>
        <p:spPr>
          <a:xfrm>
            <a:off x="914400" y="2831467"/>
            <a:ext cx="6604000" cy="627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r>
              <a:rPr lang="en">
                <a:solidFill>
                  <a:schemeClr val="accent5"/>
                </a:solidFill>
              </a:rPr>
              <a:t>1. </a:t>
            </a:r>
            <a:r>
              <a:rPr lang="en" smtClean="0"/>
              <a:t>Democratic</a:t>
            </a:r>
            <a:r>
              <a:rPr lang="en" b="0" smtClean="0"/>
              <a:t>&amp;</a:t>
            </a:r>
            <a:r>
              <a:rPr lang="en" smtClean="0"/>
              <a:t>Decisive</a:t>
            </a:r>
            <a:endParaRPr/>
          </a:p>
        </p:txBody>
      </p:sp>
      <p:sp>
        <p:nvSpPr>
          <p:cNvPr id="169" name="Google Shape;169;p17"/>
          <p:cNvSpPr txBox="1">
            <a:spLocks noGrp="1"/>
          </p:cNvSpPr>
          <p:nvPr>
            <p:ph type="subTitle" idx="1"/>
          </p:nvPr>
        </p:nvSpPr>
        <p:spPr>
          <a:xfrm>
            <a:off x="914400" y="3588103"/>
            <a:ext cx="6088400" cy="436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indent="0"/>
            <a:r>
              <a:rPr lang="en" sz="2800" smtClean="0"/>
              <a:t>The first and most important principle.</a:t>
            </a:r>
            <a:endParaRPr sz="2800"/>
          </a:p>
        </p:txBody>
      </p:sp>
    </p:spTree>
    <p:extLst>
      <p:ext uri="{BB962C8B-B14F-4D97-AF65-F5344CB8AC3E}">
        <p14:creationId xmlns:p14="http://schemas.microsoft.com/office/powerpoint/2010/main" val="34163884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28"/>
          <p:cNvSpPr txBox="1">
            <a:spLocks noGrp="1"/>
          </p:cNvSpPr>
          <p:nvPr>
            <p:ph type="subTitle" idx="4294967295"/>
          </p:nvPr>
        </p:nvSpPr>
        <p:spPr>
          <a:xfrm>
            <a:off x="914400" y="2946252"/>
            <a:ext cx="10363200" cy="1978762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118531" indent="0" algn="ctr">
              <a:buNone/>
            </a:pPr>
            <a:r>
              <a:rPr lang="en-US" sz="2400" smtClean="0">
                <a:solidFill>
                  <a:srgbClr val="940D7F"/>
                </a:solidFill>
                <a:latin typeface="Kulim Park" pitchFamily="2" charset="0"/>
                <a:cs typeface="Segoe UI Semilight" panose="020B0402040204020203" pitchFamily="34" charset="0"/>
              </a:rPr>
              <a:t>“Our country belongs to the Viet people.</a:t>
            </a:r>
          </a:p>
          <a:p>
            <a:pPr marL="118531" indent="0" algn="ctr">
              <a:buNone/>
            </a:pPr>
            <a:r>
              <a:rPr lang="en-US" sz="2400" smtClean="0">
                <a:solidFill>
                  <a:srgbClr val="940D7F"/>
                </a:solidFill>
                <a:latin typeface="Kulim Park" pitchFamily="2" charset="0"/>
                <a:cs typeface="Segoe UI Semilight" panose="020B0402040204020203" pitchFamily="34" charset="0"/>
              </a:rPr>
              <a:t>Therefore, leadership shall be of democratic style.”</a:t>
            </a:r>
            <a:endParaRPr lang="en-US" sz="2400">
              <a:solidFill>
                <a:srgbClr val="940D7F"/>
              </a:solidFill>
              <a:latin typeface="Kulim Park" pitchFamily="2" charset="0"/>
              <a:cs typeface="Segoe UI Semilight" panose="020B0402040204020203" pitchFamily="34" charset="0"/>
            </a:endParaRPr>
          </a:p>
        </p:txBody>
      </p:sp>
      <p:sp>
        <p:nvSpPr>
          <p:cNvPr id="292" name="Google Shape;292;p28"/>
          <p:cNvSpPr txBox="1">
            <a:spLocks noGrp="1"/>
          </p:cNvSpPr>
          <p:nvPr>
            <p:ph type="sldNum" idx="12"/>
          </p:nvPr>
        </p:nvSpPr>
        <p:spPr>
          <a:xfrm>
            <a:off x="11307445" y="6333135"/>
            <a:ext cx="731600" cy="524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fld id="{00000000-1234-1234-1234-123412341234}" type="slidenum">
              <a:rPr lang="en">
                <a:solidFill>
                  <a:srgbClr val="CE0063"/>
                </a:solidFill>
              </a:rPr>
              <a:pPr/>
              <a:t>6</a:t>
            </a:fld>
            <a:endParaRPr>
              <a:solidFill>
                <a:srgbClr val="CE0063"/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6" r="1609"/>
          <a:stretch/>
        </p:blipFill>
        <p:spPr>
          <a:xfrm>
            <a:off x="4566418" y="580771"/>
            <a:ext cx="3059165" cy="241498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3" name="TextBox 2"/>
          <p:cNvSpPr txBox="1"/>
          <p:nvPr/>
        </p:nvSpPr>
        <p:spPr>
          <a:xfrm>
            <a:off x="4490720" y="4463349"/>
            <a:ext cx="32105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i="1" smtClean="0">
                <a:solidFill>
                  <a:srgbClr val="940D7F"/>
                </a:solidFill>
                <a:latin typeface="Kulim Park" pitchFamily="2" charset="0"/>
              </a:rPr>
              <a:t>- Ho Chi Minh</a:t>
            </a:r>
            <a:endParaRPr lang="en-US" sz="2400" i="1">
              <a:solidFill>
                <a:srgbClr val="940D7F"/>
              </a:solidFill>
              <a:latin typeface="Kulim Park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099468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1" grpId="0" uiExpand="1" build="p"/>
      <p:bldP spid="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28"/>
          <p:cNvSpPr txBox="1">
            <a:spLocks noGrp="1"/>
          </p:cNvSpPr>
          <p:nvPr>
            <p:ph type="sldNum" idx="12"/>
          </p:nvPr>
        </p:nvSpPr>
        <p:spPr>
          <a:xfrm>
            <a:off x="11307445" y="6333135"/>
            <a:ext cx="731600" cy="524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fld id="{00000000-1234-1234-1234-123412341234}" type="slidenum">
              <a:rPr lang="en">
                <a:solidFill>
                  <a:srgbClr val="CE0063"/>
                </a:solidFill>
              </a:rPr>
              <a:pPr/>
              <a:t>7</a:t>
            </a:fld>
            <a:endParaRPr>
              <a:solidFill>
                <a:srgbClr val="CE0063"/>
              </a:solidFill>
            </a:endParaRPr>
          </a:p>
        </p:txBody>
      </p:sp>
      <p:grpSp>
        <p:nvGrpSpPr>
          <p:cNvPr id="12" name="Group 11"/>
          <p:cNvGrpSpPr/>
          <p:nvPr/>
        </p:nvGrpSpPr>
        <p:grpSpPr>
          <a:xfrm>
            <a:off x="3170386" y="121307"/>
            <a:ext cx="3350973" cy="4640999"/>
            <a:chOff x="3170386" y="121307"/>
            <a:chExt cx="3350973" cy="4640999"/>
          </a:xfrm>
        </p:grpSpPr>
        <p:sp>
          <p:nvSpPr>
            <p:cNvPr id="10" name="Google Shape;712;p40"/>
            <p:cNvSpPr/>
            <p:nvPr/>
          </p:nvSpPr>
          <p:spPr>
            <a:xfrm>
              <a:off x="3170386" y="507190"/>
              <a:ext cx="3350973" cy="4255116"/>
            </a:xfrm>
            <a:custGeom>
              <a:avLst/>
              <a:gdLst/>
              <a:ahLst/>
              <a:cxnLst/>
              <a:rect l="l" t="t" r="r" b="b"/>
              <a:pathLst>
                <a:path w="674" h="857" extrusionOk="0">
                  <a:moveTo>
                    <a:pt x="674" y="164"/>
                  </a:moveTo>
                  <a:cubicBezTo>
                    <a:pt x="578" y="0"/>
                    <a:pt x="578" y="0"/>
                    <a:pt x="578" y="0"/>
                  </a:cubicBezTo>
                  <a:cubicBezTo>
                    <a:pt x="258" y="6"/>
                    <a:pt x="0" y="268"/>
                    <a:pt x="0" y="589"/>
                  </a:cubicBezTo>
                  <a:cubicBezTo>
                    <a:pt x="0" y="682"/>
                    <a:pt x="22" y="775"/>
                    <a:pt x="65" y="857"/>
                  </a:cubicBezTo>
                  <a:cubicBezTo>
                    <a:pt x="158" y="693"/>
                    <a:pt x="158" y="693"/>
                    <a:pt x="158" y="693"/>
                  </a:cubicBezTo>
                  <a:cubicBezTo>
                    <a:pt x="350" y="695"/>
                    <a:pt x="350" y="695"/>
                    <a:pt x="350" y="695"/>
                  </a:cubicBezTo>
                  <a:cubicBezTo>
                    <a:pt x="335" y="661"/>
                    <a:pt x="328" y="625"/>
                    <a:pt x="328" y="589"/>
                  </a:cubicBezTo>
                  <a:cubicBezTo>
                    <a:pt x="328" y="449"/>
                    <a:pt x="439" y="334"/>
                    <a:pt x="577" y="328"/>
                  </a:cubicBezTo>
                  <a:lnTo>
                    <a:pt x="674" y="16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" name="TextBox 1"/>
            <p:cNvSpPr txBox="1"/>
            <p:nvPr/>
          </p:nvSpPr>
          <p:spPr>
            <a:xfrm rot="18441852">
              <a:off x="2341908" y="1882070"/>
              <a:ext cx="4290968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400" smtClean="0">
                  <a:solidFill>
                    <a:schemeClr val="bg1"/>
                  </a:solidFill>
                  <a:latin typeface="Kulim Park" pitchFamily="2" charset="0"/>
                </a:rPr>
                <a:t>Democracy</a:t>
              </a:r>
              <a:endParaRPr lang="en-US" sz="4400">
                <a:solidFill>
                  <a:schemeClr val="bg1"/>
                </a:solidFill>
                <a:latin typeface="Kulim Park" pitchFamily="2" charset="0"/>
              </a:endParaRPr>
            </a:p>
          </p:txBody>
        </p:sp>
      </p:grpSp>
      <p:grpSp>
        <p:nvGrpSpPr>
          <p:cNvPr id="13" name="Group 12"/>
          <p:cNvGrpSpPr/>
          <p:nvPr/>
        </p:nvGrpSpPr>
        <p:grpSpPr>
          <a:xfrm>
            <a:off x="6232227" y="512737"/>
            <a:ext cx="2789388" cy="4338335"/>
            <a:chOff x="6232227" y="512737"/>
            <a:chExt cx="2789388" cy="4338335"/>
          </a:xfrm>
        </p:grpSpPr>
        <p:sp>
          <p:nvSpPr>
            <p:cNvPr id="9" name="Google Shape;711;p40"/>
            <p:cNvSpPr/>
            <p:nvPr/>
          </p:nvSpPr>
          <p:spPr>
            <a:xfrm>
              <a:off x="6232227" y="512737"/>
              <a:ext cx="2789388" cy="4338335"/>
            </a:xfrm>
            <a:custGeom>
              <a:avLst/>
              <a:gdLst/>
              <a:ahLst/>
              <a:cxnLst/>
              <a:rect l="l" t="t" r="r" b="b"/>
              <a:pathLst>
                <a:path w="561" h="874" extrusionOk="0">
                  <a:moveTo>
                    <a:pt x="488" y="872"/>
                  </a:moveTo>
                  <a:cubicBezTo>
                    <a:pt x="536" y="786"/>
                    <a:pt x="561" y="687"/>
                    <a:pt x="561" y="588"/>
                  </a:cubicBezTo>
                  <a:cubicBezTo>
                    <a:pt x="561" y="273"/>
                    <a:pt x="313" y="15"/>
                    <a:pt x="1" y="0"/>
                  </a:cubicBezTo>
                  <a:cubicBezTo>
                    <a:pt x="97" y="163"/>
                    <a:pt x="97" y="163"/>
                    <a:pt x="97" y="163"/>
                  </a:cubicBezTo>
                  <a:cubicBezTo>
                    <a:pt x="0" y="328"/>
                    <a:pt x="0" y="328"/>
                    <a:pt x="0" y="328"/>
                  </a:cubicBezTo>
                  <a:cubicBezTo>
                    <a:pt x="131" y="342"/>
                    <a:pt x="233" y="453"/>
                    <a:pt x="233" y="588"/>
                  </a:cubicBezTo>
                  <a:cubicBezTo>
                    <a:pt x="233" y="630"/>
                    <a:pt x="223" y="671"/>
                    <a:pt x="204" y="708"/>
                  </a:cubicBezTo>
                  <a:cubicBezTo>
                    <a:pt x="298" y="874"/>
                    <a:pt x="298" y="874"/>
                    <a:pt x="298" y="874"/>
                  </a:cubicBezTo>
                  <a:lnTo>
                    <a:pt x="488" y="872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" name="TextBox 10"/>
            <p:cNvSpPr txBox="1"/>
            <p:nvPr/>
          </p:nvSpPr>
          <p:spPr>
            <a:xfrm rot="4280941">
              <a:off x="6741277" y="2331504"/>
              <a:ext cx="2482323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400" smtClean="0">
                  <a:solidFill>
                    <a:schemeClr val="bg1"/>
                  </a:solidFill>
                  <a:latin typeface="Kulim Park" pitchFamily="2" charset="0"/>
                </a:rPr>
                <a:t>Ideas</a:t>
              </a:r>
              <a:endParaRPr lang="en-US" sz="4400">
                <a:solidFill>
                  <a:schemeClr val="bg1"/>
                </a:solidFill>
                <a:latin typeface="Kulim Park" pitchFamily="2" charset="0"/>
              </a:endParaRPr>
            </a:p>
          </p:txBody>
        </p:sp>
      </p:grpSp>
      <p:grpSp>
        <p:nvGrpSpPr>
          <p:cNvPr id="14" name="Group 13"/>
          <p:cNvGrpSpPr/>
          <p:nvPr/>
        </p:nvGrpSpPr>
        <p:grpSpPr>
          <a:xfrm>
            <a:off x="3589258" y="4116920"/>
            <a:ext cx="4965298" cy="2233891"/>
            <a:chOff x="3589258" y="4116920"/>
            <a:chExt cx="4965298" cy="2233891"/>
          </a:xfrm>
        </p:grpSpPr>
        <p:sp>
          <p:nvSpPr>
            <p:cNvPr id="8" name="Google Shape;710;p40"/>
            <p:cNvSpPr/>
            <p:nvPr/>
          </p:nvSpPr>
          <p:spPr>
            <a:xfrm>
              <a:off x="3589258" y="4116920"/>
              <a:ext cx="4965298" cy="2233891"/>
            </a:xfrm>
            <a:custGeom>
              <a:avLst/>
              <a:gdLst/>
              <a:ahLst/>
              <a:cxnLst/>
              <a:rect l="l" t="t" r="r" b="b"/>
              <a:pathLst>
                <a:path w="999" h="450" extrusionOk="0">
                  <a:moveTo>
                    <a:pt x="715" y="15"/>
                  </a:moveTo>
                  <a:cubicBezTo>
                    <a:pt x="667" y="82"/>
                    <a:pt x="588" y="123"/>
                    <a:pt x="505" y="123"/>
                  </a:cubicBezTo>
                  <a:cubicBezTo>
                    <a:pt x="416" y="123"/>
                    <a:pt x="332" y="76"/>
                    <a:pt x="284" y="2"/>
                  </a:cubicBezTo>
                  <a:cubicBezTo>
                    <a:pt x="94" y="0"/>
                    <a:pt x="94" y="0"/>
                    <a:pt x="94" y="0"/>
                  </a:cubicBezTo>
                  <a:cubicBezTo>
                    <a:pt x="0" y="165"/>
                    <a:pt x="0" y="165"/>
                    <a:pt x="0" y="165"/>
                  </a:cubicBezTo>
                  <a:cubicBezTo>
                    <a:pt x="107" y="341"/>
                    <a:pt x="299" y="450"/>
                    <a:pt x="505" y="450"/>
                  </a:cubicBezTo>
                  <a:cubicBezTo>
                    <a:pt x="704" y="450"/>
                    <a:pt x="891" y="347"/>
                    <a:pt x="999" y="181"/>
                  </a:cubicBezTo>
                  <a:cubicBezTo>
                    <a:pt x="810" y="182"/>
                    <a:pt x="810" y="182"/>
                    <a:pt x="810" y="182"/>
                  </a:cubicBezTo>
                  <a:lnTo>
                    <a:pt x="715" y="15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" name="TextBox 3"/>
            <p:cNvSpPr txBox="1"/>
            <p:nvPr/>
          </p:nvSpPr>
          <p:spPr>
            <a:xfrm rot="454267">
              <a:off x="3823640" y="4974546"/>
              <a:ext cx="3914220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400" smtClean="0">
                  <a:solidFill>
                    <a:schemeClr val="bg1"/>
                  </a:solidFill>
                </a:rPr>
                <a:t>Productivity</a:t>
              </a:r>
              <a:endParaRPr lang="en-US" sz="440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4544963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7"/>
          <p:cNvSpPr txBox="1">
            <a:spLocks noGrp="1"/>
          </p:cNvSpPr>
          <p:nvPr>
            <p:ph type="ctrTitle"/>
          </p:nvPr>
        </p:nvSpPr>
        <p:spPr>
          <a:xfrm>
            <a:off x="914399" y="2831467"/>
            <a:ext cx="6817259" cy="627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r>
              <a:rPr lang="en" smtClean="0">
                <a:solidFill>
                  <a:schemeClr val="accent5"/>
                </a:solidFill>
              </a:rPr>
              <a:t>3. </a:t>
            </a:r>
            <a:r>
              <a:rPr lang="en" smtClean="0"/>
              <a:t>Treasure the talented</a:t>
            </a:r>
            <a:endParaRPr/>
          </a:p>
        </p:txBody>
      </p:sp>
      <p:sp>
        <p:nvSpPr>
          <p:cNvPr id="169" name="Google Shape;169;p17"/>
          <p:cNvSpPr txBox="1">
            <a:spLocks noGrp="1"/>
          </p:cNvSpPr>
          <p:nvPr>
            <p:ph type="subTitle" idx="1"/>
          </p:nvPr>
        </p:nvSpPr>
        <p:spPr>
          <a:xfrm>
            <a:off x="914400" y="3588103"/>
            <a:ext cx="6292158" cy="436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indent="0"/>
            <a:r>
              <a:rPr lang="en" sz="2800" smtClean="0"/>
              <a:t>Also imporant in democratic leadership.</a:t>
            </a:r>
            <a:endParaRPr sz="2800"/>
          </a:p>
        </p:txBody>
      </p:sp>
    </p:spTree>
    <p:extLst>
      <p:ext uri="{BB962C8B-B14F-4D97-AF65-F5344CB8AC3E}">
        <p14:creationId xmlns:p14="http://schemas.microsoft.com/office/powerpoint/2010/main" val="9040704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28"/>
          <p:cNvSpPr txBox="1">
            <a:spLocks noGrp="1"/>
          </p:cNvSpPr>
          <p:nvPr>
            <p:ph type="sldNum" idx="12"/>
          </p:nvPr>
        </p:nvSpPr>
        <p:spPr>
          <a:xfrm>
            <a:off x="11307445" y="6333135"/>
            <a:ext cx="731600" cy="524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fld id="{00000000-1234-1234-1234-123412341234}" type="slidenum">
              <a:rPr lang="en">
                <a:solidFill>
                  <a:srgbClr val="CE0063"/>
                </a:solidFill>
              </a:rPr>
              <a:pPr/>
              <a:t>9</a:t>
            </a:fld>
            <a:endParaRPr>
              <a:solidFill>
                <a:srgbClr val="CE0063"/>
              </a:solidFill>
            </a:endParaRPr>
          </a:p>
        </p:txBody>
      </p:sp>
      <p:graphicFrame>
        <p:nvGraphicFramePr>
          <p:cNvPr id="3" name="Diagram 2"/>
          <p:cNvGraphicFramePr/>
          <p:nvPr>
            <p:extLst>
              <p:ext uri="{D42A27DB-BD31-4B8C-83A1-F6EECF244321}">
                <p14:modId xmlns:p14="http://schemas.microsoft.com/office/powerpoint/2010/main" val="2445284779"/>
              </p:ext>
            </p:extLst>
          </p:nvPr>
        </p:nvGraphicFramePr>
        <p:xfrm>
          <a:off x="3890344" y="1249377"/>
          <a:ext cx="4250727" cy="283381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pSp>
        <p:nvGrpSpPr>
          <p:cNvPr id="16" name="Group 15"/>
          <p:cNvGrpSpPr/>
          <p:nvPr/>
        </p:nvGrpSpPr>
        <p:grpSpPr>
          <a:xfrm>
            <a:off x="3819115" y="4273234"/>
            <a:ext cx="5560268" cy="1335388"/>
            <a:chOff x="1184564" y="4843604"/>
            <a:chExt cx="5560268" cy="1335388"/>
          </a:xfrm>
        </p:grpSpPr>
        <p:grpSp>
          <p:nvGrpSpPr>
            <p:cNvPr id="15" name="Group 14"/>
            <p:cNvGrpSpPr/>
            <p:nvPr/>
          </p:nvGrpSpPr>
          <p:grpSpPr>
            <a:xfrm>
              <a:off x="1267485" y="4843604"/>
              <a:ext cx="5477347" cy="369332"/>
              <a:chOff x="1267485" y="4843604"/>
              <a:chExt cx="5477347" cy="369332"/>
            </a:xfrm>
          </p:grpSpPr>
          <p:sp>
            <p:nvSpPr>
              <p:cNvPr id="5" name="TextBox 4"/>
              <p:cNvSpPr txBox="1"/>
              <p:nvPr/>
            </p:nvSpPr>
            <p:spPr>
              <a:xfrm>
                <a:off x="1267486" y="4843604"/>
                <a:ext cx="547734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mtClean="0">
                    <a:latin typeface="Kulim Park" pitchFamily="2" charset="0"/>
                  </a:rPr>
                  <a:t>	could propose their ideas.</a:t>
                </a:r>
              </a:p>
            </p:txBody>
          </p:sp>
          <p:sp>
            <p:nvSpPr>
              <p:cNvPr id="6" name="Rectangle 5"/>
              <p:cNvSpPr/>
              <p:nvPr/>
            </p:nvSpPr>
            <p:spPr>
              <a:xfrm>
                <a:off x="1267485" y="4843604"/>
                <a:ext cx="959667" cy="369332"/>
              </a:xfrm>
              <a:prstGeom prst="rect">
                <a:avLst/>
              </a:prstGeom>
              <a:solidFill>
                <a:schemeClr val="accent3"/>
              </a:solidFill>
            </p:spPr>
            <p:txBody>
              <a:bodyPr wrap="square" anchor="ctr">
                <a:spAutoFit/>
              </a:bodyPr>
              <a:lstStyle/>
              <a:p>
                <a:pPr algn="ctr"/>
                <a:r>
                  <a:rPr lang="en-US">
                    <a:solidFill>
                      <a:schemeClr val="bg1"/>
                    </a:solidFill>
                    <a:latin typeface="Kulim Park" pitchFamily="2" charset="0"/>
                  </a:rPr>
                  <a:t>Anyone</a:t>
                </a:r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7" name="Rectangle 6"/>
            <p:cNvSpPr/>
            <p:nvPr/>
          </p:nvSpPr>
          <p:spPr>
            <a:xfrm>
              <a:off x="1184564" y="5326632"/>
              <a:ext cx="3615092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>
                  <a:latin typeface="Kulim Park" pitchFamily="2" charset="0"/>
                </a:rPr>
                <a:t>Then ideas </a:t>
              </a:r>
              <a:r>
                <a:rPr lang="en-US" smtClean="0">
                  <a:latin typeface="Kulim Park" pitchFamily="2" charset="0"/>
                </a:rPr>
                <a:t>underwent discussion.</a:t>
              </a:r>
              <a:endParaRPr lang="en-US">
                <a:latin typeface="Kulim Park" pitchFamily="2" charset="0"/>
              </a:endParaRPr>
            </a:p>
          </p:txBody>
        </p:sp>
        <p:sp>
          <p:nvSpPr>
            <p:cNvPr id="18" name="Rectangle 17"/>
            <p:cNvSpPr/>
            <p:nvPr/>
          </p:nvSpPr>
          <p:spPr>
            <a:xfrm>
              <a:off x="1184564" y="5809660"/>
              <a:ext cx="4717958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mtClean="0">
                  <a:latin typeface="Kulim Park" pitchFamily="2" charset="0"/>
                </a:rPr>
                <a:t>Final decision was then made by the leader.</a:t>
              </a:r>
              <a:endParaRPr lang="en-US">
                <a:latin typeface="Kulim Park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7984458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4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3" grpId="0">
        <p:bldAsOne/>
      </p:bldGraphic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28"/>
          <p:cNvSpPr txBox="1">
            <a:spLocks noGrp="1"/>
          </p:cNvSpPr>
          <p:nvPr>
            <p:ph type="sldNum" idx="12"/>
          </p:nvPr>
        </p:nvSpPr>
        <p:spPr>
          <a:xfrm>
            <a:off x="11307445" y="6333135"/>
            <a:ext cx="731600" cy="524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fld id="{00000000-1234-1234-1234-123412341234}" type="slidenum">
              <a:rPr lang="en">
                <a:solidFill>
                  <a:srgbClr val="CE0063"/>
                </a:solidFill>
              </a:rPr>
              <a:pPr/>
              <a:t>10</a:t>
            </a:fld>
            <a:endParaRPr>
              <a:solidFill>
                <a:srgbClr val="CE0063"/>
              </a:solidFill>
            </a:endParaRPr>
          </a:p>
        </p:txBody>
      </p:sp>
      <p:graphicFrame>
        <p:nvGraphicFramePr>
          <p:cNvPr id="5" name="Diagram 4"/>
          <p:cNvGraphicFramePr/>
          <p:nvPr>
            <p:extLst>
              <p:ext uri="{D42A27DB-BD31-4B8C-83A1-F6EECF244321}">
                <p14:modId xmlns:p14="http://schemas.microsoft.com/office/powerpoint/2010/main" val="3788853643"/>
              </p:ext>
            </p:extLst>
          </p:nvPr>
        </p:nvGraphicFramePr>
        <p:xfrm>
          <a:off x="1491177" y="1149789"/>
          <a:ext cx="4250727" cy="283381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pSp>
        <p:nvGrpSpPr>
          <p:cNvPr id="6" name="Group 5"/>
          <p:cNvGrpSpPr/>
          <p:nvPr/>
        </p:nvGrpSpPr>
        <p:grpSpPr>
          <a:xfrm>
            <a:off x="1419948" y="4173646"/>
            <a:ext cx="5560268" cy="1335388"/>
            <a:chOff x="1184564" y="4843604"/>
            <a:chExt cx="5560268" cy="1335388"/>
          </a:xfrm>
        </p:grpSpPr>
        <p:grpSp>
          <p:nvGrpSpPr>
            <p:cNvPr id="7" name="Group 6"/>
            <p:cNvGrpSpPr/>
            <p:nvPr/>
          </p:nvGrpSpPr>
          <p:grpSpPr>
            <a:xfrm>
              <a:off x="1267485" y="4843604"/>
              <a:ext cx="5477347" cy="369332"/>
              <a:chOff x="1267485" y="4843604"/>
              <a:chExt cx="5477347" cy="369332"/>
            </a:xfrm>
          </p:grpSpPr>
          <p:sp>
            <p:nvSpPr>
              <p:cNvPr id="10" name="TextBox 9"/>
              <p:cNvSpPr txBox="1"/>
              <p:nvPr/>
            </p:nvSpPr>
            <p:spPr>
              <a:xfrm>
                <a:off x="1267486" y="4843604"/>
                <a:ext cx="547734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mtClean="0">
                    <a:latin typeface="Kulim Park" pitchFamily="2" charset="0"/>
                  </a:rPr>
                  <a:t>	could propose their ideas.</a:t>
                </a:r>
              </a:p>
            </p:txBody>
          </p:sp>
          <p:sp>
            <p:nvSpPr>
              <p:cNvPr id="11" name="Rectangle 10"/>
              <p:cNvSpPr/>
              <p:nvPr/>
            </p:nvSpPr>
            <p:spPr>
              <a:xfrm>
                <a:off x="1267485" y="4843604"/>
                <a:ext cx="959667" cy="369332"/>
              </a:xfrm>
              <a:prstGeom prst="rect">
                <a:avLst/>
              </a:prstGeom>
              <a:solidFill>
                <a:schemeClr val="accent3"/>
              </a:solidFill>
            </p:spPr>
            <p:txBody>
              <a:bodyPr wrap="square" anchor="ctr">
                <a:spAutoFit/>
              </a:bodyPr>
              <a:lstStyle/>
              <a:p>
                <a:pPr algn="ctr"/>
                <a:r>
                  <a:rPr lang="en-US">
                    <a:solidFill>
                      <a:schemeClr val="bg1"/>
                    </a:solidFill>
                    <a:latin typeface="Kulim Park" pitchFamily="2" charset="0"/>
                  </a:rPr>
                  <a:t>Anyone</a:t>
                </a:r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8" name="Rectangle 7"/>
            <p:cNvSpPr/>
            <p:nvPr/>
          </p:nvSpPr>
          <p:spPr>
            <a:xfrm>
              <a:off x="1184564" y="5326632"/>
              <a:ext cx="3615092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>
                  <a:latin typeface="Kulim Park" pitchFamily="2" charset="0"/>
                </a:rPr>
                <a:t>Then ideas </a:t>
              </a:r>
              <a:r>
                <a:rPr lang="en-US" smtClean="0">
                  <a:latin typeface="Kulim Park" pitchFamily="2" charset="0"/>
                </a:rPr>
                <a:t>underwent discussion.</a:t>
              </a:r>
              <a:endParaRPr lang="en-US">
                <a:latin typeface="Kulim Park" pitchFamily="2" charset="0"/>
              </a:endParaRPr>
            </a:p>
          </p:txBody>
        </p:sp>
        <p:sp>
          <p:nvSpPr>
            <p:cNvPr id="9" name="Rectangle 8"/>
            <p:cNvSpPr/>
            <p:nvPr/>
          </p:nvSpPr>
          <p:spPr>
            <a:xfrm>
              <a:off x="1184564" y="5809660"/>
              <a:ext cx="4717958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mtClean="0">
                  <a:latin typeface="Kulim Park" pitchFamily="2" charset="0"/>
                </a:rPr>
                <a:t>Final decision was then made by the leader.</a:t>
              </a:r>
              <a:endParaRPr lang="en-US">
                <a:latin typeface="Kulim Park" pitchFamily="2" charset="0"/>
              </a:endParaRPr>
            </a:p>
          </p:txBody>
        </p:sp>
      </p:grpSp>
      <p:grpSp>
        <p:nvGrpSpPr>
          <p:cNvPr id="3" name="Group 2"/>
          <p:cNvGrpSpPr/>
          <p:nvPr/>
        </p:nvGrpSpPr>
        <p:grpSpPr>
          <a:xfrm>
            <a:off x="6980216" y="1158845"/>
            <a:ext cx="3262005" cy="4845359"/>
            <a:chOff x="6980216" y="1158845"/>
            <a:chExt cx="3262005" cy="4845359"/>
          </a:xfrm>
        </p:grpSpPr>
        <p:pic>
          <p:nvPicPr>
            <p:cNvPr id="12" name="Picture 11"/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80216" y="1158845"/>
              <a:ext cx="3262005" cy="4350190"/>
            </a:xfrm>
            <a:prstGeom prst="rect">
              <a:avLst/>
            </a:prstGeom>
          </p:spPr>
        </p:pic>
        <p:sp>
          <p:nvSpPr>
            <p:cNvPr id="2" name="TextBox 1"/>
            <p:cNvSpPr txBox="1"/>
            <p:nvPr/>
          </p:nvSpPr>
          <p:spPr>
            <a:xfrm>
              <a:off x="7592703" y="5604094"/>
              <a:ext cx="203703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smtClean="0">
                  <a:latin typeface="Kulim Park" pitchFamily="2" charset="0"/>
                </a:rPr>
                <a:t>Le Duan</a:t>
              </a:r>
              <a:endParaRPr lang="en-US" sz="2000">
                <a:latin typeface="Kulim Park" pitchFamily="2" charset="0"/>
              </a:endParaRPr>
            </a:p>
          </p:txBody>
        </p:sp>
      </p:grpSp>
      <p:grpSp>
        <p:nvGrpSpPr>
          <p:cNvPr id="14" name="Group 13"/>
          <p:cNvGrpSpPr/>
          <p:nvPr/>
        </p:nvGrpSpPr>
        <p:grpSpPr>
          <a:xfrm>
            <a:off x="6321057" y="1610952"/>
            <a:ext cx="4580321" cy="3993142"/>
            <a:chOff x="6321057" y="1610952"/>
            <a:chExt cx="4580321" cy="3993142"/>
          </a:xfrm>
        </p:grpSpPr>
        <p:pic>
          <p:nvPicPr>
            <p:cNvPr id="4" name="Picture 3"/>
            <p:cNvPicPr>
              <a:picLocks noChangeAspect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321057" y="1610952"/>
              <a:ext cx="4580321" cy="3445976"/>
            </a:xfrm>
            <a:prstGeom prst="rect">
              <a:avLst/>
            </a:prstGeom>
          </p:spPr>
        </p:pic>
        <p:sp>
          <p:nvSpPr>
            <p:cNvPr id="13" name="TextBox 12"/>
            <p:cNvSpPr txBox="1"/>
            <p:nvPr/>
          </p:nvSpPr>
          <p:spPr>
            <a:xfrm>
              <a:off x="7158135" y="5203984"/>
              <a:ext cx="290616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smtClean="0">
                  <a:latin typeface="Kulim Park" pitchFamily="2" charset="0"/>
                </a:rPr>
                <a:t>August Revolution</a:t>
              </a:r>
              <a:endParaRPr lang="en-US" sz="2000">
                <a:latin typeface="Kulim Park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199702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36"/>
          <p:cNvSpPr txBox="1">
            <a:spLocks noGrp="1"/>
          </p:cNvSpPr>
          <p:nvPr>
            <p:ph type="ctrTitle" idx="4294967295"/>
          </p:nvPr>
        </p:nvSpPr>
        <p:spPr>
          <a:xfrm>
            <a:off x="2790026" y="2873930"/>
            <a:ext cx="6485200" cy="1025200"/>
          </a:xfrm>
          <a:prstGeom prst="rect">
            <a:avLst/>
          </a:prstGeom>
          <a:effectLst>
            <a:outerShdw blurRad="257175" dist="76200" dir="5400000" algn="bl" rotWithShape="0">
              <a:schemeClr val="dk1">
                <a:alpha val="64000"/>
              </a:schemeClr>
            </a:outerShdw>
          </a:effectLst>
        </p:spPr>
        <p:txBody>
          <a:bodyPr spcFirstLastPara="1" wrap="square" lIns="0" tIns="0" rIns="0" bIns="0" anchor="b" anchorCtr="0">
            <a:noAutofit/>
          </a:bodyPr>
          <a:lstStyle/>
          <a:p>
            <a:pPr algn="ctr"/>
            <a:r>
              <a:rPr lang="en" sz="8000">
                <a:solidFill>
                  <a:schemeClr val="lt1"/>
                </a:solidFill>
              </a:rPr>
              <a:t>Thanks!</a:t>
            </a:r>
            <a:endParaRPr sz="8000">
              <a:solidFill>
                <a:schemeClr val="lt1"/>
              </a:solidFill>
            </a:endParaRPr>
          </a:p>
        </p:txBody>
      </p:sp>
      <p:sp>
        <p:nvSpPr>
          <p:cNvPr id="386" name="Google Shape;386;p36"/>
          <p:cNvSpPr txBox="1">
            <a:spLocks noGrp="1"/>
          </p:cNvSpPr>
          <p:nvPr>
            <p:ph type="sldNum" idx="12"/>
          </p:nvPr>
        </p:nvSpPr>
        <p:spPr>
          <a:xfrm>
            <a:off x="11307445" y="6333135"/>
            <a:ext cx="731600" cy="524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fld id="{00000000-1234-1234-1234-123412341234}" type="slidenum">
              <a:rPr lang="en"/>
              <a:pPr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81040299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Volumnia template">
  <a:themeElements>
    <a:clrScheme name="Custom 347">
      <a:dk1>
        <a:srgbClr val="39273F"/>
      </a:dk1>
      <a:lt1>
        <a:srgbClr val="FFFFFF"/>
      </a:lt1>
      <a:dk2>
        <a:srgbClr val="5E1B53"/>
      </a:dk2>
      <a:lt2>
        <a:srgbClr val="F1EEF1"/>
      </a:lt2>
      <a:accent1>
        <a:srgbClr val="940D7F"/>
      </a:accent1>
      <a:accent2>
        <a:srgbClr val="CE0063"/>
      </a:accent2>
      <a:accent3>
        <a:srgbClr val="ED2B2B"/>
      </a:accent3>
      <a:accent4>
        <a:srgbClr val="F97830"/>
      </a:accent4>
      <a:accent5>
        <a:srgbClr val="FFBF31"/>
      </a:accent5>
      <a:accent6>
        <a:srgbClr val="FEFDCA"/>
      </a:accent6>
      <a:hlink>
        <a:srgbClr val="5E1B53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1_Volumnia template">
  <a:themeElements>
    <a:clrScheme name="Custom 347">
      <a:dk1>
        <a:srgbClr val="39273F"/>
      </a:dk1>
      <a:lt1>
        <a:srgbClr val="FFFFFF"/>
      </a:lt1>
      <a:dk2>
        <a:srgbClr val="5E1B53"/>
      </a:dk2>
      <a:lt2>
        <a:srgbClr val="F1EEF1"/>
      </a:lt2>
      <a:accent1>
        <a:srgbClr val="940D7F"/>
      </a:accent1>
      <a:accent2>
        <a:srgbClr val="CE0063"/>
      </a:accent2>
      <a:accent3>
        <a:srgbClr val="ED2B2B"/>
      </a:accent3>
      <a:accent4>
        <a:srgbClr val="F97830"/>
      </a:accent4>
      <a:accent5>
        <a:srgbClr val="FFBF31"/>
      </a:accent5>
      <a:accent6>
        <a:srgbClr val="FEFDCA"/>
      </a:accent6>
      <a:hlink>
        <a:srgbClr val="5E1B53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2_Volumnia template">
  <a:themeElements>
    <a:clrScheme name="Custom 347">
      <a:dk1>
        <a:srgbClr val="39273F"/>
      </a:dk1>
      <a:lt1>
        <a:srgbClr val="FFFFFF"/>
      </a:lt1>
      <a:dk2>
        <a:srgbClr val="5E1B53"/>
      </a:dk2>
      <a:lt2>
        <a:srgbClr val="F1EEF1"/>
      </a:lt2>
      <a:accent1>
        <a:srgbClr val="940D7F"/>
      </a:accent1>
      <a:accent2>
        <a:srgbClr val="CE0063"/>
      </a:accent2>
      <a:accent3>
        <a:srgbClr val="ED2B2B"/>
      </a:accent3>
      <a:accent4>
        <a:srgbClr val="F97830"/>
      </a:accent4>
      <a:accent5>
        <a:srgbClr val="FFBF31"/>
      </a:accent5>
      <a:accent6>
        <a:srgbClr val="FEFDCA"/>
      </a:accent6>
      <a:hlink>
        <a:srgbClr val="5E1B53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3_Volumnia template">
  <a:themeElements>
    <a:clrScheme name="Custom 347">
      <a:dk1>
        <a:srgbClr val="39273F"/>
      </a:dk1>
      <a:lt1>
        <a:srgbClr val="FFFFFF"/>
      </a:lt1>
      <a:dk2>
        <a:srgbClr val="5E1B53"/>
      </a:dk2>
      <a:lt2>
        <a:srgbClr val="F1EEF1"/>
      </a:lt2>
      <a:accent1>
        <a:srgbClr val="940D7F"/>
      </a:accent1>
      <a:accent2>
        <a:srgbClr val="CE0063"/>
      </a:accent2>
      <a:accent3>
        <a:srgbClr val="ED2B2B"/>
      </a:accent3>
      <a:accent4>
        <a:srgbClr val="F97830"/>
      </a:accent4>
      <a:accent5>
        <a:srgbClr val="FFBF31"/>
      </a:accent5>
      <a:accent6>
        <a:srgbClr val="FEFDCA"/>
      </a:accent6>
      <a:hlink>
        <a:srgbClr val="5E1B53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4_Volumnia template">
  <a:themeElements>
    <a:clrScheme name="Custom 347">
      <a:dk1>
        <a:srgbClr val="39273F"/>
      </a:dk1>
      <a:lt1>
        <a:srgbClr val="FFFFFF"/>
      </a:lt1>
      <a:dk2>
        <a:srgbClr val="5E1B53"/>
      </a:dk2>
      <a:lt2>
        <a:srgbClr val="F1EEF1"/>
      </a:lt2>
      <a:accent1>
        <a:srgbClr val="940D7F"/>
      </a:accent1>
      <a:accent2>
        <a:srgbClr val="CE0063"/>
      </a:accent2>
      <a:accent3>
        <a:srgbClr val="ED2B2B"/>
      </a:accent3>
      <a:accent4>
        <a:srgbClr val="F97830"/>
      </a:accent4>
      <a:accent5>
        <a:srgbClr val="FFBF31"/>
      </a:accent5>
      <a:accent6>
        <a:srgbClr val="FEFDCA"/>
      </a:accent6>
      <a:hlink>
        <a:srgbClr val="5E1B53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5_Volumnia template">
  <a:themeElements>
    <a:clrScheme name="Custom 347">
      <a:dk1>
        <a:srgbClr val="39273F"/>
      </a:dk1>
      <a:lt1>
        <a:srgbClr val="FFFFFF"/>
      </a:lt1>
      <a:dk2>
        <a:srgbClr val="5E1B53"/>
      </a:dk2>
      <a:lt2>
        <a:srgbClr val="F1EEF1"/>
      </a:lt2>
      <a:accent1>
        <a:srgbClr val="940D7F"/>
      </a:accent1>
      <a:accent2>
        <a:srgbClr val="CE0063"/>
      </a:accent2>
      <a:accent3>
        <a:srgbClr val="ED2B2B"/>
      </a:accent3>
      <a:accent4>
        <a:srgbClr val="F97830"/>
      </a:accent4>
      <a:accent5>
        <a:srgbClr val="FFBF31"/>
      </a:accent5>
      <a:accent6>
        <a:srgbClr val="FEFDCA"/>
      </a:accent6>
      <a:hlink>
        <a:srgbClr val="5E1B53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786</TotalTime>
  <Words>199</Words>
  <Application>Microsoft Office PowerPoint</Application>
  <PresentationFormat>Widescreen</PresentationFormat>
  <Paragraphs>49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7</vt:i4>
      </vt:variant>
      <vt:variant>
        <vt:lpstr>Slide Titles</vt:lpstr>
      </vt:variant>
      <vt:variant>
        <vt:i4>11</vt:i4>
      </vt:variant>
    </vt:vector>
  </HeadingPairs>
  <TitlesOfParts>
    <vt:vector size="26" baseType="lpstr">
      <vt:lpstr>Calibri</vt:lpstr>
      <vt:lpstr>Kozuka Gothic Pr6N B</vt:lpstr>
      <vt:lpstr>Kulim Park</vt:lpstr>
      <vt:lpstr>Arial</vt:lpstr>
      <vt:lpstr>Segoe UI Semilight</vt:lpstr>
      <vt:lpstr>Kulim Park bold</vt:lpstr>
      <vt:lpstr>Calibri Light</vt:lpstr>
      <vt:lpstr>Kulim Park Light</vt:lpstr>
      <vt:lpstr>Office Theme</vt:lpstr>
      <vt:lpstr>Volumnia template</vt:lpstr>
      <vt:lpstr>1_Volumnia template</vt:lpstr>
      <vt:lpstr>2_Volumnia template</vt:lpstr>
      <vt:lpstr>3_Volumnia template</vt:lpstr>
      <vt:lpstr>4_Volumnia template</vt:lpstr>
      <vt:lpstr>5_Volumnia template</vt:lpstr>
      <vt:lpstr>Ho Chi Minh: Pinnacle of  </vt:lpstr>
      <vt:lpstr>PowerPoint Presentation</vt:lpstr>
      <vt:lpstr>PowerPoint Presentation</vt:lpstr>
      <vt:lpstr>Ho Chi Minh’s Leadership Style*</vt:lpstr>
      <vt:lpstr>1. Democratic&amp;Decisive</vt:lpstr>
      <vt:lpstr>PowerPoint Presentation</vt:lpstr>
      <vt:lpstr>PowerPoint Presentation</vt:lpstr>
      <vt:lpstr>3. Treasure the talented</vt:lpstr>
      <vt:lpstr>PowerPoint Presentation</vt:lpstr>
      <vt:lpstr>PowerPoint Presentation</vt:lpstr>
      <vt:lpstr>Thanks!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 Chi Minh Pinnacle of Autocratic Leadership</dc:title>
  <dc:creator>Đức Văn</dc:creator>
  <cp:lastModifiedBy>Đức Văn</cp:lastModifiedBy>
  <cp:revision>92</cp:revision>
  <dcterms:created xsi:type="dcterms:W3CDTF">2020-06-14T08:59:56Z</dcterms:created>
  <dcterms:modified xsi:type="dcterms:W3CDTF">2020-06-17T06:37:13Z</dcterms:modified>
</cp:coreProperties>
</file>