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Montserrat"/>
      <p:regular r:id="rId37"/>
      <p:bold r:id="rId38"/>
      <p:italic r:id="rId39"/>
      <p:boldItalic r:id="rId40"/>
    </p:embeddedFont>
    <p:embeddedFont>
      <p:font typeface="Karla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9017102A-83DA-4D73-A6E6-268CDAF68B00}">
  <a:tblStyle styleId="{9017102A-83DA-4D73-A6E6-268CDAF68B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Italic.fntdata"/><Relationship Id="rId20" Type="http://schemas.openxmlformats.org/officeDocument/2006/relationships/slide" Target="slides/slide15.xml"/><Relationship Id="rId42" Type="http://schemas.openxmlformats.org/officeDocument/2006/relationships/font" Target="fonts/Karla-bold.fntdata"/><Relationship Id="rId41" Type="http://schemas.openxmlformats.org/officeDocument/2006/relationships/font" Target="fonts/Karla-regular.fntdata"/><Relationship Id="rId22" Type="http://schemas.openxmlformats.org/officeDocument/2006/relationships/slide" Target="slides/slide17.xml"/><Relationship Id="rId44" Type="http://schemas.openxmlformats.org/officeDocument/2006/relationships/font" Target="fonts/Karla-boldItalic.fntdata"/><Relationship Id="rId21" Type="http://schemas.openxmlformats.org/officeDocument/2006/relationships/slide" Target="slides/slide16.xml"/><Relationship Id="rId43" Type="http://schemas.openxmlformats.org/officeDocument/2006/relationships/font" Target="fonts/Karla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Montserrat-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f391192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f39119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f391192_0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5f391192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f391192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f391192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5f391192_0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5f391192_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f391192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f391192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72907688f_4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72907688f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f391192_08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5f391192_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ed75ccf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5ed75ccf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5ed75ccf_0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5ed75ccf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5ed75ccf_0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5ed75ccf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ed75ccf_0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5ed75ccf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5ed75ccf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5ed75ccf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ed75ccf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5ed75ccf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5ed75ccf_0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5ed75ccf_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5ed75ccf_09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5ed75ccf_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5ed75ccf_01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5ed75ccf_0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5ed75ccf_01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5ed75ccf_0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5ed75ccf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5ed75ccf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5ed75ccf_0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5ed75ccf_0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5ed75ccf_01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5ed75ccf_0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5694cd56_04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5694cd56_0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77a498a6c2_15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77a498a6c2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13525a2c0e_308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13525a2c0e_30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606b707fd3_0_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606b707fd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648300" y="3175950"/>
            <a:ext cx="35307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ubtitle">
  <p:cSld name="TITL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15" name="Google Shape;15;p3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" name="Google Shape;16;p3"/>
          <p:cNvSpPr txBox="1"/>
          <p:nvPr>
            <p:ph type="ctrTitle"/>
          </p:nvPr>
        </p:nvSpPr>
        <p:spPr>
          <a:xfrm>
            <a:off x="648300" y="1354750"/>
            <a:ext cx="35223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6724950" y="3265700"/>
            <a:ext cx="1906200" cy="103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 + image">
  <p:cSld name="TITLE_1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20" name="Google Shape;20;p4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838309" y="1807900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50" y="2419350"/>
            <a:ext cx="31482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big image">
  <p:cSld name="TITLE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209250" y="-9675"/>
            <a:ext cx="3076750" cy="5167075"/>
          </a:xfrm>
          <a:custGeom>
            <a:rect b="b" l="l" r="r" t="t"/>
            <a:pathLst>
              <a:path extrusionOk="0" h="206683" w="12307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26" name="Google Shape;26;p5"/>
          <p:cNvSpPr/>
          <p:nvPr/>
        </p:nvSpPr>
        <p:spPr>
          <a:xfrm>
            <a:off x="-19350" y="-9675"/>
            <a:ext cx="3076750" cy="5167075"/>
          </a:xfrm>
          <a:custGeom>
            <a:rect b="b" l="l" r="r" t="t"/>
            <a:pathLst>
              <a:path extrusionOk="0" h="206683" w="12307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609704" y="4116875"/>
            <a:ext cx="1609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">
  <p:cSld name="TITLE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1" name="Google Shape;31;p6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" name="Google Shape;32;p6"/>
          <p:cNvSpPr txBox="1"/>
          <p:nvPr/>
        </p:nvSpPr>
        <p:spPr>
          <a:xfrm>
            <a:off x="799645" y="697675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 sz="12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838250" y="16573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Font typeface="Montserrat"/>
              <a:buChar char="▸"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▹"/>
              <a:defRPr sz="2400">
                <a:latin typeface="Montserrat"/>
                <a:ea typeface="Montserrat"/>
                <a:cs typeface="Montserrat"/>
                <a:sym typeface="Montserrat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▹"/>
              <a:defRPr sz="2400">
                <a:latin typeface="Montserrat"/>
                <a:ea typeface="Montserrat"/>
                <a:cs typeface="Montserrat"/>
                <a:sym typeface="Montserrat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  <a:defRPr sz="2400">
                <a:latin typeface="Montserrat"/>
                <a:ea typeface="Montserrat"/>
                <a:cs typeface="Montserrat"/>
                <a:sym typeface="Montserrat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○"/>
              <a:defRPr sz="2400">
                <a:latin typeface="Montserrat"/>
                <a:ea typeface="Montserrat"/>
                <a:cs typeface="Montserrat"/>
                <a:sym typeface="Montserrat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  <a:defRPr sz="2400">
                <a:latin typeface="Montserrat"/>
                <a:ea typeface="Montserrat"/>
                <a:cs typeface="Montserrat"/>
                <a:sym typeface="Montserrat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○"/>
              <a:defRPr sz="2400">
                <a:latin typeface="Montserrat"/>
                <a:ea typeface="Montserrat"/>
                <a:cs typeface="Montserrat"/>
                <a:sym typeface="Montserrat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7" name="Google Shape;37;p7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838250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2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43" name="Google Shape;43;p8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841001" y="1578025"/>
            <a:ext cx="2671800" cy="24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2" type="body"/>
          </p:nvPr>
        </p:nvSpPr>
        <p:spPr>
          <a:xfrm>
            <a:off x="3673842" y="1578025"/>
            <a:ext cx="2671800" cy="24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3 columns">
  <p:cSld name="TITLE_AND_TWO_COLUMNS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50" name="Google Shape;50;p9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1" name="Google Shape;51;p9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841000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3043281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5245562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58" name="Google Shape;58;p10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9" name="Google Shape;59;p10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63" name="Google Shape;63;p11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41000" y="4025300"/>
            <a:ext cx="7845900" cy="51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68" name="Google Shape;68;p12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mpty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741100"/>
            <a:ext cx="51852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352550"/>
            <a:ext cx="5185200" cy="22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▸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▹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▹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●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○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■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●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○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■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7.xml"/><Relationship Id="rId4" Type="http://schemas.openxmlformats.org/officeDocument/2006/relationships/hyperlink" Target="http://www.slidescarnival.com/help-use-presentation-template" TargetMode="External"/><Relationship Id="rId5" Type="http://schemas.openxmlformats.org/officeDocument/2006/relationships/hyperlink" Target="http://www.slidescarnival.com/copyright-and-legal-informatio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www.google.com/sheets/about/" TargetMode="External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www.slidescarnival.com/" TargetMode="External"/><Relationship Id="rId4" Type="http://schemas.openxmlformats.org/officeDocument/2006/relationships/hyperlink" Target="http://deathtothestockphoto.com/" TargetMode="External"/><Relationship Id="rId5" Type="http://schemas.openxmlformats.org/officeDocument/2006/relationships/hyperlink" Target="http://deathtothestockphoto.com/wp-content/uploads/DeathtotheStockPhoto-License.pdf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fontsquirrel.com/fonts/montserrat" TargetMode="External"/><Relationship Id="rId4" Type="http://schemas.openxmlformats.org/officeDocument/2006/relationships/hyperlink" Target="https://www.fontsquirrel.com/fonts/karla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twitter.com/googledocs/status/730087240156643328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slidescarnival.com/?utm_source=template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BCD4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ctrTitle"/>
          </p:nvPr>
        </p:nvSpPr>
        <p:spPr>
          <a:xfrm>
            <a:off x="648300" y="3175950"/>
            <a:ext cx="42291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</a:t>
            </a:r>
            <a:r>
              <a:rPr lang="en">
                <a:solidFill>
                  <a:srgbClr val="00BCD4"/>
                </a:solidFill>
              </a:rPr>
              <a:t>PRESENTATION </a:t>
            </a:r>
            <a:r>
              <a:rPr lang="en"/>
              <a:t>TITLE</a:t>
            </a:r>
            <a:endParaRPr/>
          </a:p>
        </p:txBody>
      </p:sp>
      <p:grpSp>
        <p:nvGrpSpPr>
          <p:cNvPr id="77" name="Google Shape;77;p14"/>
          <p:cNvGrpSpPr/>
          <p:nvPr/>
        </p:nvGrpSpPr>
        <p:grpSpPr>
          <a:xfrm>
            <a:off x="742745" y="2072179"/>
            <a:ext cx="502625" cy="446586"/>
            <a:chOff x="5292575" y="3681900"/>
            <a:chExt cx="420150" cy="373275"/>
          </a:xfrm>
        </p:grpSpPr>
        <p:sp>
          <p:nvSpPr>
            <p:cNvPr id="78" name="Google Shape;78;p14"/>
            <p:cNvSpPr/>
            <p:nvPr/>
          </p:nvSpPr>
          <p:spPr>
            <a:xfrm>
              <a:off x="5292575" y="3706875"/>
              <a:ext cx="420150" cy="266700"/>
            </a:xfrm>
            <a:custGeom>
              <a:rect b="b" l="l" r="r" t="t"/>
              <a:pathLst>
                <a:path extrusionOk="0" fill="none" h="10668" w="16806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5490475" y="3681900"/>
              <a:ext cx="24375" cy="25000"/>
            </a:xfrm>
            <a:custGeom>
              <a:rect b="b" l="l" r="r" t="t"/>
              <a:pathLst>
                <a:path extrusionOk="0" fill="none" h="1000" w="975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5358350" y="3973550"/>
              <a:ext cx="60900" cy="81625"/>
            </a:xfrm>
            <a:custGeom>
              <a:rect b="b" l="l" r="r" t="t"/>
              <a:pathLst>
                <a:path extrusionOk="0" fill="none" h="3265" w="2436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5586050" y="3973550"/>
              <a:ext cx="60925" cy="81625"/>
            </a:xfrm>
            <a:custGeom>
              <a:rect b="b" l="l" r="r" t="t"/>
              <a:pathLst>
                <a:path extrusionOk="0" fill="none" h="3265" w="2437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5316925" y="3731225"/>
              <a:ext cx="371450" cy="218000"/>
            </a:xfrm>
            <a:custGeom>
              <a:rect b="b" l="l" r="r" t="t"/>
              <a:pathLst>
                <a:path extrusionOk="0" fill="none" h="8720" w="14858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5380250" y="3784800"/>
              <a:ext cx="230200" cy="115725"/>
            </a:xfrm>
            <a:custGeom>
              <a:rect b="b" l="l" r="r" t="t"/>
              <a:pathLst>
                <a:path extrusionOk="0" fill="none" h="4629" w="9208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5547700" y="3779925"/>
              <a:ext cx="68825" cy="68825"/>
            </a:xfrm>
            <a:custGeom>
              <a:rect b="b" l="l" r="r" t="t"/>
              <a:pathLst>
                <a:path extrusionOk="0" fill="none" h="2753" w="2753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CDDC39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841000" y="6653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INSTRUCTIONS FOR </a:t>
            </a:r>
            <a:r>
              <a:rPr lang="en" sz="2400">
                <a:solidFill>
                  <a:srgbClr val="CDDC39"/>
                </a:solidFill>
              </a:rPr>
              <a:t>USE</a:t>
            </a:r>
            <a:endParaRPr sz="2400">
              <a:solidFill>
                <a:srgbClr val="CDDC39"/>
              </a:solidFill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841000" y="1302250"/>
            <a:ext cx="2709900" cy="2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EDIT IN GOOGLE SLIDES</a:t>
            </a:r>
            <a:endParaRPr sz="11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Click on the button under the presentation preview that says "Use as Google Slides Theme".</a:t>
            </a:r>
            <a:endParaRPr sz="11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You will get a copy of this document on your Google Drive and will be able to edit, add or delete slides.</a:t>
            </a:r>
            <a:endParaRPr sz="11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You have to be signed in to your Google account.</a:t>
            </a:r>
            <a:endParaRPr sz="11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3917652" y="1302250"/>
            <a:ext cx="2828400" cy="2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EDIT IN POWERPOINT®</a:t>
            </a:r>
            <a:endParaRPr sz="11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Click on the button under the presentation preview that says "Download as PowerPoint template". You will get a .pptx file that you can edit in PowerPoint. </a:t>
            </a:r>
            <a:endParaRPr sz="11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Remember to download and install the fonts used in this presentation (you’ll find the links to the font files needed in the </a:t>
            </a:r>
            <a:r>
              <a:rPr lang="en" sz="1100" u="sng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  <a:hlinkClick action="ppaction://hlinksldjump" r:id="rId3"/>
              </a:rPr>
              <a:t>Presentation design slide</a:t>
            </a:r>
            <a:r>
              <a:rPr lang="en" sz="11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)</a:t>
            </a:r>
            <a:endParaRPr sz="11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841000" y="3753525"/>
            <a:ext cx="67671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More info on how to use this template at </a:t>
            </a:r>
            <a:r>
              <a:rPr b="1" lang="en" sz="1100" u="sng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www.slidescarnival.com/help-use-presentation-template</a:t>
            </a:r>
            <a:endParaRPr b="1" sz="11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This template is free to use under </a:t>
            </a:r>
            <a:r>
              <a:rPr lang="en" sz="1100" u="sng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  <a:hlinkClick r:id="rId5"/>
              </a:rPr>
              <a:t>Creative Commons Attribution license</a:t>
            </a:r>
            <a:r>
              <a:rPr lang="en" sz="11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. </a:t>
            </a:r>
            <a:r>
              <a:rPr lang="en" sz="11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You can keep the Credits slide or mention SlidesCarnival and other resources used in a slide footer.</a:t>
            </a:r>
            <a:endParaRPr sz="11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1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EB3B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idx="4294967295" type="ctrTitle"/>
          </p:nvPr>
        </p:nvSpPr>
        <p:spPr>
          <a:xfrm>
            <a:off x="685800" y="1811950"/>
            <a:ext cx="45315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EB3B"/>
                </a:solidFill>
              </a:rPr>
              <a:t>HELLO!</a:t>
            </a:r>
            <a:endParaRPr sz="3600">
              <a:solidFill>
                <a:srgbClr val="FFEB3B"/>
              </a:solidFill>
            </a:endParaRPr>
          </a:p>
        </p:txBody>
      </p:sp>
      <p:sp>
        <p:nvSpPr>
          <p:cNvPr id="99" name="Google Shape;99;p16"/>
          <p:cNvSpPr txBox="1"/>
          <p:nvPr>
            <p:ph idx="4294967295" type="subTitle"/>
          </p:nvPr>
        </p:nvSpPr>
        <p:spPr>
          <a:xfrm>
            <a:off x="685800" y="3011525"/>
            <a:ext cx="45315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/>
              <a:t>I am Jayden Smith</a:t>
            </a:r>
            <a:endParaRPr sz="3600"/>
          </a:p>
        </p:txBody>
      </p:sp>
      <p:sp>
        <p:nvSpPr>
          <p:cNvPr id="100" name="Google Shape;100;p16"/>
          <p:cNvSpPr txBox="1"/>
          <p:nvPr>
            <p:ph idx="4294967295" type="body"/>
          </p:nvPr>
        </p:nvSpPr>
        <p:spPr>
          <a:xfrm>
            <a:off x="685800" y="3683600"/>
            <a:ext cx="5620200" cy="10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 am here because I love to give presentations. You can find me at @username</a:t>
            </a:r>
            <a:endParaRPr/>
          </a:p>
        </p:txBody>
      </p:sp>
      <p:grpSp>
        <p:nvGrpSpPr>
          <p:cNvPr id="101" name="Google Shape;101;p16"/>
          <p:cNvGrpSpPr/>
          <p:nvPr/>
        </p:nvGrpSpPr>
        <p:grpSpPr>
          <a:xfrm>
            <a:off x="785305" y="1555467"/>
            <a:ext cx="462632" cy="462632"/>
            <a:chOff x="1278900" y="2333250"/>
            <a:chExt cx="381175" cy="381175"/>
          </a:xfrm>
        </p:grpSpPr>
        <p:sp>
          <p:nvSpPr>
            <p:cNvPr id="102" name="Google Shape;102;p16"/>
            <p:cNvSpPr/>
            <p:nvPr/>
          </p:nvSpPr>
          <p:spPr>
            <a:xfrm>
              <a:off x="1278900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15254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13696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1369600" y="2604200"/>
              <a:ext cx="199750" cy="40825"/>
            </a:xfrm>
            <a:custGeom>
              <a:rect b="b" l="l" r="r" t="t"/>
              <a:pathLst>
                <a:path extrusionOk="0" fill="none" h="1633" w="799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C107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ctrTitle"/>
          </p:nvPr>
        </p:nvSpPr>
        <p:spPr>
          <a:xfrm>
            <a:off x="648300" y="1354750"/>
            <a:ext cx="35223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C107"/>
                </a:solidFill>
              </a:rPr>
              <a:t>1.</a:t>
            </a:r>
            <a:endParaRPr sz="7200">
              <a:solidFill>
                <a:srgbClr val="FFC10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TRANSITION HEADLINE</a:t>
            </a:r>
            <a:endParaRPr/>
          </a:p>
        </p:txBody>
      </p:sp>
      <p:sp>
        <p:nvSpPr>
          <p:cNvPr id="112" name="Google Shape;112;p17"/>
          <p:cNvSpPr txBox="1"/>
          <p:nvPr>
            <p:ph idx="1" type="subTitle"/>
          </p:nvPr>
        </p:nvSpPr>
        <p:spPr>
          <a:xfrm>
            <a:off x="6724950" y="3265700"/>
            <a:ext cx="1906200" cy="103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the first set of slides</a:t>
            </a:r>
            <a:endParaRPr/>
          </a:p>
        </p:txBody>
      </p:sp>
      <p:sp>
        <p:nvSpPr>
          <p:cNvPr id="113" name="Google Shape;113;p17"/>
          <p:cNvSpPr txBox="1"/>
          <p:nvPr>
            <p:ph idx="4294967295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980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838250" y="16573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Quotations are commonly printed as a means of </a:t>
            </a:r>
            <a:r>
              <a:rPr lang="en">
                <a:solidFill>
                  <a:srgbClr val="FF9800"/>
                </a:solidFill>
              </a:rPr>
              <a:t>inspiration</a:t>
            </a:r>
            <a:r>
              <a:rPr lang="en"/>
              <a:t> and to invoke philosophical thoughts from the reader.</a:t>
            </a:r>
            <a:endParaRPr/>
          </a:p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572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</a:t>
            </a:r>
            <a:r>
              <a:rPr lang="en">
                <a:solidFill>
                  <a:srgbClr val="FF5722"/>
                </a:solidFill>
              </a:rPr>
              <a:t>SLIDE</a:t>
            </a:r>
            <a:r>
              <a:rPr lang="en"/>
              <a:t> TITLE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838250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▸"/>
            </a:pPr>
            <a:r>
              <a:rPr lang="en"/>
              <a:t>Here you have a list of items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▸"/>
            </a:pPr>
            <a:r>
              <a:rPr lang="en"/>
              <a:t>And some text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▸"/>
            </a:pPr>
            <a:r>
              <a:rPr lang="en"/>
              <a:t>But remember not to overload your slides with content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Your audience will listen to you or read the content, but won’t do both. </a:t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301521" y="869242"/>
            <a:ext cx="457190" cy="457120"/>
            <a:chOff x="1923675" y="1633650"/>
            <a:chExt cx="436000" cy="435975"/>
          </a:xfrm>
        </p:grpSpPr>
        <p:sp>
          <p:nvSpPr>
            <p:cNvPr id="127" name="Google Shape;127;p19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9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9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9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44336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idx="4294967295" type="ctrTitle"/>
          </p:nvPr>
        </p:nvSpPr>
        <p:spPr>
          <a:xfrm>
            <a:off x="669099" y="2650150"/>
            <a:ext cx="52515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BIG </a:t>
            </a:r>
            <a:r>
              <a:rPr lang="en" sz="6000">
                <a:solidFill>
                  <a:srgbClr val="F44336"/>
                </a:solidFill>
              </a:rPr>
              <a:t>CONCEPT</a:t>
            </a:r>
            <a:endParaRPr sz="6000">
              <a:solidFill>
                <a:srgbClr val="F44336"/>
              </a:solidFill>
            </a:endParaRPr>
          </a:p>
        </p:txBody>
      </p:sp>
      <p:sp>
        <p:nvSpPr>
          <p:cNvPr id="139" name="Google Shape;139;p20"/>
          <p:cNvSpPr txBox="1"/>
          <p:nvPr>
            <p:ph idx="4294967295" type="subTitle"/>
          </p:nvPr>
        </p:nvSpPr>
        <p:spPr>
          <a:xfrm>
            <a:off x="685800" y="3716355"/>
            <a:ext cx="52515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Bring the attention of your audience over a key concept using icons or illustrations</a:t>
            </a:r>
            <a:endParaRPr/>
          </a:p>
        </p:txBody>
      </p:sp>
      <p:grpSp>
        <p:nvGrpSpPr>
          <p:cNvPr id="140" name="Google Shape;140;p20"/>
          <p:cNvGrpSpPr/>
          <p:nvPr/>
        </p:nvGrpSpPr>
        <p:grpSpPr>
          <a:xfrm>
            <a:off x="763880" y="678997"/>
            <a:ext cx="664653" cy="1053757"/>
            <a:chOff x="6718575" y="2318625"/>
            <a:chExt cx="256950" cy="407375"/>
          </a:xfrm>
        </p:grpSpPr>
        <p:sp>
          <p:nvSpPr>
            <p:cNvPr id="141" name="Google Shape;141;p20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28575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0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28575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0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28575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0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28575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0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28575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28575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28575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0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28575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" name="Google Shape;149;p2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E91E63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841001" y="1578025"/>
            <a:ext cx="2671800" cy="24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White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milk and fresh snow, the color produced by the combination of all the colors of the visible spectrum.</a:t>
            </a:r>
            <a:endParaRPr/>
          </a:p>
        </p:txBody>
      </p:sp>
      <p:sp>
        <p:nvSpPr>
          <p:cNvPr id="155" name="Google Shape;155;p21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ALSO </a:t>
            </a:r>
            <a:r>
              <a:rPr lang="en">
                <a:solidFill>
                  <a:srgbClr val="E91E63"/>
                </a:solidFill>
              </a:rPr>
              <a:t>SPLIT</a:t>
            </a:r>
            <a:r>
              <a:rPr lang="en"/>
              <a:t> YOUR CONTENT</a:t>
            </a:r>
            <a:endParaRPr/>
          </a:p>
        </p:txBody>
      </p:sp>
      <p:sp>
        <p:nvSpPr>
          <p:cNvPr id="156" name="Google Shape;156;p21"/>
          <p:cNvSpPr txBox="1"/>
          <p:nvPr>
            <p:ph idx="2" type="body"/>
          </p:nvPr>
        </p:nvSpPr>
        <p:spPr>
          <a:xfrm>
            <a:off x="3673842" y="1578025"/>
            <a:ext cx="2671800" cy="24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Black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ebony and of outer space. It has been the symbolic color of elegance, solemnity and authority.</a:t>
            </a:r>
            <a:endParaRPr/>
          </a:p>
        </p:txBody>
      </p:sp>
      <p:sp>
        <p:nvSpPr>
          <p:cNvPr id="157" name="Google Shape;157;p21"/>
          <p:cNvSpPr/>
          <p:nvPr/>
        </p:nvSpPr>
        <p:spPr>
          <a:xfrm>
            <a:off x="270377" y="723226"/>
            <a:ext cx="485675" cy="441808"/>
          </a:xfrm>
          <a:custGeom>
            <a:rect b="b" l="l" r="r" t="t"/>
            <a:pathLst>
              <a:path extrusionOk="0" fill="none" h="14711" w="16173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cap="rnd" cmpd="sng" w="121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9C27B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TWO OR THREE </a:t>
            </a:r>
            <a:r>
              <a:rPr lang="en">
                <a:solidFill>
                  <a:srgbClr val="9C27B0"/>
                </a:solidFill>
              </a:rPr>
              <a:t>COLUMNS</a:t>
            </a:r>
            <a:endParaRPr>
              <a:solidFill>
                <a:srgbClr val="9C27B0"/>
              </a:solidFill>
            </a:endParaRPr>
          </a:p>
        </p:txBody>
      </p:sp>
      <p:sp>
        <p:nvSpPr>
          <p:cNvPr id="164" name="Google Shape;164;p22"/>
          <p:cNvSpPr txBox="1"/>
          <p:nvPr>
            <p:ph idx="1" type="body"/>
          </p:nvPr>
        </p:nvSpPr>
        <p:spPr>
          <a:xfrm>
            <a:off x="841000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Yellow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gold, butter and ripe lemons. In the spectrum of visible light, yellow is found between green and orange.</a:t>
            </a:r>
            <a:endParaRPr/>
          </a:p>
        </p:txBody>
      </p:sp>
      <p:sp>
        <p:nvSpPr>
          <p:cNvPr id="165" name="Google Shape;165;p22"/>
          <p:cNvSpPr txBox="1"/>
          <p:nvPr>
            <p:ph idx="2" type="body"/>
          </p:nvPr>
        </p:nvSpPr>
        <p:spPr>
          <a:xfrm>
            <a:off x="3043281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Blue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colour of the clear sky and the deep sea. It is located between violet and green on the optical spectrum.</a:t>
            </a:r>
            <a:endParaRPr/>
          </a:p>
        </p:txBody>
      </p:sp>
      <p:sp>
        <p:nvSpPr>
          <p:cNvPr id="166" name="Google Shape;166;p22"/>
          <p:cNvSpPr txBox="1"/>
          <p:nvPr>
            <p:ph idx="3" type="body"/>
          </p:nvPr>
        </p:nvSpPr>
        <p:spPr>
          <a:xfrm>
            <a:off x="5245562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Red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blood, and because of this it has historically been associated with sacrifice, danger and courage.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7" name="Google Shape;167;p22"/>
          <p:cNvGrpSpPr/>
          <p:nvPr/>
        </p:nvGrpSpPr>
        <p:grpSpPr>
          <a:xfrm>
            <a:off x="313084" y="880445"/>
            <a:ext cx="443239" cy="443239"/>
            <a:chOff x="5941025" y="3634400"/>
            <a:chExt cx="467650" cy="467650"/>
          </a:xfrm>
        </p:grpSpPr>
        <p:sp>
          <p:nvSpPr>
            <p:cNvPr id="168" name="Google Shape;168;p22"/>
            <p:cNvSpPr/>
            <p:nvPr/>
          </p:nvSpPr>
          <p:spPr>
            <a:xfrm>
              <a:off x="5941025" y="3634400"/>
              <a:ext cx="467650" cy="467650"/>
            </a:xfrm>
            <a:custGeom>
              <a:rect b="b" l="l" r="r" t="t"/>
              <a:pathLst>
                <a:path extrusionOk="0" fill="none" h="18706" w="18706">
                  <a:moveTo>
                    <a:pt x="9353" y="1"/>
                  </a:moveTo>
                  <a:lnTo>
                    <a:pt x="9353" y="1"/>
                  </a:lnTo>
                  <a:lnTo>
                    <a:pt x="8866" y="25"/>
                  </a:lnTo>
                  <a:lnTo>
                    <a:pt x="8403" y="50"/>
                  </a:lnTo>
                  <a:lnTo>
                    <a:pt x="7940" y="123"/>
                  </a:lnTo>
                  <a:lnTo>
                    <a:pt x="7478" y="196"/>
                  </a:lnTo>
                  <a:lnTo>
                    <a:pt x="7015" y="293"/>
                  </a:lnTo>
                  <a:lnTo>
                    <a:pt x="6577" y="439"/>
                  </a:lnTo>
                  <a:lnTo>
                    <a:pt x="6138" y="585"/>
                  </a:lnTo>
                  <a:lnTo>
                    <a:pt x="5724" y="732"/>
                  </a:lnTo>
                  <a:lnTo>
                    <a:pt x="5310" y="926"/>
                  </a:lnTo>
                  <a:lnTo>
                    <a:pt x="4896" y="1146"/>
                  </a:lnTo>
                  <a:lnTo>
                    <a:pt x="4506" y="1365"/>
                  </a:lnTo>
                  <a:lnTo>
                    <a:pt x="4117" y="1608"/>
                  </a:lnTo>
                  <a:lnTo>
                    <a:pt x="3751" y="1876"/>
                  </a:lnTo>
                  <a:lnTo>
                    <a:pt x="3410" y="2144"/>
                  </a:lnTo>
                  <a:lnTo>
                    <a:pt x="3069" y="2436"/>
                  </a:lnTo>
                  <a:lnTo>
                    <a:pt x="2753" y="2753"/>
                  </a:lnTo>
                  <a:lnTo>
                    <a:pt x="2436" y="3070"/>
                  </a:lnTo>
                  <a:lnTo>
                    <a:pt x="2144" y="3411"/>
                  </a:lnTo>
                  <a:lnTo>
                    <a:pt x="1876" y="3752"/>
                  </a:lnTo>
                  <a:lnTo>
                    <a:pt x="1608" y="4117"/>
                  </a:lnTo>
                  <a:lnTo>
                    <a:pt x="1365" y="4507"/>
                  </a:lnTo>
                  <a:lnTo>
                    <a:pt x="1145" y="4896"/>
                  </a:lnTo>
                  <a:lnTo>
                    <a:pt x="926" y="5310"/>
                  </a:lnTo>
                  <a:lnTo>
                    <a:pt x="731" y="5724"/>
                  </a:lnTo>
                  <a:lnTo>
                    <a:pt x="585" y="6138"/>
                  </a:lnTo>
                  <a:lnTo>
                    <a:pt x="439" y="6577"/>
                  </a:lnTo>
                  <a:lnTo>
                    <a:pt x="293" y="7015"/>
                  </a:lnTo>
                  <a:lnTo>
                    <a:pt x="196" y="7478"/>
                  </a:lnTo>
                  <a:lnTo>
                    <a:pt x="123" y="7941"/>
                  </a:lnTo>
                  <a:lnTo>
                    <a:pt x="49" y="8403"/>
                  </a:lnTo>
                  <a:lnTo>
                    <a:pt x="25" y="8866"/>
                  </a:lnTo>
                  <a:lnTo>
                    <a:pt x="1" y="9353"/>
                  </a:lnTo>
                  <a:lnTo>
                    <a:pt x="1" y="9353"/>
                  </a:lnTo>
                  <a:lnTo>
                    <a:pt x="25" y="9840"/>
                  </a:lnTo>
                  <a:lnTo>
                    <a:pt x="49" y="10303"/>
                  </a:lnTo>
                  <a:lnTo>
                    <a:pt x="123" y="10766"/>
                  </a:lnTo>
                  <a:lnTo>
                    <a:pt x="196" y="11229"/>
                  </a:lnTo>
                  <a:lnTo>
                    <a:pt x="293" y="11691"/>
                  </a:lnTo>
                  <a:lnTo>
                    <a:pt x="439" y="12130"/>
                  </a:lnTo>
                  <a:lnTo>
                    <a:pt x="585" y="12568"/>
                  </a:lnTo>
                  <a:lnTo>
                    <a:pt x="731" y="12982"/>
                  </a:lnTo>
                  <a:lnTo>
                    <a:pt x="926" y="13396"/>
                  </a:lnTo>
                  <a:lnTo>
                    <a:pt x="1145" y="13810"/>
                  </a:lnTo>
                  <a:lnTo>
                    <a:pt x="1365" y="14200"/>
                  </a:lnTo>
                  <a:lnTo>
                    <a:pt x="1608" y="14590"/>
                  </a:lnTo>
                  <a:lnTo>
                    <a:pt x="1876" y="14955"/>
                  </a:lnTo>
                  <a:lnTo>
                    <a:pt x="2144" y="15296"/>
                  </a:lnTo>
                  <a:lnTo>
                    <a:pt x="2436" y="15637"/>
                  </a:lnTo>
                  <a:lnTo>
                    <a:pt x="2753" y="15953"/>
                  </a:lnTo>
                  <a:lnTo>
                    <a:pt x="3069" y="16270"/>
                  </a:lnTo>
                  <a:lnTo>
                    <a:pt x="3410" y="16562"/>
                  </a:lnTo>
                  <a:lnTo>
                    <a:pt x="3751" y="16830"/>
                  </a:lnTo>
                  <a:lnTo>
                    <a:pt x="4117" y="17098"/>
                  </a:lnTo>
                  <a:lnTo>
                    <a:pt x="4506" y="17342"/>
                  </a:lnTo>
                  <a:lnTo>
                    <a:pt x="4896" y="17561"/>
                  </a:lnTo>
                  <a:lnTo>
                    <a:pt x="5310" y="17780"/>
                  </a:lnTo>
                  <a:lnTo>
                    <a:pt x="5724" y="17975"/>
                  </a:lnTo>
                  <a:lnTo>
                    <a:pt x="6138" y="18121"/>
                  </a:lnTo>
                  <a:lnTo>
                    <a:pt x="6577" y="18267"/>
                  </a:lnTo>
                  <a:lnTo>
                    <a:pt x="7015" y="18413"/>
                  </a:lnTo>
                  <a:lnTo>
                    <a:pt x="7478" y="18511"/>
                  </a:lnTo>
                  <a:lnTo>
                    <a:pt x="7940" y="18584"/>
                  </a:lnTo>
                  <a:lnTo>
                    <a:pt x="8403" y="18657"/>
                  </a:lnTo>
                  <a:lnTo>
                    <a:pt x="8866" y="18681"/>
                  </a:lnTo>
                  <a:lnTo>
                    <a:pt x="9353" y="18706"/>
                  </a:lnTo>
                  <a:lnTo>
                    <a:pt x="9353" y="18706"/>
                  </a:lnTo>
                  <a:lnTo>
                    <a:pt x="9840" y="18681"/>
                  </a:lnTo>
                  <a:lnTo>
                    <a:pt x="10303" y="18657"/>
                  </a:lnTo>
                  <a:lnTo>
                    <a:pt x="10766" y="18584"/>
                  </a:lnTo>
                  <a:lnTo>
                    <a:pt x="11228" y="18511"/>
                  </a:lnTo>
                  <a:lnTo>
                    <a:pt x="11691" y="18413"/>
                  </a:lnTo>
                  <a:lnTo>
                    <a:pt x="12130" y="18267"/>
                  </a:lnTo>
                  <a:lnTo>
                    <a:pt x="12568" y="18121"/>
                  </a:lnTo>
                  <a:lnTo>
                    <a:pt x="12982" y="17975"/>
                  </a:lnTo>
                  <a:lnTo>
                    <a:pt x="13396" y="17780"/>
                  </a:lnTo>
                  <a:lnTo>
                    <a:pt x="13810" y="17561"/>
                  </a:lnTo>
                  <a:lnTo>
                    <a:pt x="14200" y="17342"/>
                  </a:lnTo>
                  <a:lnTo>
                    <a:pt x="14589" y="17098"/>
                  </a:lnTo>
                  <a:lnTo>
                    <a:pt x="14955" y="16830"/>
                  </a:lnTo>
                  <a:lnTo>
                    <a:pt x="15296" y="16562"/>
                  </a:lnTo>
                  <a:lnTo>
                    <a:pt x="15637" y="16270"/>
                  </a:lnTo>
                  <a:lnTo>
                    <a:pt x="15953" y="15953"/>
                  </a:lnTo>
                  <a:lnTo>
                    <a:pt x="16270" y="15637"/>
                  </a:lnTo>
                  <a:lnTo>
                    <a:pt x="16562" y="15296"/>
                  </a:lnTo>
                  <a:lnTo>
                    <a:pt x="16830" y="14955"/>
                  </a:lnTo>
                  <a:lnTo>
                    <a:pt x="17098" y="14590"/>
                  </a:lnTo>
                  <a:lnTo>
                    <a:pt x="17341" y="14200"/>
                  </a:lnTo>
                  <a:lnTo>
                    <a:pt x="17561" y="13810"/>
                  </a:lnTo>
                  <a:lnTo>
                    <a:pt x="17780" y="13396"/>
                  </a:lnTo>
                  <a:lnTo>
                    <a:pt x="17975" y="12982"/>
                  </a:lnTo>
                  <a:lnTo>
                    <a:pt x="18121" y="12568"/>
                  </a:lnTo>
                  <a:lnTo>
                    <a:pt x="18267" y="12130"/>
                  </a:lnTo>
                  <a:lnTo>
                    <a:pt x="18413" y="11691"/>
                  </a:lnTo>
                  <a:lnTo>
                    <a:pt x="18511" y="11229"/>
                  </a:lnTo>
                  <a:lnTo>
                    <a:pt x="18584" y="10766"/>
                  </a:lnTo>
                  <a:lnTo>
                    <a:pt x="18657" y="10303"/>
                  </a:lnTo>
                  <a:lnTo>
                    <a:pt x="18681" y="9840"/>
                  </a:lnTo>
                  <a:lnTo>
                    <a:pt x="18705" y="9353"/>
                  </a:lnTo>
                  <a:lnTo>
                    <a:pt x="18705" y="9353"/>
                  </a:lnTo>
                  <a:lnTo>
                    <a:pt x="18681" y="8866"/>
                  </a:lnTo>
                  <a:lnTo>
                    <a:pt x="18657" y="8403"/>
                  </a:lnTo>
                  <a:lnTo>
                    <a:pt x="18584" y="7941"/>
                  </a:lnTo>
                  <a:lnTo>
                    <a:pt x="18511" y="7478"/>
                  </a:lnTo>
                  <a:lnTo>
                    <a:pt x="18413" y="7015"/>
                  </a:lnTo>
                  <a:lnTo>
                    <a:pt x="18267" y="6577"/>
                  </a:lnTo>
                  <a:lnTo>
                    <a:pt x="18121" y="6138"/>
                  </a:lnTo>
                  <a:lnTo>
                    <a:pt x="17975" y="5724"/>
                  </a:lnTo>
                  <a:lnTo>
                    <a:pt x="17780" y="5310"/>
                  </a:lnTo>
                  <a:lnTo>
                    <a:pt x="17561" y="4896"/>
                  </a:lnTo>
                  <a:lnTo>
                    <a:pt x="17341" y="4507"/>
                  </a:lnTo>
                  <a:lnTo>
                    <a:pt x="17098" y="4117"/>
                  </a:lnTo>
                  <a:lnTo>
                    <a:pt x="16830" y="3752"/>
                  </a:lnTo>
                  <a:lnTo>
                    <a:pt x="16562" y="3411"/>
                  </a:lnTo>
                  <a:lnTo>
                    <a:pt x="16270" y="3070"/>
                  </a:lnTo>
                  <a:lnTo>
                    <a:pt x="15953" y="2753"/>
                  </a:lnTo>
                  <a:lnTo>
                    <a:pt x="15637" y="2436"/>
                  </a:lnTo>
                  <a:lnTo>
                    <a:pt x="15296" y="2144"/>
                  </a:lnTo>
                  <a:lnTo>
                    <a:pt x="14955" y="1876"/>
                  </a:lnTo>
                  <a:lnTo>
                    <a:pt x="14589" y="1608"/>
                  </a:lnTo>
                  <a:lnTo>
                    <a:pt x="14200" y="1365"/>
                  </a:lnTo>
                  <a:lnTo>
                    <a:pt x="13810" y="1146"/>
                  </a:lnTo>
                  <a:lnTo>
                    <a:pt x="13396" y="926"/>
                  </a:lnTo>
                  <a:lnTo>
                    <a:pt x="12982" y="732"/>
                  </a:lnTo>
                  <a:lnTo>
                    <a:pt x="12568" y="585"/>
                  </a:lnTo>
                  <a:lnTo>
                    <a:pt x="12130" y="439"/>
                  </a:lnTo>
                  <a:lnTo>
                    <a:pt x="11691" y="293"/>
                  </a:lnTo>
                  <a:lnTo>
                    <a:pt x="11228" y="196"/>
                  </a:lnTo>
                  <a:lnTo>
                    <a:pt x="10766" y="123"/>
                  </a:lnTo>
                  <a:lnTo>
                    <a:pt x="10303" y="50"/>
                  </a:lnTo>
                  <a:lnTo>
                    <a:pt x="9840" y="25"/>
                  </a:lnTo>
                  <a:lnTo>
                    <a:pt x="9353" y="1"/>
                  </a:lnTo>
                  <a:lnTo>
                    <a:pt x="9353" y="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2"/>
            <p:cNvSpPr/>
            <p:nvPr/>
          </p:nvSpPr>
          <p:spPr>
            <a:xfrm>
              <a:off x="6211975" y="3753150"/>
              <a:ext cx="19525" cy="18900"/>
            </a:xfrm>
            <a:custGeom>
              <a:rect b="b" l="l" r="r" t="t"/>
              <a:pathLst>
                <a:path extrusionOk="0" fill="none" h="756" w="781">
                  <a:moveTo>
                    <a:pt x="585" y="0"/>
                  </a:moveTo>
                  <a:lnTo>
                    <a:pt x="585" y="0"/>
                  </a:lnTo>
                  <a:lnTo>
                    <a:pt x="658" y="24"/>
                  </a:lnTo>
                  <a:lnTo>
                    <a:pt x="707" y="49"/>
                  </a:lnTo>
                  <a:lnTo>
                    <a:pt x="756" y="122"/>
                  </a:lnTo>
                  <a:lnTo>
                    <a:pt x="780" y="195"/>
                  </a:lnTo>
                  <a:lnTo>
                    <a:pt x="780" y="195"/>
                  </a:lnTo>
                  <a:lnTo>
                    <a:pt x="756" y="268"/>
                  </a:lnTo>
                  <a:lnTo>
                    <a:pt x="707" y="390"/>
                  </a:lnTo>
                  <a:lnTo>
                    <a:pt x="658" y="487"/>
                  </a:lnTo>
                  <a:lnTo>
                    <a:pt x="585" y="560"/>
                  </a:lnTo>
                  <a:lnTo>
                    <a:pt x="585" y="560"/>
                  </a:lnTo>
                  <a:lnTo>
                    <a:pt x="488" y="633"/>
                  </a:lnTo>
                  <a:lnTo>
                    <a:pt x="390" y="706"/>
                  </a:lnTo>
                  <a:lnTo>
                    <a:pt x="293" y="755"/>
                  </a:lnTo>
                  <a:lnTo>
                    <a:pt x="196" y="755"/>
                  </a:lnTo>
                  <a:lnTo>
                    <a:pt x="196" y="755"/>
                  </a:lnTo>
                  <a:lnTo>
                    <a:pt x="122" y="755"/>
                  </a:lnTo>
                  <a:lnTo>
                    <a:pt x="74" y="706"/>
                  </a:lnTo>
                  <a:lnTo>
                    <a:pt x="25" y="633"/>
                  </a:lnTo>
                  <a:lnTo>
                    <a:pt x="1" y="560"/>
                  </a:lnTo>
                  <a:lnTo>
                    <a:pt x="1" y="560"/>
                  </a:lnTo>
                  <a:lnTo>
                    <a:pt x="25" y="487"/>
                  </a:lnTo>
                  <a:lnTo>
                    <a:pt x="74" y="390"/>
                  </a:lnTo>
                  <a:lnTo>
                    <a:pt x="122" y="268"/>
                  </a:lnTo>
                  <a:lnTo>
                    <a:pt x="196" y="195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585" y="0"/>
                  </a:lnTo>
                  <a:lnTo>
                    <a:pt x="585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2"/>
            <p:cNvSpPr/>
            <p:nvPr/>
          </p:nvSpPr>
          <p:spPr>
            <a:xfrm>
              <a:off x="5943475" y="3695900"/>
              <a:ext cx="177800" cy="351350"/>
            </a:xfrm>
            <a:custGeom>
              <a:rect b="b" l="l" r="r" t="t"/>
              <a:pathLst>
                <a:path extrusionOk="0" fill="none" h="14054" w="7112">
                  <a:moveTo>
                    <a:pt x="2582" y="780"/>
                  </a:moveTo>
                  <a:lnTo>
                    <a:pt x="2582" y="780"/>
                  </a:lnTo>
                  <a:lnTo>
                    <a:pt x="2752" y="780"/>
                  </a:lnTo>
                  <a:lnTo>
                    <a:pt x="2752" y="780"/>
                  </a:lnTo>
                  <a:lnTo>
                    <a:pt x="2996" y="780"/>
                  </a:lnTo>
                  <a:lnTo>
                    <a:pt x="3215" y="829"/>
                  </a:lnTo>
                  <a:lnTo>
                    <a:pt x="3386" y="878"/>
                  </a:lnTo>
                  <a:lnTo>
                    <a:pt x="3507" y="951"/>
                  </a:lnTo>
                  <a:lnTo>
                    <a:pt x="3507" y="951"/>
                  </a:lnTo>
                  <a:lnTo>
                    <a:pt x="3605" y="1024"/>
                  </a:lnTo>
                  <a:lnTo>
                    <a:pt x="3702" y="1048"/>
                  </a:lnTo>
                  <a:lnTo>
                    <a:pt x="3800" y="1024"/>
                  </a:lnTo>
                  <a:lnTo>
                    <a:pt x="3897" y="951"/>
                  </a:lnTo>
                  <a:lnTo>
                    <a:pt x="3897" y="951"/>
                  </a:lnTo>
                  <a:lnTo>
                    <a:pt x="3970" y="878"/>
                  </a:lnTo>
                  <a:lnTo>
                    <a:pt x="4092" y="829"/>
                  </a:lnTo>
                  <a:lnTo>
                    <a:pt x="4189" y="780"/>
                  </a:lnTo>
                  <a:lnTo>
                    <a:pt x="4262" y="780"/>
                  </a:lnTo>
                  <a:lnTo>
                    <a:pt x="4262" y="780"/>
                  </a:lnTo>
                  <a:lnTo>
                    <a:pt x="4384" y="731"/>
                  </a:lnTo>
                  <a:lnTo>
                    <a:pt x="4506" y="658"/>
                  </a:lnTo>
                  <a:lnTo>
                    <a:pt x="4676" y="537"/>
                  </a:lnTo>
                  <a:lnTo>
                    <a:pt x="4847" y="390"/>
                  </a:lnTo>
                  <a:lnTo>
                    <a:pt x="4847" y="390"/>
                  </a:lnTo>
                  <a:lnTo>
                    <a:pt x="5042" y="244"/>
                  </a:lnTo>
                  <a:lnTo>
                    <a:pt x="5285" y="123"/>
                  </a:lnTo>
                  <a:lnTo>
                    <a:pt x="5529" y="49"/>
                  </a:lnTo>
                  <a:lnTo>
                    <a:pt x="5797" y="1"/>
                  </a:lnTo>
                  <a:lnTo>
                    <a:pt x="5797" y="1"/>
                  </a:lnTo>
                  <a:lnTo>
                    <a:pt x="5894" y="25"/>
                  </a:lnTo>
                  <a:lnTo>
                    <a:pt x="5992" y="49"/>
                  </a:lnTo>
                  <a:lnTo>
                    <a:pt x="6040" y="74"/>
                  </a:lnTo>
                  <a:lnTo>
                    <a:pt x="6089" y="123"/>
                  </a:lnTo>
                  <a:lnTo>
                    <a:pt x="6089" y="171"/>
                  </a:lnTo>
                  <a:lnTo>
                    <a:pt x="6089" y="244"/>
                  </a:lnTo>
                  <a:lnTo>
                    <a:pt x="6040" y="317"/>
                  </a:lnTo>
                  <a:lnTo>
                    <a:pt x="5992" y="390"/>
                  </a:lnTo>
                  <a:lnTo>
                    <a:pt x="5992" y="390"/>
                  </a:lnTo>
                  <a:lnTo>
                    <a:pt x="5845" y="561"/>
                  </a:lnTo>
                  <a:lnTo>
                    <a:pt x="5772" y="707"/>
                  </a:lnTo>
                  <a:lnTo>
                    <a:pt x="5748" y="853"/>
                  </a:lnTo>
                  <a:lnTo>
                    <a:pt x="5772" y="926"/>
                  </a:lnTo>
                  <a:lnTo>
                    <a:pt x="5797" y="951"/>
                  </a:lnTo>
                  <a:lnTo>
                    <a:pt x="5797" y="951"/>
                  </a:lnTo>
                  <a:lnTo>
                    <a:pt x="5870" y="1048"/>
                  </a:lnTo>
                  <a:lnTo>
                    <a:pt x="5918" y="1145"/>
                  </a:lnTo>
                  <a:lnTo>
                    <a:pt x="5967" y="1243"/>
                  </a:lnTo>
                  <a:lnTo>
                    <a:pt x="5992" y="1340"/>
                  </a:lnTo>
                  <a:lnTo>
                    <a:pt x="5992" y="1340"/>
                  </a:lnTo>
                  <a:lnTo>
                    <a:pt x="5967" y="1438"/>
                  </a:lnTo>
                  <a:lnTo>
                    <a:pt x="5918" y="1535"/>
                  </a:lnTo>
                  <a:lnTo>
                    <a:pt x="5870" y="1633"/>
                  </a:lnTo>
                  <a:lnTo>
                    <a:pt x="5797" y="1730"/>
                  </a:lnTo>
                  <a:lnTo>
                    <a:pt x="5797" y="1730"/>
                  </a:lnTo>
                  <a:lnTo>
                    <a:pt x="5748" y="1754"/>
                  </a:lnTo>
                  <a:lnTo>
                    <a:pt x="5699" y="1754"/>
                  </a:lnTo>
                  <a:lnTo>
                    <a:pt x="5553" y="1754"/>
                  </a:lnTo>
                  <a:lnTo>
                    <a:pt x="5383" y="1657"/>
                  </a:lnTo>
                  <a:lnTo>
                    <a:pt x="5212" y="1535"/>
                  </a:lnTo>
                  <a:lnTo>
                    <a:pt x="5212" y="1535"/>
                  </a:lnTo>
                  <a:lnTo>
                    <a:pt x="5066" y="1389"/>
                  </a:lnTo>
                  <a:lnTo>
                    <a:pt x="4896" y="1316"/>
                  </a:lnTo>
                  <a:lnTo>
                    <a:pt x="4749" y="1292"/>
                  </a:lnTo>
                  <a:lnTo>
                    <a:pt x="4701" y="1316"/>
                  </a:lnTo>
                  <a:lnTo>
                    <a:pt x="4652" y="1340"/>
                  </a:lnTo>
                  <a:lnTo>
                    <a:pt x="4652" y="1340"/>
                  </a:lnTo>
                  <a:lnTo>
                    <a:pt x="4555" y="1413"/>
                  </a:lnTo>
                  <a:lnTo>
                    <a:pt x="4457" y="1486"/>
                  </a:lnTo>
                  <a:lnTo>
                    <a:pt x="4360" y="1511"/>
                  </a:lnTo>
                  <a:lnTo>
                    <a:pt x="4262" y="1535"/>
                  </a:lnTo>
                  <a:lnTo>
                    <a:pt x="4262" y="1535"/>
                  </a:lnTo>
                  <a:lnTo>
                    <a:pt x="4116" y="1559"/>
                  </a:lnTo>
                  <a:lnTo>
                    <a:pt x="4043" y="1584"/>
                  </a:lnTo>
                  <a:lnTo>
                    <a:pt x="3994" y="1633"/>
                  </a:lnTo>
                  <a:lnTo>
                    <a:pt x="3994" y="1633"/>
                  </a:lnTo>
                  <a:lnTo>
                    <a:pt x="3946" y="1657"/>
                  </a:lnTo>
                  <a:lnTo>
                    <a:pt x="3873" y="1681"/>
                  </a:lnTo>
                  <a:lnTo>
                    <a:pt x="3702" y="1730"/>
                  </a:lnTo>
                  <a:lnTo>
                    <a:pt x="3702" y="1730"/>
                  </a:lnTo>
                  <a:lnTo>
                    <a:pt x="3605" y="1730"/>
                  </a:lnTo>
                  <a:lnTo>
                    <a:pt x="3507" y="1779"/>
                  </a:lnTo>
                  <a:lnTo>
                    <a:pt x="3410" y="1827"/>
                  </a:lnTo>
                  <a:lnTo>
                    <a:pt x="3312" y="1900"/>
                  </a:lnTo>
                  <a:lnTo>
                    <a:pt x="3312" y="1900"/>
                  </a:lnTo>
                  <a:lnTo>
                    <a:pt x="3288" y="1949"/>
                  </a:lnTo>
                  <a:lnTo>
                    <a:pt x="3288" y="2022"/>
                  </a:lnTo>
                  <a:lnTo>
                    <a:pt x="3288" y="2144"/>
                  </a:lnTo>
                  <a:lnTo>
                    <a:pt x="3386" y="2314"/>
                  </a:lnTo>
                  <a:lnTo>
                    <a:pt x="3507" y="2485"/>
                  </a:lnTo>
                  <a:lnTo>
                    <a:pt x="3507" y="2485"/>
                  </a:lnTo>
                  <a:lnTo>
                    <a:pt x="3605" y="2558"/>
                  </a:lnTo>
                  <a:lnTo>
                    <a:pt x="3702" y="2582"/>
                  </a:lnTo>
                  <a:lnTo>
                    <a:pt x="3800" y="2607"/>
                  </a:lnTo>
                  <a:lnTo>
                    <a:pt x="3921" y="2607"/>
                  </a:lnTo>
                  <a:lnTo>
                    <a:pt x="4043" y="2582"/>
                  </a:lnTo>
                  <a:lnTo>
                    <a:pt x="4141" y="2534"/>
                  </a:lnTo>
                  <a:lnTo>
                    <a:pt x="4262" y="2461"/>
                  </a:lnTo>
                  <a:lnTo>
                    <a:pt x="4360" y="2388"/>
                  </a:lnTo>
                  <a:lnTo>
                    <a:pt x="4360" y="2388"/>
                  </a:lnTo>
                  <a:lnTo>
                    <a:pt x="4555" y="2193"/>
                  </a:lnTo>
                  <a:lnTo>
                    <a:pt x="4749" y="2047"/>
                  </a:lnTo>
                  <a:lnTo>
                    <a:pt x="4920" y="1949"/>
                  </a:lnTo>
                  <a:lnTo>
                    <a:pt x="5042" y="1900"/>
                  </a:lnTo>
                  <a:lnTo>
                    <a:pt x="5042" y="1900"/>
                  </a:lnTo>
                  <a:lnTo>
                    <a:pt x="5115" y="1925"/>
                  </a:lnTo>
                  <a:lnTo>
                    <a:pt x="5163" y="1974"/>
                  </a:lnTo>
                  <a:lnTo>
                    <a:pt x="5212" y="2022"/>
                  </a:lnTo>
                  <a:lnTo>
                    <a:pt x="5212" y="2095"/>
                  </a:lnTo>
                  <a:lnTo>
                    <a:pt x="5212" y="2095"/>
                  </a:lnTo>
                  <a:lnTo>
                    <a:pt x="5236" y="2168"/>
                  </a:lnTo>
                  <a:lnTo>
                    <a:pt x="5285" y="2241"/>
                  </a:lnTo>
                  <a:lnTo>
                    <a:pt x="5334" y="2266"/>
                  </a:lnTo>
                  <a:lnTo>
                    <a:pt x="5407" y="2290"/>
                  </a:lnTo>
                  <a:lnTo>
                    <a:pt x="5407" y="2290"/>
                  </a:lnTo>
                  <a:lnTo>
                    <a:pt x="5504" y="2314"/>
                  </a:lnTo>
                  <a:lnTo>
                    <a:pt x="5602" y="2339"/>
                  </a:lnTo>
                  <a:lnTo>
                    <a:pt x="5699" y="2412"/>
                  </a:lnTo>
                  <a:lnTo>
                    <a:pt x="5797" y="2485"/>
                  </a:lnTo>
                  <a:lnTo>
                    <a:pt x="5797" y="2485"/>
                  </a:lnTo>
                  <a:lnTo>
                    <a:pt x="5845" y="2558"/>
                  </a:lnTo>
                  <a:lnTo>
                    <a:pt x="5870" y="2680"/>
                  </a:lnTo>
                  <a:lnTo>
                    <a:pt x="5845" y="2777"/>
                  </a:lnTo>
                  <a:lnTo>
                    <a:pt x="5797" y="2850"/>
                  </a:lnTo>
                  <a:lnTo>
                    <a:pt x="5797" y="2850"/>
                  </a:lnTo>
                  <a:lnTo>
                    <a:pt x="5699" y="2923"/>
                  </a:lnTo>
                  <a:lnTo>
                    <a:pt x="5602" y="2996"/>
                  </a:lnTo>
                  <a:lnTo>
                    <a:pt x="5504" y="3045"/>
                  </a:lnTo>
                  <a:lnTo>
                    <a:pt x="5407" y="3045"/>
                  </a:lnTo>
                  <a:lnTo>
                    <a:pt x="5407" y="3045"/>
                  </a:lnTo>
                  <a:lnTo>
                    <a:pt x="5310" y="3069"/>
                  </a:lnTo>
                  <a:lnTo>
                    <a:pt x="5163" y="3167"/>
                  </a:lnTo>
                  <a:lnTo>
                    <a:pt x="4993" y="3289"/>
                  </a:lnTo>
                  <a:lnTo>
                    <a:pt x="4847" y="3435"/>
                  </a:lnTo>
                  <a:lnTo>
                    <a:pt x="4847" y="3435"/>
                  </a:lnTo>
                  <a:lnTo>
                    <a:pt x="4676" y="3581"/>
                  </a:lnTo>
                  <a:lnTo>
                    <a:pt x="4506" y="3703"/>
                  </a:lnTo>
                  <a:lnTo>
                    <a:pt x="4384" y="3776"/>
                  </a:lnTo>
                  <a:lnTo>
                    <a:pt x="4262" y="3800"/>
                  </a:lnTo>
                  <a:lnTo>
                    <a:pt x="4262" y="3800"/>
                  </a:lnTo>
                  <a:lnTo>
                    <a:pt x="4141" y="3849"/>
                  </a:lnTo>
                  <a:lnTo>
                    <a:pt x="3970" y="3971"/>
                  </a:lnTo>
                  <a:lnTo>
                    <a:pt x="3726" y="4165"/>
                  </a:lnTo>
                  <a:lnTo>
                    <a:pt x="3483" y="4409"/>
                  </a:lnTo>
                  <a:lnTo>
                    <a:pt x="3142" y="4750"/>
                  </a:lnTo>
                  <a:lnTo>
                    <a:pt x="3142" y="4750"/>
                  </a:lnTo>
                  <a:lnTo>
                    <a:pt x="3020" y="4847"/>
                  </a:lnTo>
                  <a:lnTo>
                    <a:pt x="2874" y="4969"/>
                  </a:lnTo>
                  <a:lnTo>
                    <a:pt x="2557" y="5164"/>
                  </a:lnTo>
                  <a:lnTo>
                    <a:pt x="2265" y="5286"/>
                  </a:lnTo>
                  <a:lnTo>
                    <a:pt x="2119" y="5310"/>
                  </a:lnTo>
                  <a:lnTo>
                    <a:pt x="1997" y="5335"/>
                  </a:lnTo>
                  <a:lnTo>
                    <a:pt x="1997" y="5335"/>
                  </a:lnTo>
                  <a:lnTo>
                    <a:pt x="1754" y="5335"/>
                  </a:lnTo>
                  <a:lnTo>
                    <a:pt x="1535" y="5383"/>
                  </a:lnTo>
                  <a:lnTo>
                    <a:pt x="1364" y="5456"/>
                  </a:lnTo>
                  <a:lnTo>
                    <a:pt x="1242" y="5529"/>
                  </a:lnTo>
                  <a:lnTo>
                    <a:pt x="1242" y="5529"/>
                  </a:lnTo>
                  <a:lnTo>
                    <a:pt x="1169" y="5602"/>
                  </a:lnTo>
                  <a:lnTo>
                    <a:pt x="1096" y="5700"/>
                  </a:lnTo>
                  <a:lnTo>
                    <a:pt x="1047" y="5797"/>
                  </a:lnTo>
                  <a:lnTo>
                    <a:pt x="1047" y="5895"/>
                  </a:lnTo>
                  <a:lnTo>
                    <a:pt x="1047" y="5895"/>
                  </a:lnTo>
                  <a:lnTo>
                    <a:pt x="1047" y="5992"/>
                  </a:lnTo>
                  <a:lnTo>
                    <a:pt x="1096" y="6090"/>
                  </a:lnTo>
                  <a:lnTo>
                    <a:pt x="1169" y="6187"/>
                  </a:lnTo>
                  <a:lnTo>
                    <a:pt x="1242" y="6284"/>
                  </a:lnTo>
                  <a:lnTo>
                    <a:pt x="1242" y="6284"/>
                  </a:lnTo>
                  <a:lnTo>
                    <a:pt x="1315" y="6357"/>
                  </a:lnTo>
                  <a:lnTo>
                    <a:pt x="1413" y="6406"/>
                  </a:lnTo>
                  <a:lnTo>
                    <a:pt x="1535" y="6455"/>
                  </a:lnTo>
                  <a:lnTo>
                    <a:pt x="1608" y="6455"/>
                  </a:lnTo>
                  <a:lnTo>
                    <a:pt x="1608" y="6455"/>
                  </a:lnTo>
                  <a:lnTo>
                    <a:pt x="1729" y="6504"/>
                  </a:lnTo>
                  <a:lnTo>
                    <a:pt x="1876" y="6601"/>
                  </a:lnTo>
                  <a:lnTo>
                    <a:pt x="2070" y="6747"/>
                  </a:lnTo>
                  <a:lnTo>
                    <a:pt x="2290" y="6942"/>
                  </a:lnTo>
                  <a:lnTo>
                    <a:pt x="2290" y="6942"/>
                  </a:lnTo>
                  <a:lnTo>
                    <a:pt x="2484" y="7137"/>
                  </a:lnTo>
                  <a:lnTo>
                    <a:pt x="2679" y="7283"/>
                  </a:lnTo>
                  <a:lnTo>
                    <a:pt x="2825" y="7380"/>
                  </a:lnTo>
                  <a:lnTo>
                    <a:pt x="2947" y="7405"/>
                  </a:lnTo>
                  <a:lnTo>
                    <a:pt x="2947" y="7405"/>
                  </a:lnTo>
                  <a:lnTo>
                    <a:pt x="3093" y="7380"/>
                  </a:lnTo>
                  <a:lnTo>
                    <a:pt x="3166" y="7356"/>
                  </a:lnTo>
                  <a:lnTo>
                    <a:pt x="3239" y="7332"/>
                  </a:lnTo>
                  <a:lnTo>
                    <a:pt x="3239" y="7332"/>
                  </a:lnTo>
                  <a:lnTo>
                    <a:pt x="3288" y="7283"/>
                  </a:lnTo>
                  <a:lnTo>
                    <a:pt x="3410" y="7259"/>
                  </a:lnTo>
                  <a:lnTo>
                    <a:pt x="3556" y="7234"/>
                  </a:lnTo>
                  <a:lnTo>
                    <a:pt x="3702" y="7234"/>
                  </a:lnTo>
                  <a:lnTo>
                    <a:pt x="3702" y="7234"/>
                  </a:lnTo>
                  <a:lnTo>
                    <a:pt x="3873" y="7234"/>
                  </a:lnTo>
                  <a:lnTo>
                    <a:pt x="4019" y="7283"/>
                  </a:lnTo>
                  <a:lnTo>
                    <a:pt x="4165" y="7332"/>
                  </a:lnTo>
                  <a:lnTo>
                    <a:pt x="4262" y="7429"/>
                  </a:lnTo>
                  <a:lnTo>
                    <a:pt x="4262" y="7429"/>
                  </a:lnTo>
                  <a:lnTo>
                    <a:pt x="4360" y="7502"/>
                  </a:lnTo>
                  <a:lnTo>
                    <a:pt x="4457" y="7551"/>
                  </a:lnTo>
                  <a:lnTo>
                    <a:pt x="4555" y="7600"/>
                  </a:lnTo>
                  <a:lnTo>
                    <a:pt x="4652" y="7600"/>
                  </a:lnTo>
                  <a:lnTo>
                    <a:pt x="4652" y="7600"/>
                  </a:lnTo>
                  <a:lnTo>
                    <a:pt x="4749" y="7648"/>
                  </a:lnTo>
                  <a:lnTo>
                    <a:pt x="4896" y="7721"/>
                  </a:lnTo>
                  <a:lnTo>
                    <a:pt x="5066" y="7843"/>
                  </a:lnTo>
                  <a:lnTo>
                    <a:pt x="5212" y="7989"/>
                  </a:lnTo>
                  <a:lnTo>
                    <a:pt x="5212" y="7989"/>
                  </a:lnTo>
                  <a:lnTo>
                    <a:pt x="5383" y="8135"/>
                  </a:lnTo>
                  <a:lnTo>
                    <a:pt x="5553" y="8257"/>
                  </a:lnTo>
                  <a:lnTo>
                    <a:pt x="5699" y="8330"/>
                  </a:lnTo>
                  <a:lnTo>
                    <a:pt x="5797" y="8355"/>
                  </a:lnTo>
                  <a:lnTo>
                    <a:pt x="5797" y="8355"/>
                  </a:lnTo>
                  <a:lnTo>
                    <a:pt x="5870" y="8379"/>
                  </a:lnTo>
                  <a:lnTo>
                    <a:pt x="5992" y="8428"/>
                  </a:lnTo>
                  <a:lnTo>
                    <a:pt x="6089" y="8476"/>
                  </a:lnTo>
                  <a:lnTo>
                    <a:pt x="6162" y="8549"/>
                  </a:lnTo>
                  <a:lnTo>
                    <a:pt x="6162" y="8549"/>
                  </a:lnTo>
                  <a:lnTo>
                    <a:pt x="6259" y="8622"/>
                  </a:lnTo>
                  <a:lnTo>
                    <a:pt x="6357" y="8695"/>
                  </a:lnTo>
                  <a:lnTo>
                    <a:pt x="6454" y="8720"/>
                  </a:lnTo>
                  <a:lnTo>
                    <a:pt x="6552" y="8744"/>
                  </a:lnTo>
                  <a:lnTo>
                    <a:pt x="6552" y="8744"/>
                  </a:lnTo>
                  <a:lnTo>
                    <a:pt x="6649" y="8769"/>
                  </a:lnTo>
                  <a:lnTo>
                    <a:pt x="6747" y="8793"/>
                  </a:lnTo>
                  <a:lnTo>
                    <a:pt x="6844" y="8866"/>
                  </a:lnTo>
                  <a:lnTo>
                    <a:pt x="6941" y="8939"/>
                  </a:lnTo>
                  <a:lnTo>
                    <a:pt x="6941" y="8939"/>
                  </a:lnTo>
                  <a:lnTo>
                    <a:pt x="7014" y="9036"/>
                  </a:lnTo>
                  <a:lnTo>
                    <a:pt x="7063" y="9134"/>
                  </a:lnTo>
                  <a:lnTo>
                    <a:pt x="7112" y="9231"/>
                  </a:lnTo>
                  <a:lnTo>
                    <a:pt x="7112" y="9304"/>
                  </a:lnTo>
                  <a:lnTo>
                    <a:pt x="7112" y="9304"/>
                  </a:lnTo>
                  <a:lnTo>
                    <a:pt x="7112" y="9402"/>
                  </a:lnTo>
                  <a:lnTo>
                    <a:pt x="7063" y="9499"/>
                  </a:lnTo>
                  <a:lnTo>
                    <a:pt x="7014" y="9597"/>
                  </a:lnTo>
                  <a:lnTo>
                    <a:pt x="6941" y="9694"/>
                  </a:lnTo>
                  <a:lnTo>
                    <a:pt x="6941" y="9694"/>
                  </a:lnTo>
                  <a:lnTo>
                    <a:pt x="6868" y="9791"/>
                  </a:lnTo>
                  <a:lnTo>
                    <a:pt x="6795" y="9889"/>
                  </a:lnTo>
                  <a:lnTo>
                    <a:pt x="6747" y="9986"/>
                  </a:lnTo>
                  <a:lnTo>
                    <a:pt x="6747" y="10084"/>
                  </a:lnTo>
                  <a:lnTo>
                    <a:pt x="6747" y="10084"/>
                  </a:lnTo>
                  <a:lnTo>
                    <a:pt x="6722" y="10181"/>
                  </a:lnTo>
                  <a:lnTo>
                    <a:pt x="6625" y="10327"/>
                  </a:lnTo>
                  <a:lnTo>
                    <a:pt x="6503" y="10473"/>
                  </a:lnTo>
                  <a:lnTo>
                    <a:pt x="6357" y="10644"/>
                  </a:lnTo>
                  <a:lnTo>
                    <a:pt x="6357" y="10644"/>
                  </a:lnTo>
                  <a:lnTo>
                    <a:pt x="6211" y="10814"/>
                  </a:lnTo>
                  <a:lnTo>
                    <a:pt x="6089" y="10961"/>
                  </a:lnTo>
                  <a:lnTo>
                    <a:pt x="6016" y="11107"/>
                  </a:lnTo>
                  <a:lnTo>
                    <a:pt x="5992" y="11204"/>
                  </a:lnTo>
                  <a:lnTo>
                    <a:pt x="5992" y="11204"/>
                  </a:lnTo>
                  <a:lnTo>
                    <a:pt x="5943" y="11326"/>
                  </a:lnTo>
                  <a:lnTo>
                    <a:pt x="5870" y="11472"/>
                  </a:lnTo>
                  <a:lnTo>
                    <a:pt x="5748" y="11618"/>
                  </a:lnTo>
                  <a:lnTo>
                    <a:pt x="5602" y="11789"/>
                  </a:lnTo>
                  <a:lnTo>
                    <a:pt x="5602" y="11789"/>
                  </a:lnTo>
                  <a:lnTo>
                    <a:pt x="5456" y="11935"/>
                  </a:lnTo>
                  <a:lnTo>
                    <a:pt x="5334" y="12105"/>
                  </a:lnTo>
                  <a:lnTo>
                    <a:pt x="5261" y="12251"/>
                  </a:lnTo>
                  <a:lnTo>
                    <a:pt x="5212" y="12349"/>
                  </a:lnTo>
                  <a:lnTo>
                    <a:pt x="5212" y="12349"/>
                  </a:lnTo>
                  <a:lnTo>
                    <a:pt x="5188" y="12446"/>
                  </a:lnTo>
                  <a:lnTo>
                    <a:pt x="5139" y="12568"/>
                  </a:lnTo>
                  <a:lnTo>
                    <a:pt x="5042" y="12714"/>
                  </a:lnTo>
                  <a:lnTo>
                    <a:pt x="4944" y="12836"/>
                  </a:lnTo>
                  <a:lnTo>
                    <a:pt x="4944" y="12836"/>
                  </a:lnTo>
                  <a:lnTo>
                    <a:pt x="4822" y="12958"/>
                  </a:lnTo>
                  <a:lnTo>
                    <a:pt x="4725" y="13079"/>
                  </a:lnTo>
                  <a:lnTo>
                    <a:pt x="4676" y="13201"/>
                  </a:lnTo>
                  <a:lnTo>
                    <a:pt x="4652" y="13299"/>
                  </a:lnTo>
                  <a:lnTo>
                    <a:pt x="4652" y="13299"/>
                  </a:lnTo>
                  <a:lnTo>
                    <a:pt x="4676" y="13469"/>
                  </a:lnTo>
                  <a:lnTo>
                    <a:pt x="4701" y="13542"/>
                  </a:lnTo>
                  <a:lnTo>
                    <a:pt x="4749" y="13591"/>
                  </a:lnTo>
                  <a:lnTo>
                    <a:pt x="4749" y="13591"/>
                  </a:lnTo>
                  <a:lnTo>
                    <a:pt x="4774" y="13640"/>
                  </a:lnTo>
                  <a:lnTo>
                    <a:pt x="4822" y="13713"/>
                  </a:lnTo>
                  <a:lnTo>
                    <a:pt x="4847" y="13883"/>
                  </a:lnTo>
                  <a:lnTo>
                    <a:pt x="4847" y="13883"/>
                  </a:lnTo>
                  <a:lnTo>
                    <a:pt x="4822" y="13956"/>
                  </a:lnTo>
                  <a:lnTo>
                    <a:pt x="4774" y="14005"/>
                  </a:lnTo>
                  <a:lnTo>
                    <a:pt x="4725" y="14054"/>
                  </a:lnTo>
                  <a:lnTo>
                    <a:pt x="4652" y="14054"/>
                  </a:lnTo>
                  <a:lnTo>
                    <a:pt x="4652" y="14054"/>
                  </a:lnTo>
                  <a:lnTo>
                    <a:pt x="4555" y="14054"/>
                  </a:lnTo>
                  <a:lnTo>
                    <a:pt x="4457" y="14005"/>
                  </a:lnTo>
                  <a:lnTo>
                    <a:pt x="4360" y="13956"/>
                  </a:lnTo>
                  <a:lnTo>
                    <a:pt x="4262" y="13883"/>
                  </a:lnTo>
                  <a:lnTo>
                    <a:pt x="4262" y="13883"/>
                  </a:lnTo>
                  <a:lnTo>
                    <a:pt x="4189" y="13761"/>
                  </a:lnTo>
                  <a:lnTo>
                    <a:pt x="4141" y="13615"/>
                  </a:lnTo>
                  <a:lnTo>
                    <a:pt x="4092" y="13469"/>
                  </a:lnTo>
                  <a:lnTo>
                    <a:pt x="4092" y="13299"/>
                  </a:lnTo>
                  <a:lnTo>
                    <a:pt x="4092" y="13299"/>
                  </a:lnTo>
                  <a:lnTo>
                    <a:pt x="4067" y="13152"/>
                  </a:lnTo>
                  <a:lnTo>
                    <a:pt x="4019" y="12982"/>
                  </a:lnTo>
                  <a:lnTo>
                    <a:pt x="3970" y="12836"/>
                  </a:lnTo>
                  <a:lnTo>
                    <a:pt x="3897" y="12738"/>
                  </a:lnTo>
                  <a:lnTo>
                    <a:pt x="3897" y="12738"/>
                  </a:lnTo>
                  <a:lnTo>
                    <a:pt x="3848" y="12690"/>
                  </a:lnTo>
                  <a:lnTo>
                    <a:pt x="3824" y="12592"/>
                  </a:lnTo>
                  <a:lnTo>
                    <a:pt x="3751" y="12349"/>
                  </a:lnTo>
                  <a:lnTo>
                    <a:pt x="3726" y="12056"/>
                  </a:lnTo>
                  <a:lnTo>
                    <a:pt x="3702" y="11716"/>
                  </a:lnTo>
                  <a:lnTo>
                    <a:pt x="3702" y="11472"/>
                  </a:lnTo>
                  <a:lnTo>
                    <a:pt x="3702" y="11472"/>
                  </a:lnTo>
                  <a:lnTo>
                    <a:pt x="3702" y="11301"/>
                  </a:lnTo>
                  <a:lnTo>
                    <a:pt x="3653" y="11107"/>
                  </a:lnTo>
                  <a:lnTo>
                    <a:pt x="3629" y="10936"/>
                  </a:lnTo>
                  <a:lnTo>
                    <a:pt x="3556" y="10741"/>
                  </a:lnTo>
                  <a:lnTo>
                    <a:pt x="3483" y="10571"/>
                  </a:lnTo>
                  <a:lnTo>
                    <a:pt x="3410" y="10425"/>
                  </a:lnTo>
                  <a:lnTo>
                    <a:pt x="3312" y="10279"/>
                  </a:lnTo>
                  <a:lnTo>
                    <a:pt x="3239" y="10181"/>
                  </a:lnTo>
                  <a:lnTo>
                    <a:pt x="3239" y="10181"/>
                  </a:lnTo>
                  <a:lnTo>
                    <a:pt x="3045" y="9962"/>
                  </a:lnTo>
                  <a:lnTo>
                    <a:pt x="2898" y="9767"/>
                  </a:lnTo>
                  <a:lnTo>
                    <a:pt x="2801" y="9621"/>
                  </a:lnTo>
                  <a:lnTo>
                    <a:pt x="2752" y="9499"/>
                  </a:lnTo>
                  <a:lnTo>
                    <a:pt x="2752" y="9499"/>
                  </a:lnTo>
                  <a:lnTo>
                    <a:pt x="2728" y="9353"/>
                  </a:lnTo>
                  <a:lnTo>
                    <a:pt x="2704" y="9280"/>
                  </a:lnTo>
                  <a:lnTo>
                    <a:pt x="2655" y="9231"/>
                  </a:lnTo>
                  <a:lnTo>
                    <a:pt x="2655" y="9231"/>
                  </a:lnTo>
                  <a:lnTo>
                    <a:pt x="2631" y="9158"/>
                  </a:lnTo>
                  <a:lnTo>
                    <a:pt x="2582" y="9036"/>
                  </a:lnTo>
                  <a:lnTo>
                    <a:pt x="2582" y="8890"/>
                  </a:lnTo>
                  <a:lnTo>
                    <a:pt x="2557" y="8744"/>
                  </a:lnTo>
                  <a:lnTo>
                    <a:pt x="2557" y="8744"/>
                  </a:lnTo>
                  <a:lnTo>
                    <a:pt x="2582" y="8598"/>
                  </a:lnTo>
                  <a:lnTo>
                    <a:pt x="2582" y="8452"/>
                  </a:lnTo>
                  <a:lnTo>
                    <a:pt x="2631" y="8330"/>
                  </a:lnTo>
                  <a:lnTo>
                    <a:pt x="2655" y="8281"/>
                  </a:lnTo>
                  <a:lnTo>
                    <a:pt x="2655" y="8281"/>
                  </a:lnTo>
                  <a:lnTo>
                    <a:pt x="2704" y="8208"/>
                  </a:lnTo>
                  <a:lnTo>
                    <a:pt x="2728" y="8160"/>
                  </a:lnTo>
                  <a:lnTo>
                    <a:pt x="2752" y="7989"/>
                  </a:lnTo>
                  <a:lnTo>
                    <a:pt x="2752" y="7989"/>
                  </a:lnTo>
                  <a:lnTo>
                    <a:pt x="2728" y="7819"/>
                  </a:lnTo>
                  <a:lnTo>
                    <a:pt x="2704" y="7746"/>
                  </a:lnTo>
                  <a:lnTo>
                    <a:pt x="2655" y="7697"/>
                  </a:lnTo>
                  <a:lnTo>
                    <a:pt x="2655" y="7697"/>
                  </a:lnTo>
                  <a:lnTo>
                    <a:pt x="2606" y="7673"/>
                  </a:lnTo>
                  <a:lnTo>
                    <a:pt x="2533" y="7624"/>
                  </a:lnTo>
                  <a:lnTo>
                    <a:pt x="2363" y="7600"/>
                  </a:lnTo>
                  <a:lnTo>
                    <a:pt x="2363" y="7600"/>
                  </a:lnTo>
                  <a:lnTo>
                    <a:pt x="2265" y="7575"/>
                  </a:lnTo>
                  <a:lnTo>
                    <a:pt x="2119" y="7502"/>
                  </a:lnTo>
                  <a:lnTo>
                    <a:pt x="1973" y="7380"/>
                  </a:lnTo>
                  <a:lnTo>
                    <a:pt x="1802" y="7234"/>
                  </a:lnTo>
                  <a:lnTo>
                    <a:pt x="1802" y="7234"/>
                  </a:lnTo>
                  <a:lnTo>
                    <a:pt x="1632" y="7088"/>
                  </a:lnTo>
                  <a:lnTo>
                    <a:pt x="1486" y="6966"/>
                  </a:lnTo>
                  <a:lnTo>
                    <a:pt x="1340" y="6869"/>
                  </a:lnTo>
                  <a:lnTo>
                    <a:pt x="1242" y="6845"/>
                  </a:lnTo>
                  <a:lnTo>
                    <a:pt x="1242" y="6845"/>
                  </a:lnTo>
                  <a:lnTo>
                    <a:pt x="1121" y="6796"/>
                  </a:lnTo>
                  <a:lnTo>
                    <a:pt x="926" y="6674"/>
                  </a:lnTo>
                  <a:lnTo>
                    <a:pt x="706" y="6504"/>
                  </a:lnTo>
                  <a:lnTo>
                    <a:pt x="463" y="6284"/>
                  </a:lnTo>
                  <a:lnTo>
                    <a:pt x="463" y="6284"/>
                  </a:lnTo>
                  <a:lnTo>
                    <a:pt x="171" y="5919"/>
                  </a:lnTo>
                  <a:lnTo>
                    <a:pt x="0" y="5700"/>
                  </a:lnTo>
                  <a:lnTo>
                    <a:pt x="0" y="5700"/>
                  </a:lnTo>
                  <a:lnTo>
                    <a:pt x="0" y="5724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2"/>
            <p:cNvSpPr/>
            <p:nvPr/>
          </p:nvSpPr>
          <p:spPr>
            <a:xfrm>
              <a:off x="6128575" y="3695900"/>
              <a:ext cx="86475" cy="47525"/>
            </a:xfrm>
            <a:custGeom>
              <a:rect b="b" l="l" r="r" t="t"/>
              <a:pathLst>
                <a:path extrusionOk="0" fill="none" h="1901" w="3459">
                  <a:moveTo>
                    <a:pt x="2022" y="1340"/>
                  </a:moveTo>
                  <a:lnTo>
                    <a:pt x="2022" y="1340"/>
                  </a:lnTo>
                  <a:lnTo>
                    <a:pt x="1924" y="1413"/>
                  </a:lnTo>
                  <a:lnTo>
                    <a:pt x="1827" y="1486"/>
                  </a:lnTo>
                  <a:lnTo>
                    <a:pt x="1729" y="1511"/>
                  </a:lnTo>
                  <a:lnTo>
                    <a:pt x="1632" y="1535"/>
                  </a:lnTo>
                  <a:lnTo>
                    <a:pt x="1632" y="1535"/>
                  </a:lnTo>
                  <a:lnTo>
                    <a:pt x="1559" y="1535"/>
                  </a:lnTo>
                  <a:lnTo>
                    <a:pt x="1461" y="1584"/>
                  </a:lnTo>
                  <a:lnTo>
                    <a:pt x="1340" y="1657"/>
                  </a:lnTo>
                  <a:lnTo>
                    <a:pt x="1267" y="1730"/>
                  </a:lnTo>
                  <a:lnTo>
                    <a:pt x="1267" y="1730"/>
                  </a:lnTo>
                  <a:lnTo>
                    <a:pt x="1169" y="1803"/>
                  </a:lnTo>
                  <a:lnTo>
                    <a:pt x="1072" y="1852"/>
                  </a:lnTo>
                  <a:lnTo>
                    <a:pt x="974" y="1900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79" y="1900"/>
                  </a:lnTo>
                  <a:lnTo>
                    <a:pt x="682" y="1852"/>
                  </a:lnTo>
                  <a:lnTo>
                    <a:pt x="585" y="1803"/>
                  </a:lnTo>
                  <a:lnTo>
                    <a:pt x="512" y="1730"/>
                  </a:lnTo>
                  <a:lnTo>
                    <a:pt x="512" y="1730"/>
                  </a:lnTo>
                  <a:lnTo>
                    <a:pt x="438" y="1633"/>
                  </a:lnTo>
                  <a:lnTo>
                    <a:pt x="414" y="1535"/>
                  </a:lnTo>
                  <a:lnTo>
                    <a:pt x="438" y="1438"/>
                  </a:lnTo>
                  <a:lnTo>
                    <a:pt x="512" y="1340"/>
                  </a:lnTo>
                  <a:lnTo>
                    <a:pt x="512" y="1340"/>
                  </a:lnTo>
                  <a:lnTo>
                    <a:pt x="585" y="1243"/>
                  </a:lnTo>
                  <a:lnTo>
                    <a:pt x="633" y="1145"/>
                  </a:lnTo>
                  <a:lnTo>
                    <a:pt x="682" y="1048"/>
                  </a:lnTo>
                  <a:lnTo>
                    <a:pt x="682" y="951"/>
                  </a:lnTo>
                  <a:lnTo>
                    <a:pt x="682" y="951"/>
                  </a:lnTo>
                  <a:lnTo>
                    <a:pt x="658" y="804"/>
                  </a:lnTo>
                  <a:lnTo>
                    <a:pt x="633" y="731"/>
                  </a:lnTo>
                  <a:lnTo>
                    <a:pt x="585" y="683"/>
                  </a:lnTo>
                  <a:lnTo>
                    <a:pt x="585" y="683"/>
                  </a:lnTo>
                  <a:lnTo>
                    <a:pt x="536" y="634"/>
                  </a:lnTo>
                  <a:lnTo>
                    <a:pt x="463" y="610"/>
                  </a:lnTo>
                  <a:lnTo>
                    <a:pt x="317" y="585"/>
                  </a:lnTo>
                  <a:lnTo>
                    <a:pt x="317" y="585"/>
                  </a:lnTo>
                  <a:lnTo>
                    <a:pt x="146" y="561"/>
                  </a:lnTo>
                  <a:lnTo>
                    <a:pt x="73" y="512"/>
                  </a:lnTo>
                  <a:lnTo>
                    <a:pt x="24" y="488"/>
                  </a:lnTo>
                  <a:lnTo>
                    <a:pt x="24" y="488"/>
                  </a:lnTo>
                  <a:lnTo>
                    <a:pt x="0" y="439"/>
                  </a:lnTo>
                  <a:lnTo>
                    <a:pt x="24" y="366"/>
                  </a:lnTo>
                  <a:lnTo>
                    <a:pt x="49" y="293"/>
                  </a:lnTo>
                  <a:lnTo>
                    <a:pt x="122" y="196"/>
                  </a:lnTo>
                  <a:lnTo>
                    <a:pt x="122" y="196"/>
                  </a:lnTo>
                  <a:lnTo>
                    <a:pt x="171" y="171"/>
                  </a:lnTo>
                  <a:lnTo>
                    <a:pt x="268" y="123"/>
                  </a:lnTo>
                  <a:lnTo>
                    <a:pt x="512" y="74"/>
                  </a:lnTo>
                  <a:lnTo>
                    <a:pt x="804" y="25"/>
                  </a:lnTo>
                  <a:lnTo>
                    <a:pt x="1145" y="1"/>
                  </a:lnTo>
                  <a:lnTo>
                    <a:pt x="2509" y="1"/>
                  </a:lnTo>
                  <a:lnTo>
                    <a:pt x="2509" y="1"/>
                  </a:lnTo>
                  <a:lnTo>
                    <a:pt x="2850" y="25"/>
                  </a:lnTo>
                  <a:lnTo>
                    <a:pt x="3142" y="49"/>
                  </a:lnTo>
                  <a:lnTo>
                    <a:pt x="3337" y="74"/>
                  </a:lnTo>
                  <a:lnTo>
                    <a:pt x="3434" y="98"/>
                  </a:lnTo>
                  <a:lnTo>
                    <a:pt x="3434" y="98"/>
                  </a:lnTo>
                  <a:lnTo>
                    <a:pt x="3458" y="123"/>
                  </a:lnTo>
                  <a:lnTo>
                    <a:pt x="3434" y="171"/>
                  </a:lnTo>
                  <a:lnTo>
                    <a:pt x="3361" y="317"/>
                  </a:lnTo>
                  <a:lnTo>
                    <a:pt x="3239" y="488"/>
                  </a:lnTo>
                  <a:lnTo>
                    <a:pt x="3069" y="683"/>
                  </a:lnTo>
                  <a:lnTo>
                    <a:pt x="3069" y="683"/>
                  </a:lnTo>
                  <a:lnTo>
                    <a:pt x="2874" y="853"/>
                  </a:lnTo>
                  <a:lnTo>
                    <a:pt x="2679" y="999"/>
                  </a:lnTo>
                  <a:lnTo>
                    <a:pt x="2509" y="1121"/>
                  </a:lnTo>
                  <a:lnTo>
                    <a:pt x="2411" y="1145"/>
                  </a:lnTo>
                  <a:lnTo>
                    <a:pt x="2411" y="1145"/>
                  </a:lnTo>
                  <a:lnTo>
                    <a:pt x="2314" y="1170"/>
                  </a:lnTo>
                  <a:lnTo>
                    <a:pt x="2216" y="1194"/>
                  </a:lnTo>
                  <a:lnTo>
                    <a:pt x="2119" y="1267"/>
                  </a:lnTo>
                  <a:lnTo>
                    <a:pt x="2022" y="1340"/>
                  </a:lnTo>
                  <a:lnTo>
                    <a:pt x="2022" y="134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2"/>
            <p:cNvSpPr/>
            <p:nvPr/>
          </p:nvSpPr>
          <p:spPr>
            <a:xfrm>
              <a:off x="6357500" y="3940075"/>
              <a:ext cx="18900" cy="34725"/>
            </a:xfrm>
            <a:custGeom>
              <a:rect b="b" l="l" r="r" t="t"/>
              <a:pathLst>
                <a:path extrusionOk="0" fill="none" h="1389" w="756">
                  <a:moveTo>
                    <a:pt x="585" y="682"/>
                  </a:moveTo>
                  <a:lnTo>
                    <a:pt x="585" y="682"/>
                  </a:lnTo>
                  <a:lnTo>
                    <a:pt x="512" y="779"/>
                  </a:lnTo>
                  <a:lnTo>
                    <a:pt x="439" y="877"/>
                  </a:lnTo>
                  <a:lnTo>
                    <a:pt x="390" y="974"/>
                  </a:lnTo>
                  <a:lnTo>
                    <a:pt x="390" y="1072"/>
                  </a:lnTo>
                  <a:lnTo>
                    <a:pt x="390" y="1072"/>
                  </a:lnTo>
                  <a:lnTo>
                    <a:pt x="366" y="1218"/>
                  </a:lnTo>
                  <a:lnTo>
                    <a:pt x="317" y="1291"/>
                  </a:lnTo>
                  <a:lnTo>
                    <a:pt x="293" y="1364"/>
                  </a:lnTo>
                  <a:lnTo>
                    <a:pt x="293" y="1364"/>
                  </a:lnTo>
                  <a:lnTo>
                    <a:pt x="244" y="1388"/>
                  </a:lnTo>
                  <a:lnTo>
                    <a:pt x="195" y="1388"/>
                  </a:lnTo>
                  <a:lnTo>
                    <a:pt x="147" y="1388"/>
                  </a:lnTo>
                  <a:lnTo>
                    <a:pt x="98" y="1364"/>
                  </a:lnTo>
                  <a:lnTo>
                    <a:pt x="98" y="1364"/>
                  </a:lnTo>
                  <a:lnTo>
                    <a:pt x="74" y="1291"/>
                  </a:lnTo>
                  <a:lnTo>
                    <a:pt x="25" y="1169"/>
                  </a:lnTo>
                  <a:lnTo>
                    <a:pt x="25" y="1023"/>
                  </a:lnTo>
                  <a:lnTo>
                    <a:pt x="1" y="877"/>
                  </a:lnTo>
                  <a:lnTo>
                    <a:pt x="1" y="877"/>
                  </a:lnTo>
                  <a:lnTo>
                    <a:pt x="25" y="706"/>
                  </a:lnTo>
                  <a:lnTo>
                    <a:pt x="98" y="536"/>
                  </a:lnTo>
                  <a:lnTo>
                    <a:pt x="171" y="365"/>
                  </a:lnTo>
                  <a:lnTo>
                    <a:pt x="293" y="219"/>
                  </a:lnTo>
                  <a:lnTo>
                    <a:pt x="293" y="219"/>
                  </a:lnTo>
                  <a:lnTo>
                    <a:pt x="415" y="122"/>
                  </a:lnTo>
                  <a:lnTo>
                    <a:pt x="512" y="49"/>
                  </a:lnTo>
                  <a:lnTo>
                    <a:pt x="609" y="0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707" y="73"/>
                  </a:lnTo>
                  <a:lnTo>
                    <a:pt x="731" y="146"/>
                  </a:lnTo>
                  <a:lnTo>
                    <a:pt x="756" y="317"/>
                  </a:lnTo>
                  <a:lnTo>
                    <a:pt x="756" y="317"/>
                  </a:lnTo>
                  <a:lnTo>
                    <a:pt x="756" y="390"/>
                  </a:lnTo>
                  <a:lnTo>
                    <a:pt x="707" y="487"/>
                  </a:lnTo>
                  <a:lnTo>
                    <a:pt x="658" y="609"/>
                  </a:lnTo>
                  <a:lnTo>
                    <a:pt x="585" y="682"/>
                  </a:lnTo>
                  <a:lnTo>
                    <a:pt x="585" y="682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2"/>
            <p:cNvSpPr/>
            <p:nvPr/>
          </p:nvSpPr>
          <p:spPr>
            <a:xfrm>
              <a:off x="6202850" y="3720875"/>
              <a:ext cx="204000" cy="278875"/>
            </a:xfrm>
            <a:custGeom>
              <a:rect b="b" l="l" r="r" t="t"/>
              <a:pathLst>
                <a:path extrusionOk="0" fill="none" h="11155" w="8160">
                  <a:moveTo>
                    <a:pt x="8159" y="4774"/>
                  </a:moveTo>
                  <a:lnTo>
                    <a:pt x="8159" y="4774"/>
                  </a:lnTo>
                  <a:lnTo>
                    <a:pt x="7599" y="4701"/>
                  </a:lnTo>
                  <a:lnTo>
                    <a:pt x="7283" y="4652"/>
                  </a:lnTo>
                  <a:lnTo>
                    <a:pt x="7136" y="4603"/>
                  </a:lnTo>
                  <a:lnTo>
                    <a:pt x="7136" y="4603"/>
                  </a:lnTo>
                  <a:lnTo>
                    <a:pt x="7088" y="4579"/>
                  </a:lnTo>
                  <a:lnTo>
                    <a:pt x="7015" y="4555"/>
                  </a:lnTo>
                  <a:lnTo>
                    <a:pt x="6844" y="4530"/>
                  </a:lnTo>
                  <a:lnTo>
                    <a:pt x="6844" y="4530"/>
                  </a:lnTo>
                  <a:lnTo>
                    <a:pt x="6747" y="4506"/>
                  </a:lnTo>
                  <a:lnTo>
                    <a:pt x="6649" y="4457"/>
                  </a:lnTo>
                  <a:lnTo>
                    <a:pt x="6552" y="4409"/>
                  </a:lnTo>
                  <a:lnTo>
                    <a:pt x="6454" y="4336"/>
                  </a:lnTo>
                  <a:lnTo>
                    <a:pt x="6454" y="4336"/>
                  </a:lnTo>
                  <a:lnTo>
                    <a:pt x="6381" y="4262"/>
                  </a:lnTo>
                  <a:lnTo>
                    <a:pt x="6308" y="4214"/>
                  </a:lnTo>
                  <a:lnTo>
                    <a:pt x="6235" y="4214"/>
                  </a:lnTo>
                  <a:lnTo>
                    <a:pt x="6187" y="4238"/>
                  </a:lnTo>
                  <a:lnTo>
                    <a:pt x="6187" y="4238"/>
                  </a:lnTo>
                  <a:lnTo>
                    <a:pt x="6162" y="4287"/>
                  </a:lnTo>
                  <a:lnTo>
                    <a:pt x="6162" y="4360"/>
                  </a:lnTo>
                  <a:lnTo>
                    <a:pt x="6211" y="4433"/>
                  </a:lnTo>
                  <a:lnTo>
                    <a:pt x="6284" y="4530"/>
                  </a:lnTo>
                  <a:lnTo>
                    <a:pt x="6284" y="4530"/>
                  </a:lnTo>
                  <a:lnTo>
                    <a:pt x="6357" y="4603"/>
                  </a:lnTo>
                  <a:lnTo>
                    <a:pt x="6454" y="4652"/>
                  </a:lnTo>
                  <a:lnTo>
                    <a:pt x="6576" y="4701"/>
                  </a:lnTo>
                  <a:lnTo>
                    <a:pt x="6649" y="4701"/>
                  </a:lnTo>
                  <a:lnTo>
                    <a:pt x="6649" y="4701"/>
                  </a:lnTo>
                  <a:lnTo>
                    <a:pt x="6747" y="4725"/>
                  </a:lnTo>
                  <a:lnTo>
                    <a:pt x="6844" y="4774"/>
                  </a:lnTo>
                  <a:lnTo>
                    <a:pt x="6942" y="4823"/>
                  </a:lnTo>
                  <a:lnTo>
                    <a:pt x="7039" y="4896"/>
                  </a:lnTo>
                  <a:lnTo>
                    <a:pt x="7039" y="4896"/>
                  </a:lnTo>
                  <a:lnTo>
                    <a:pt x="7063" y="4944"/>
                  </a:lnTo>
                  <a:lnTo>
                    <a:pt x="7088" y="4993"/>
                  </a:lnTo>
                  <a:lnTo>
                    <a:pt x="7063" y="5139"/>
                  </a:lnTo>
                  <a:lnTo>
                    <a:pt x="6966" y="5310"/>
                  </a:lnTo>
                  <a:lnTo>
                    <a:pt x="6844" y="5480"/>
                  </a:lnTo>
                  <a:lnTo>
                    <a:pt x="6844" y="5480"/>
                  </a:lnTo>
                  <a:lnTo>
                    <a:pt x="6674" y="5626"/>
                  </a:lnTo>
                  <a:lnTo>
                    <a:pt x="6528" y="5748"/>
                  </a:lnTo>
                  <a:lnTo>
                    <a:pt x="6381" y="5821"/>
                  </a:lnTo>
                  <a:lnTo>
                    <a:pt x="6284" y="5846"/>
                  </a:lnTo>
                  <a:lnTo>
                    <a:pt x="6284" y="5846"/>
                  </a:lnTo>
                  <a:lnTo>
                    <a:pt x="6113" y="5870"/>
                  </a:lnTo>
                  <a:lnTo>
                    <a:pt x="6040" y="5894"/>
                  </a:lnTo>
                  <a:lnTo>
                    <a:pt x="5992" y="5943"/>
                  </a:lnTo>
                  <a:lnTo>
                    <a:pt x="5992" y="5943"/>
                  </a:lnTo>
                  <a:lnTo>
                    <a:pt x="5943" y="5967"/>
                  </a:lnTo>
                  <a:lnTo>
                    <a:pt x="5894" y="5992"/>
                  </a:lnTo>
                  <a:lnTo>
                    <a:pt x="5846" y="5967"/>
                  </a:lnTo>
                  <a:lnTo>
                    <a:pt x="5797" y="5943"/>
                  </a:lnTo>
                  <a:lnTo>
                    <a:pt x="5797" y="5943"/>
                  </a:lnTo>
                  <a:lnTo>
                    <a:pt x="5773" y="5894"/>
                  </a:lnTo>
                  <a:lnTo>
                    <a:pt x="5724" y="5821"/>
                  </a:lnTo>
                  <a:lnTo>
                    <a:pt x="5699" y="5651"/>
                  </a:lnTo>
                  <a:lnTo>
                    <a:pt x="5699" y="5651"/>
                  </a:lnTo>
                  <a:lnTo>
                    <a:pt x="5675" y="5553"/>
                  </a:lnTo>
                  <a:lnTo>
                    <a:pt x="5602" y="5407"/>
                  </a:lnTo>
                  <a:lnTo>
                    <a:pt x="5480" y="5261"/>
                  </a:lnTo>
                  <a:lnTo>
                    <a:pt x="5334" y="5091"/>
                  </a:lnTo>
                  <a:lnTo>
                    <a:pt x="5334" y="5091"/>
                  </a:lnTo>
                  <a:lnTo>
                    <a:pt x="5188" y="4920"/>
                  </a:lnTo>
                  <a:lnTo>
                    <a:pt x="5066" y="4774"/>
                  </a:lnTo>
                  <a:lnTo>
                    <a:pt x="4969" y="4628"/>
                  </a:lnTo>
                  <a:lnTo>
                    <a:pt x="4944" y="4530"/>
                  </a:lnTo>
                  <a:lnTo>
                    <a:pt x="4944" y="4530"/>
                  </a:lnTo>
                  <a:lnTo>
                    <a:pt x="4944" y="4457"/>
                  </a:lnTo>
                  <a:lnTo>
                    <a:pt x="4920" y="4409"/>
                  </a:lnTo>
                  <a:lnTo>
                    <a:pt x="4896" y="4409"/>
                  </a:lnTo>
                  <a:lnTo>
                    <a:pt x="4847" y="4433"/>
                  </a:lnTo>
                  <a:lnTo>
                    <a:pt x="4847" y="4433"/>
                  </a:lnTo>
                  <a:lnTo>
                    <a:pt x="4823" y="4482"/>
                  </a:lnTo>
                  <a:lnTo>
                    <a:pt x="4774" y="4555"/>
                  </a:lnTo>
                  <a:lnTo>
                    <a:pt x="4750" y="4701"/>
                  </a:lnTo>
                  <a:lnTo>
                    <a:pt x="4750" y="4701"/>
                  </a:lnTo>
                  <a:lnTo>
                    <a:pt x="4774" y="4798"/>
                  </a:lnTo>
                  <a:lnTo>
                    <a:pt x="4847" y="4920"/>
                  </a:lnTo>
                  <a:lnTo>
                    <a:pt x="4920" y="5066"/>
                  </a:lnTo>
                  <a:lnTo>
                    <a:pt x="5042" y="5188"/>
                  </a:lnTo>
                  <a:lnTo>
                    <a:pt x="5042" y="5188"/>
                  </a:lnTo>
                  <a:lnTo>
                    <a:pt x="5139" y="5310"/>
                  </a:lnTo>
                  <a:lnTo>
                    <a:pt x="5237" y="5431"/>
                  </a:lnTo>
                  <a:lnTo>
                    <a:pt x="5310" y="5553"/>
                  </a:lnTo>
                  <a:lnTo>
                    <a:pt x="5334" y="5651"/>
                  </a:lnTo>
                  <a:lnTo>
                    <a:pt x="5334" y="5651"/>
                  </a:lnTo>
                  <a:lnTo>
                    <a:pt x="5334" y="5748"/>
                  </a:lnTo>
                  <a:lnTo>
                    <a:pt x="5383" y="5846"/>
                  </a:lnTo>
                  <a:lnTo>
                    <a:pt x="5432" y="5943"/>
                  </a:lnTo>
                  <a:lnTo>
                    <a:pt x="5505" y="6040"/>
                  </a:lnTo>
                  <a:lnTo>
                    <a:pt x="5505" y="6040"/>
                  </a:lnTo>
                  <a:lnTo>
                    <a:pt x="5626" y="6113"/>
                  </a:lnTo>
                  <a:lnTo>
                    <a:pt x="5773" y="6162"/>
                  </a:lnTo>
                  <a:lnTo>
                    <a:pt x="5919" y="6211"/>
                  </a:lnTo>
                  <a:lnTo>
                    <a:pt x="6089" y="6235"/>
                  </a:lnTo>
                  <a:lnTo>
                    <a:pt x="6089" y="6235"/>
                  </a:lnTo>
                  <a:lnTo>
                    <a:pt x="6235" y="6235"/>
                  </a:lnTo>
                  <a:lnTo>
                    <a:pt x="6357" y="6284"/>
                  </a:lnTo>
                  <a:lnTo>
                    <a:pt x="6430" y="6333"/>
                  </a:lnTo>
                  <a:lnTo>
                    <a:pt x="6454" y="6381"/>
                  </a:lnTo>
                  <a:lnTo>
                    <a:pt x="6454" y="6430"/>
                  </a:lnTo>
                  <a:lnTo>
                    <a:pt x="6454" y="6430"/>
                  </a:lnTo>
                  <a:lnTo>
                    <a:pt x="6430" y="6527"/>
                  </a:lnTo>
                  <a:lnTo>
                    <a:pt x="6308" y="6722"/>
                  </a:lnTo>
                  <a:lnTo>
                    <a:pt x="6113" y="6941"/>
                  </a:lnTo>
                  <a:lnTo>
                    <a:pt x="5894" y="7185"/>
                  </a:lnTo>
                  <a:lnTo>
                    <a:pt x="5894" y="7185"/>
                  </a:lnTo>
                  <a:lnTo>
                    <a:pt x="5675" y="7429"/>
                  </a:lnTo>
                  <a:lnTo>
                    <a:pt x="5505" y="7696"/>
                  </a:lnTo>
                  <a:lnTo>
                    <a:pt x="5358" y="7940"/>
                  </a:lnTo>
                  <a:lnTo>
                    <a:pt x="5334" y="8037"/>
                  </a:lnTo>
                  <a:lnTo>
                    <a:pt x="5334" y="8135"/>
                  </a:lnTo>
                  <a:lnTo>
                    <a:pt x="5334" y="8135"/>
                  </a:lnTo>
                  <a:lnTo>
                    <a:pt x="5334" y="8281"/>
                  </a:lnTo>
                  <a:lnTo>
                    <a:pt x="5358" y="8427"/>
                  </a:lnTo>
                  <a:lnTo>
                    <a:pt x="5383" y="8525"/>
                  </a:lnTo>
                  <a:lnTo>
                    <a:pt x="5432" y="8598"/>
                  </a:lnTo>
                  <a:lnTo>
                    <a:pt x="5432" y="8598"/>
                  </a:lnTo>
                  <a:lnTo>
                    <a:pt x="5456" y="8646"/>
                  </a:lnTo>
                  <a:lnTo>
                    <a:pt x="5480" y="8719"/>
                  </a:lnTo>
                  <a:lnTo>
                    <a:pt x="5505" y="8890"/>
                  </a:lnTo>
                  <a:lnTo>
                    <a:pt x="5505" y="8890"/>
                  </a:lnTo>
                  <a:lnTo>
                    <a:pt x="5480" y="8987"/>
                  </a:lnTo>
                  <a:lnTo>
                    <a:pt x="5383" y="9158"/>
                  </a:lnTo>
                  <a:lnTo>
                    <a:pt x="5237" y="9353"/>
                  </a:lnTo>
                  <a:lnTo>
                    <a:pt x="5042" y="9547"/>
                  </a:lnTo>
                  <a:lnTo>
                    <a:pt x="5042" y="9547"/>
                  </a:lnTo>
                  <a:lnTo>
                    <a:pt x="4847" y="9742"/>
                  </a:lnTo>
                  <a:lnTo>
                    <a:pt x="4701" y="9937"/>
                  </a:lnTo>
                  <a:lnTo>
                    <a:pt x="4603" y="10108"/>
                  </a:lnTo>
                  <a:lnTo>
                    <a:pt x="4555" y="10205"/>
                  </a:lnTo>
                  <a:lnTo>
                    <a:pt x="4555" y="10205"/>
                  </a:lnTo>
                  <a:lnTo>
                    <a:pt x="4530" y="10327"/>
                  </a:lnTo>
                  <a:lnTo>
                    <a:pt x="4457" y="10473"/>
                  </a:lnTo>
                  <a:lnTo>
                    <a:pt x="4336" y="10619"/>
                  </a:lnTo>
                  <a:lnTo>
                    <a:pt x="4189" y="10790"/>
                  </a:lnTo>
                  <a:lnTo>
                    <a:pt x="4189" y="10790"/>
                  </a:lnTo>
                  <a:lnTo>
                    <a:pt x="4019" y="10936"/>
                  </a:lnTo>
                  <a:lnTo>
                    <a:pt x="3873" y="11057"/>
                  </a:lnTo>
                  <a:lnTo>
                    <a:pt x="3727" y="11131"/>
                  </a:lnTo>
                  <a:lnTo>
                    <a:pt x="3605" y="11155"/>
                  </a:lnTo>
                  <a:lnTo>
                    <a:pt x="3605" y="11155"/>
                  </a:lnTo>
                  <a:lnTo>
                    <a:pt x="3532" y="11155"/>
                  </a:lnTo>
                  <a:lnTo>
                    <a:pt x="3434" y="11106"/>
                  </a:lnTo>
                  <a:lnTo>
                    <a:pt x="3337" y="11057"/>
                  </a:lnTo>
                  <a:lnTo>
                    <a:pt x="3240" y="10984"/>
                  </a:lnTo>
                  <a:lnTo>
                    <a:pt x="3240" y="10984"/>
                  </a:lnTo>
                  <a:lnTo>
                    <a:pt x="3167" y="10887"/>
                  </a:lnTo>
                  <a:lnTo>
                    <a:pt x="3093" y="10790"/>
                  </a:lnTo>
                  <a:lnTo>
                    <a:pt x="3069" y="10692"/>
                  </a:lnTo>
                  <a:lnTo>
                    <a:pt x="3045" y="10595"/>
                  </a:lnTo>
                  <a:lnTo>
                    <a:pt x="3045" y="10595"/>
                  </a:lnTo>
                  <a:lnTo>
                    <a:pt x="3020" y="10424"/>
                  </a:lnTo>
                  <a:lnTo>
                    <a:pt x="2996" y="10351"/>
                  </a:lnTo>
                  <a:lnTo>
                    <a:pt x="2947" y="10302"/>
                  </a:lnTo>
                  <a:lnTo>
                    <a:pt x="2947" y="10302"/>
                  </a:lnTo>
                  <a:lnTo>
                    <a:pt x="2923" y="10254"/>
                  </a:lnTo>
                  <a:lnTo>
                    <a:pt x="2874" y="10181"/>
                  </a:lnTo>
                  <a:lnTo>
                    <a:pt x="2850" y="10035"/>
                  </a:lnTo>
                  <a:lnTo>
                    <a:pt x="2850" y="10035"/>
                  </a:lnTo>
                  <a:lnTo>
                    <a:pt x="2826" y="9864"/>
                  </a:lnTo>
                  <a:lnTo>
                    <a:pt x="2801" y="9791"/>
                  </a:lnTo>
                  <a:lnTo>
                    <a:pt x="2752" y="9742"/>
                  </a:lnTo>
                  <a:lnTo>
                    <a:pt x="2752" y="9742"/>
                  </a:lnTo>
                  <a:lnTo>
                    <a:pt x="2728" y="9669"/>
                  </a:lnTo>
                  <a:lnTo>
                    <a:pt x="2704" y="9572"/>
                  </a:lnTo>
                  <a:lnTo>
                    <a:pt x="2679" y="9426"/>
                  </a:lnTo>
                  <a:lnTo>
                    <a:pt x="2655" y="9255"/>
                  </a:lnTo>
                  <a:lnTo>
                    <a:pt x="2655" y="9255"/>
                  </a:lnTo>
                  <a:lnTo>
                    <a:pt x="2679" y="9109"/>
                  </a:lnTo>
                  <a:lnTo>
                    <a:pt x="2704" y="8963"/>
                  </a:lnTo>
                  <a:lnTo>
                    <a:pt x="2728" y="8866"/>
                  </a:lnTo>
                  <a:lnTo>
                    <a:pt x="2752" y="8792"/>
                  </a:lnTo>
                  <a:lnTo>
                    <a:pt x="2752" y="8792"/>
                  </a:lnTo>
                  <a:lnTo>
                    <a:pt x="2801" y="8744"/>
                  </a:lnTo>
                  <a:lnTo>
                    <a:pt x="2826" y="8671"/>
                  </a:lnTo>
                  <a:lnTo>
                    <a:pt x="2850" y="8500"/>
                  </a:lnTo>
                  <a:lnTo>
                    <a:pt x="2850" y="8500"/>
                  </a:lnTo>
                  <a:lnTo>
                    <a:pt x="2826" y="8403"/>
                  </a:lnTo>
                  <a:lnTo>
                    <a:pt x="2777" y="8281"/>
                  </a:lnTo>
                  <a:lnTo>
                    <a:pt x="2679" y="8159"/>
                  </a:lnTo>
                  <a:lnTo>
                    <a:pt x="2582" y="8037"/>
                  </a:lnTo>
                  <a:lnTo>
                    <a:pt x="2582" y="8037"/>
                  </a:lnTo>
                  <a:lnTo>
                    <a:pt x="2460" y="7891"/>
                  </a:lnTo>
                  <a:lnTo>
                    <a:pt x="2363" y="7721"/>
                  </a:lnTo>
                  <a:lnTo>
                    <a:pt x="2314" y="7526"/>
                  </a:lnTo>
                  <a:lnTo>
                    <a:pt x="2290" y="7356"/>
                  </a:lnTo>
                  <a:lnTo>
                    <a:pt x="2290" y="7356"/>
                  </a:lnTo>
                  <a:lnTo>
                    <a:pt x="2290" y="7209"/>
                  </a:lnTo>
                  <a:lnTo>
                    <a:pt x="2265" y="7063"/>
                  </a:lnTo>
                  <a:lnTo>
                    <a:pt x="2217" y="6966"/>
                  </a:lnTo>
                  <a:lnTo>
                    <a:pt x="2192" y="6893"/>
                  </a:lnTo>
                  <a:lnTo>
                    <a:pt x="2192" y="6893"/>
                  </a:lnTo>
                  <a:lnTo>
                    <a:pt x="2144" y="6844"/>
                  </a:lnTo>
                  <a:lnTo>
                    <a:pt x="2071" y="6820"/>
                  </a:lnTo>
                  <a:lnTo>
                    <a:pt x="1900" y="6795"/>
                  </a:lnTo>
                  <a:lnTo>
                    <a:pt x="1900" y="6795"/>
                  </a:lnTo>
                  <a:lnTo>
                    <a:pt x="1754" y="6820"/>
                  </a:lnTo>
                  <a:lnTo>
                    <a:pt x="1681" y="6844"/>
                  </a:lnTo>
                  <a:lnTo>
                    <a:pt x="1632" y="6893"/>
                  </a:lnTo>
                  <a:lnTo>
                    <a:pt x="1632" y="6893"/>
                  </a:lnTo>
                  <a:lnTo>
                    <a:pt x="1559" y="6941"/>
                  </a:lnTo>
                  <a:lnTo>
                    <a:pt x="1437" y="6966"/>
                  </a:lnTo>
                  <a:lnTo>
                    <a:pt x="1291" y="6990"/>
                  </a:lnTo>
                  <a:lnTo>
                    <a:pt x="1145" y="6990"/>
                  </a:lnTo>
                  <a:lnTo>
                    <a:pt x="1145" y="6990"/>
                  </a:lnTo>
                  <a:lnTo>
                    <a:pt x="975" y="6966"/>
                  </a:lnTo>
                  <a:lnTo>
                    <a:pt x="780" y="6868"/>
                  </a:lnTo>
                  <a:lnTo>
                    <a:pt x="561" y="6747"/>
                  </a:lnTo>
                  <a:lnTo>
                    <a:pt x="390" y="6601"/>
                  </a:lnTo>
                  <a:lnTo>
                    <a:pt x="390" y="6601"/>
                  </a:lnTo>
                  <a:lnTo>
                    <a:pt x="317" y="6527"/>
                  </a:lnTo>
                  <a:lnTo>
                    <a:pt x="244" y="6406"/>
                  </a:lnTo>
                  <a:lnTo>
                    <a:pt x="122" y="6113"/>
                  </a:lnTo>
                  <a:lnTo>
                    <a:pt x="49" y="5797"/>
                  </a:lnTo>
                  <a:lnTo>
                    <a:pt x="0" y="5480"/>
                  </a:lnTo>
                  <a:lnTo>
                    <a:pt x="0" y="5480"/>
                  </a:lnTo>
                  <a:lnTo>
                    <a:pt x="25" y="5310"/>
                  </a:lnTo>
                  <a:lnTo>
                    <a:pt x="49" y="5139"/>
                  </a:lnTo>
                  <a:lnTo>
                    <a:pt x="147" y="4798"/>
                  </a:lnTo>
                  <a:lnTo>
                    <a:pt x="220" y="4628"/>
                  </a:lnTo>
                  <a:lnTo>
                    <a:pt x="293" y="4482"/>
                  </a:lnTo>
                  <a:lnTo>
                    <a:pt x="390" y="4336"/>
                  </a:lnTo>
                  <a:lnTo>
                    <a:pt x="487" y="4238"/>
                  </a:lnTo>
                  <a:lnTo>
                    <a:pt x="487" y="4238"/>
                  </a:lnTo>
                  <a:lnTo>
                    <a:pt x="682" y="4043"/>
                  </a:lnTo>
                  <a:lnTo>
                    <a:pt x="877" y="3897"/>
                  </a:lnTo>
                  <a:lnTo>
                    <a:pt x="1048" y="3800"/>
                  </a:lnTo>
                  <a:lnTo>
                    <a:pt x="1145" y="3751"/>
                  </a:lnTo>
                  <a:lnTo>
                    <a:pt x="1145" y="3751"/>
                  </a:lnTo>
                  <a:lnTo>
                    <a:pt x="1316" y="3727"/>
                  </a:lnTo>
                  <a:lnTo>
                    <a:pt x="1389" y="3702"/>
                  </a:lnTo>
                  <a:lnTo>
                    <a:pt x="1437" y="3654"/>
                  </a:lnTo>
                  <a:lnTo>
                    <a:pt x="1437" y="3654"/>
                  </a:lnTo>
                  <a:lnTo>
                    <a:pt x="1510" y="3629"/>
                  </a:lnTo>
                  <a:lnTo>
                    <a:pt x="1608" y="3605"/>
                  </a:lnTo>
                  <a:lnTo>
                    <a:pt x="1754" y="3581"/>
                  </a:lnTo>
                  <a:lnTo>
                    <a:pt x="1900" y="3581"/>
                  </a:lnTo>
                  <a:lnTo>
                    <a:pt x="1900" y="3581"/>
                  </a:lnTo>
                  <a:lnTo>
                    <a:pt x="2071" y="3581"/>
                  </a:lnTo>
                  <a:lnTo>
                    <a:pt x="2241" y="3629"/>
                  </a:lnTo>
                  <a:lnTo>
                    <a:pt x="2363" y="3678"/>
                  </a:lnTo>
                  <a:lnTo>
                    <a:pt x="2485" y="3751"/>
                  </a:lnTo>
                  <a:lnTo>
                    <a:pt x="2485" y="3751"/>
                  </a:lnTo>
                  <a:lnTo>
                    <a:pt x="2558" y="3824"/>
                  </a:lnTo>
                  <a:lnTo>
                    <a:pt x="2655" y="3897"/>
                  </a:lnTo>
                  <a:lnTo>
                    <a:pt x="2777" y="3946"/>
                  </a:lnTo>
                  <a:lnTo>
                    <a:pt x="2850" y="3946"/>
                  </a:lnTo>
                  <a:lnTo>
                    <a:pt x="2850" y="3946"/>
                  </a:lnTo>
                  <a:lnTo>
                    <a:pt x="3020" y="3970"/>
                  </a:lnTo>
                  <a:lnTo>
                    <a:pt x="3093" y="4019"/>
                  </a:lnTo>
                  <a:lnTo>
                    <a:pt x="3142" y="4043"/>
                  </a:lnTo>
                  <a:lnTo>
                    <a:pt x="3142" y="4043"/>
                  </a:lnTo>
                  <a:lnTo>
                    <a:pt x="3191" y="4068"/>
                  </a:lnTo>
                  <a:lnTo>
                    <a:pt x="3240" y="4092"/>
                  </a:lnTo>
                  <a:lnTo>
                    <a:pt x="3288" y="4068"/>
                  </a:lnTo>
                  <a:lnTo>
                    <a:pt x="3337" y="4043"/>
                  </a:lnTo>
                  <a:lnTo>
                    <a:pt x="3337" y="4043"/>
                  </a:lnTo>
                  <a:lnTo>
                    <a:pt x="3386" y="4019"/>
                  </a:lnTo>
                  <a:lnTo>
                    <a:pt x="3459" y="3970"/>
                  </a:lnTo>
                  <a:lnTo>
                    <a:pt x="3605" y="3946"/>
                  </a:lnTo>
                  <a:lnTo>
                    <a:pt x="3605" y="3946"/>
                  </a:lnTo>
                  <a:lnTo>
                    <a:pt x="3775" y="3970"/>
                  </a:lnTo>
                  <a:lnTo>
                    <a:pt x="3848" y="4019"/>
                  </a:lnTo>
                  <a:lnTo>
                    <a:pt x="3897" y="4043"/>
                  </a:lnTo>
                  <a:lnTo>
                    <a:pt x="3897" y="4043"/>
                  </a:lnTo>
                  <a:lnTo>
                    <a:pt x="3970" y="4092"/>
                  </a:lnTo>
                  <a:lnTo>
                    <a:pt x="4068" y="4116"/>
                  </a:lnTo>
                  <a:lnTo>
                    <a:pt x="4214" y="4141"/>
                  </a:lnTo>
                  <a:lnTo>
                    <a:pt x="4384" y="4141"/>
                  </a:lnTo>
                  <a:lnTo>
                    <a:pt x="4384" y="4141"/>
                  </a:lnTo>
                  <a:lnTo>
                    <a:pt x="4530" y="4141"/>
                  </a:lnTo>
                  <a:lnTo>
                    <a:pt x="4677" y="4116"/>
                  </a:lnTo>
                  <a:lnTo>
                    <a:pt x="4774" y="4092"/>
                  </a:lnTo>
                  <a:lnTo>
                    <a:pt x="4847" y="4043"/>
                  </a:lnTo>
                  <a:lnTo>
                    <a:pt x="4847" y="4043"/>
                  </a:lnTo>
                  <a:lnTo>
                    <a:pt x="4896" y="3995"/>
                  </a:lnTo>
                  <a:lnTo>
                    <a:pt x="4920" y="3921"/>
                  </a:lnTo>
                  <a:lnTo>
                    <a:pt x="4944" y="3751"/>
                  </a:lnTo>
                  <a:lnTo>
                    <a:pt x="4944" y="3751"/>
                  </a:lnTo>
                  <a:lnTo>
                    <a:pt x="4944" y="3727"/>
                  </a:lnTo>
                  <a:lnTo>
                    <a:pt x="4920" y="3678"/>
                  </a:lnTo>
                  <a:lnTo>
                    <a:pt x="4823" y="3629"/>
                  </a:lnTo>
                  <a:lnTo>
                    <a:pt x="4701" y="3581"/>
                  </a:lnTo>
                  <a:lnTo>
                    <a:pt x="4555" y="3581"/>
                  </a:lnTo>
                  <a:lnTo>
                    <a:pt x="4555" y="3581"/>
                  </a:lnTo>
                  <a:lnTo>
                    <a:pt x="4409" y="3556"/>
                  </a:lnTo>
                  <a:lnTo>
                    <a:pt x="4238" y="3507"/>
                  </a:lnTo>
                  <a:lnTo>
                    <a:pt x="4092" y="3459"/>
                  </a:lnTo>
                  <a:lnTo>
                    <a:pt x="3995" y="3386"/>
                  </a:lnTo>
                  <a:lnTo>
                    <a:pt x="3995" y="3386"/>
                  </a:lnTo>
                  <a:lnTo>
                    <a:pt x="3897" y="3313"/>
                  </a:lnTo>
                  <a:lnTo>
                    <a:pt x="3800" y="3240"/>
                  </a:lnTo>
                  <a:lnTo>
                    <a:pt x="3702" y="3215"/>
                  </a:lnTo>
                  <a:lnTo>
                    <a:pt x="3605" y="3191"/>
                  </a:lnTo>
                  <a:lnTo>
                    <a:pt x="3605" y="3191"/>
                  </a:lnTo>
                  <a:lnTo>
                    <a:pt x="3532" y="3166"/>
                  </a:lnTo>
                  <a:lnTo>
                    <a:pt x="3434" y="3142"/>
                  </a:lnTo>
                  <a:lnTo>
                    <a:pt x="3337" y="3069"/>
                  </a:lnTo>
                  <a:lnTo>
                    <a:pt x="3240" y="2996"/>
                  </a:lnTo>
                  <a:lnTo>
                    <a:pt x="3240" y="2996"/>
                  </a:lnTo>
                  <a:lnTo>
                    <a:pt x="3167" y="2923"/>
                  </a:lnTo>
                  <a:lnTo>
                    <a:pt x="3069" y="2899"/>
                  </a:lnTo>
                  <a:lnTo>
                    <a:pt x="2996" y="2874"/>
                  </a:lnTo>
                  <a:lnTo>
                    <a:pt x="2947" y="2899"/>
                  </a:lnTo>
                  <a:lnTo>
                    <a:pt x="2947" y="2899"/>
                  </a:lnTo>
                  <a:lnTo>
                    <a:pt x="2899" y="2923"/>
                  </a:lnTo>
                  <a:lnTo>
                    <a:pt x="2826" y="2923"/>
                  </a:lnTo>
                  <a:lnTo>
                    <a:pt x="2752" y="2874"/>
                  </a:lnTo>
                  <a:lnTo>
                    <a:pt x="2655" y="2801"/>
                  </a:lnTo>
                  <a:lnTo>
                    <a:pt x="2655" y="2801"/>
                  </a:lnTo>
                  <a:lnTo>
                    <a:pt x="2582" y="2752"/>
                  </a:lnTo>
                  <a:lnTo>
                    <a:pt x="2509" y="2704"/>
                  </a:lnTo>
                  <a:lnTo>
                    <a:pt x="2436" y="2704"/>
                  </a:lnTo>
                  <a:lnTo>
                    <a:pt x="2387" y="2704"/>
                  </a:lnTo>
                  <a:lnTo>
                    <a:pt x="2387" y="2704"/>
                  </a:lnTo>
                  <a:lnTo>
                    <a:pt x="2338" y="2752"/>
                  </a:lnTo>
                  <a:lnTo>
                    <a:pt x="2265" y="2777"/>
                  </a:lnTo>
                  <a:lnTo>
                    <a:pt x="2095" y="2801"/>
                  </a:lnTo>
                  <a:lnTo>
                    <a:pt x="2095" y="2801"/>
                  </a:lnTo>
                  <a:lnTo>
                    <a:pt x="1997" y="2850"/>
                  </a:lnTo>
                  <a:lnTo>
                    <a:pt x="1851" y="2923"/>
                  </a:lnTo>
                  <a:lnTo>
                    <a:pt x="1681" y="3045"/>
                  </a:lnTo>
                  <a:lnTo>
                    <a:pt x="1535" y="3191"/>
                  </a:lnTo>
                  <a:lnTo>
                    <a:pt x="1535" y="3191"/>
                  </a:lnTo>
                  <a:lnTo>
                    <a:pt x="1364" y="3337"/>
                  </a:lnTo>
                  <a:lnTo>
                    <a:pt x="1194" y="3459"/>
                  </a:lnTo>
                  <a:lnTo>
                    <a:pt x="1072" y="3532"/>
                  </a:lnTo>
                  <a:lnTo>
                    <a:pt x="950" y="3581"/>
                  </a:lnTo>
                  <a:lnTo>
                    <a:pt x="950" y="3581"/>
                  </a:lnTo>
                  <a:lnTo>
                    <a:pt x="804" y="3532"/>
                  </a:lnTo>
                  <a:lnTo>
                    <a:pt x="731" y="3507"/>
                  </a:lnTo>
                  <a:lnTo>
                    <a:pt x="682" y="3483"/>
                  </a:lnTo>
                  <a:lnTo>
                    <a:pt x="682" y="3483"/>
                  </a:lnTo>
                  <a:lnTo>
                    <a:pt x="634" y="3434"/>
                  </a:lnTo>
                  <a:lnTo>
                    <a:pt x="609" y="3361"/>
                  </a:lnTo>
                  <a:lnTo>
                    <a:pt x="585" y="3191"/>
                  </a:lnTo>
                  <a:lnTo>
                    <a:pt x="585" y="3191"/>
                  </a:lnTo>
                  <a:lnTo>
                    <a:pt x="609" y="3020"/>
                  </a:lnTo>
                  <a:lnTo>
                    <a:pt x="634" y="2947"/>
                  </a:lnTo>
                  <a:lnTo>
                    <a:pt x="682" y="2899"/>
                  </a:lnTo>
                  <a:lnTo>
                    <a:pt x="682" y="2899"/>
                  </a:lnTo>
                  <a:lnTo>
                    <a:pt x="731" y="2874"/>
                  </a:lnTo>
                  <a:lnTo>
                    <a:pt x="853" y="2850"/>
                  </a:lnTo>
                  <a:lnTo>
                    <a:pt x="999" y="2826"/>
                  </a:lnTo>
                  <a:lnTo>
                    <a:pt x="1145" y="2801"/>
                  </a:lnTo>
                  <a:lnTo>
                    <a:pt x="1145" y="2801"/>
                  </a:lnTo>
                  <a:lnTo>
                    <a:pt x="1291" y="2801"/>
                  </a:lnTo>
                  <a:lnTo>
                    <a:pt x="1413" y="2752"/>
                  </a:lnTo>
                  <a:lnTo>
                    <a:pt x="1486" y="2704"/>
                  </a:lnTo>
                  <a:lnTo>
                    <a:pt x="1510" y="2655"/>
                  </a:lnTo>
                  <a:lnTo>
                    <a:pt x="1535" y="2631"/>
                  </a:lnTo>
                  <a:lnTo>
                    <a:pt x="1535" y="2631"/>
                  </a:lnTo>
                  <a:lnTo>
                    <a:pt x="1486" y="2460"/>
                  </a:lnTo>
                  <a:lnTo>
                    <a:pt x="1462" y="2387"/>
                  </a:lnTo>
                  <a:lnTo>
                    <a:pt x="1437" y="2338"/>
                  </a:lnTo>
                  <a:lnTo>
                    <a:pt x="1437" y="2338"/>
                  </a:lnTo>
                  <a:lnTo>
                    <a:pt x="1389" y="2290"/>
                  </a:lnTo>
                  <a:lnTo>
                    <a:pt x="1389" y="2241"/>
                  </a:lnTo>
                  <a:lnTo>
                    <a:pt x="1389" y="2192"/>
                  </a:lnTo>
                  <a:lnTo>
                    <a:pt x="1437" y="2144"/>
                  </a:lnTo>
                  <a:lnTo>
                    <a:pt x="1437" y="2144"/>
                  </a:lnTo>
                  <a:lnTo>
                    <a:pt x="1486" y="2119"/>
                  </a:lnTo>
                  <a:lnTo>
                    <a:pt x="1559" y="2070"/>
                  </a:lnTo>
                  <a:lnTo>
                    <a:pt x="1705" y="2046"/>
                  </a:lnTo>
                  <a:lnTo>
                    <a:pt x="1705" y="2046"/>
                  </a:lnTo>
                  <a:lnTo>
                    <a:pt x="1803" y="2046"/>
                  </a:lnTo>
                  <a:lnTo>
                    <a:pt x="1900" y="1997"/>
                  </a:lnTo>
                  <a:lnTo>
                    <a:pt x="1997" y="1924"/>
                  </a:lnTo>
                  <a:lnTo>
                    <a:pt x="2095" y="1851"/>
                  </a:lnTo>
                  <a:lnTo>
                    <a:pt x="2095" y="1851"/>
                  </a:lnTo>
                  <a:lnTo>
                    <a:pt x="2168" y="1778"/>
                  </a:lnTo>
                  <a:lnTo>
                    <a:pt x="2241" y="1681"/>
                  </a:lnTo>
                  <a:lnTo>
                    <a:pt x="2265" y="1559"/>
                  </a:lnTo>
                  <a:lnTo>
                    <a:pt x="2290" y="1486"/>
                  </a:lnTo>
                  <a:lnTo>
                    <a:pt x="2290" y="1486"/>
                  </a:lnTo>
                  <a:lnTo>
                    <a:pt x="2265" y="1315"/>
                  </a:lnTo>
                  <a:lnTo>
                    <a:pt x="2217" y="1242"/>
                  </a:lnTo>
                  <a:lnTo>
                    <a:pt x="2192" y="1194"/>
                  </a:lnTo>
                  <a:lnTo>
                    <a:pt x="2192" y="1194"/>
                  </a:lnTo>
                  <a:lnTo>
                    <a:pt x="2192" y="1169"/>
                  </a:lnTo>
                  <a:lnTo>
                    <a:pt x="2192" y="1121"/>
                  </a:lnTo>
                  <a:lnTo>
                    <a:pt x="2265" y="999"/>
                  </a:lnTo>
                  <a:lnTo>
                    <a:pt x="2387" y="828"/>
                  </a:lnTo>
                  <a:lnTo>
                    <a:pt x="2582" y="634"/>
                  </a:lnTo>
                  <a:lnTo>
                    <a:pt x="2582" y="634"/>
                  </a:lnTo>
                  <a:lnTo>
                    <a:pt x="2679" y="536"/>
                  </a:lnTo>
                  <a:lnTo>
                    <a:pt x="2826" y="439"/>
                  </a:lnTo>
                  <a:lnTo>
                    <a:pt x="2972" y="366"/>
                  </a:lnTo>
                  <a:lnTo>
                    <a:pt x="3142" y="293"/>
                  </a:lnTo>
                  <a:lnTo>
                    <a:pt x="3483" y="195"/>
                  </a:lnTo>
                  <a:lnTo>
                    <a:pt x="3654" y="171"/>
                  </a:lnTo>
                  <a:lnTo>
                    <a:pt x="3800" y="146"/>
                  </a:lnTo>
                  <a:lnTo>
                    <a:pt x="3800" y="146"/>
                  </a:lnTo>
                  <a:lnTo>
                    <a:pt x="4116" y="171"/>
                  </a:lnTo>
                  <a:lnTo>
                    <a:pt x="4360" y="171"/>
                  </a:lnTo>
                  <a:lnTo>
                    <a:pt x="4555" y="220"/>
                  </a:lnTo>
                  <a:lnTo>
                    <a:pt x="4652" y="244"/>
                  </a:lnTo>
                  <a:lnTo>
                    <a:pt x="4652" y="244"/>
                  </a:lnTo>
                  <a:lnTo>
                    <a:pt x="4701" y="268"/>
                  </a:lnTo>
                  <a:lnTo>
                    <a:pt x="4750" y="293"/>
                  </a:lnTo>
                  <a:lnTo>
                    <a:pt x="4798" y="268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5018" y="195"/>
                  </a:lnTo>
                  <a:lnTo>
                    <a:pt x="5407" y="122"/>
                  </a:lnTo>
                  <a:lnTo>
                    <a:pt x="5821" y="25"/>
                  </a:lnTo>
                  <a:lnTo>
                    <a:pt x="6138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" name="Google Shape;174;p2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title"/>
          </p:nvPr>
        </p:nvSpPr>
        <p:spPr>
          <a:xfrm>
            <a:off x="838301" y="1960300"/>
            <a:ext cx="26439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>
                <a:solidFill>
                  <a:srgbClr val="607D8B"/>
                </a:solidFill>
              </a:rPr>
              <a:t>PICTURE</a:t>
            </a:r>
            <a:r>
              <a:rPr lang="en"/>
              <a:t> IS WORTH A THOUSAND WORDS</a:t>
            </a:r>
            <a:endParaRPr/>
          </a:p>
        </p:txBody>
      </p:sp>
      <p:sp>
        <p:nvSpPr>
          <p:cNvPr id="180" name="Google Shape;180;p23"/>
          <p:cNvSpPr txBox="1"/>
          <p:nvPr>
            <p:ph idx="1" type="body"/>
          </p:nvPr>
        </p:nvSpPr>
        <p:spPr>
          <a:xfrm>
            <a:off x="838250" y="2419350"/>
            <a:ext cx="31482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complex idea can be conveyed with just a single still image, namely making it possible to absorb large amounts of data quickly.</a:t>
            </a:r>
            <a:endParaRPr/>
          </a:p>
        </p:txBody>
      </p:sp>
      <p:grpSp>
        <p:nvGrpSpPr>
          <p:cNvPr id="181" name="Google Shape;181;p23"/>
          <p:cNvGrpSpPr/>
          <p:nvPr/>
        </p:nvGrpSpPr>
        <p:grpSpPr>
          <a:xfrm>
            <a:off x="318378" y="915326"/>
            <a:ext cx="429606" cy="377755"/>
            <a:chOff x="1929775" y="320925"/>
            <a:chExt cx="423800" cy="372650"/>
          </a:xfrm>
        </p:grpSpPr>
        <p:sp>
          <p:nvSpPr>
            <p:cNvPr id="182" name="Google Shape;182;p23"/>
            <p:cNvSpPr/>
            <p:nvPr/>
          </p:nvSpPr>
          <p:spPr>
            <a:xfrm>
              <a:off x="1929775" y="320925"/>
              <a:ext cx="423800" cy="372650"/>
            </a:xfrm>
            <a:custGeom>
              <a:rect b="b" l="l" r="r" t="t"/>
              <a:pathLst>
                <a:path extrusionOk="0" fill="none" h="14906" w="16952">
                  <a:moveTo>
                    <a:pt x="16172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3"/>
                  </a:lnTo>
                  <a:lnTo>
                    <a:pt x="341" y="146"/>
                  </a:lnTo>
                  <a:lnTo>
                    <a:pt x="220" y="244"/>
                  </a:lnTo>
                  <a:lnTo>
                    <a:pt x="122" y="341"/>
                  </a:lnTo>
                  <a:lnTo>
                    <a:pt x="74" y="487"/>
                  </a:lnTo>
                  <a:lnTo>
                    <a:pt x="25" y="634"/>
                  </a:lnTo>
                  <a:lnTo>
                    <a:pt x="0" y="780"/>
                  </a:lnTo>
                  <a:lnTo>
                    <a:pt x="0" y="14126"/>
                  </a:lnTo>
                  <a:lnTo>
                    <a:pt x="0" y="14126"/>
                  </a:lnTo>
                  <a:lnTo>
                    <a:pt x="25" y="14272"/>
                  </a:lnTo>
                  <a:lnTo>
                    <a:pt x="74" y="14418"/>
                  </a:lnTo>
                  <a:lnTo>
                    <a:pt x="122" y="14565"/>
                  </a:lnTo>
                  <a:lnTo>
                    <a:pt x="220" y="14662"/>
                  </a:lnTo>
                  <a:lnTo>
                    <a:pt x="341" y="14759"/>
                  </a:lnTo>
                  <a:lnTo>
                    <a:pt x="488" y="14832"/>
                  </a:lnTo>
                  <a:lnTo>
                    <a:pt x="634" y="14881"/>
                  </a:lnTo>
                  <a:lnTo>
                    <a:pt x="780" y="14906"/>
                  </a:lnTo>
                  <a:lnTo>
                    <a:pt x="16172" y="14906"/>
                  </a:lnTo>
                  <a:lnTo>
                    <a:pt x="16172" y="14906"/>
                  </a:lnTo>
                  <a:lnTo>
                    <a:pt x="16318" y="14881"/>
                  </a:lnTo>
                  <a:lnTo>
                    <a:pt x="16464" y="14832"/>
                  </a:lnTo>
                  <a:lnTo>
                    <a:pt x="16611" y="14759"/>
                  </a:lnTo>
                  <a:lnTo>
                    <a:pt x="16732" y="14662"/>
                  </a:lnTo>
                  <a:lnTo>
                    <a:pt x="16830" y="14565"/>
                  </a:lnTo>
                  <a:lnTo>
                    <a:pt x="16878" y="14418"/>
                  </a:lnTo>
                  <a:lnTo>
                    <a:pt x="16927" y="14272"/>
                  </a:lnTo>
                  <a:lnTo>
                    <a:pt x="16952" y="14126"/>
                  </a:lnTo>
                  <a:lnTo>
                    <a:pt x="16952" y="780"/>
                  </a:lnTo>
                  <a:lnTo>
                    <a:pt x="16952" y="780"/>
                  </a:lnTo>
                  <a:lnTo>
                    <a:pt x="16927" y="634"/>
                  </a:lnTo>
                  <a:lnTo>
                    <a:pt x="16878" y="487"/>
                  </a:lnTo>
                  <a:lnTo>
                    <a:pt x="16830" y="341"/>
                  </a:lnTo>
                  <a:lnTo>
                    <a:pt x="16732" y="244"/>
                  </a:lnTo>
                  <a:lnTo>
                    <a:pt x="16611" y="146"/>
                  </a:lnTo>
                  <a:lnTo>
                    <a:pt x="16464" y="73"/>
                  </a:lnTo>
                  <a:lnTo>
                    <a:pt x="16318" y="25"/>
                  </a:lnTo>
                  <a:lnTo>
                    <a:pt x="16172" y="0"/>
                  </a:lnTo>
                  <a:lnTo>
                    <a:pt x="16172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3"/>
            <p:cNvSpPr/>
            <p:nvPr/>
          </p:nvSpPr>
          <p:spPr>
            <a:xfrm>
              <a:off x="1954125" y="345275"/>
              <a:ext cx="375100" cy="323950"/>
            </a:xfrm>
            <a:custGeom>
              <a:rect b="b" l="l" r="r" t="t"/>
              <a:pathLst>
                <a:path extrusionOk="0" fill="none" h="12958" w="15004">
                  <a:moveTo>
                    <a:pt x="15003" y="12957"/>
                  </a:moveTo>
                  <a:lnTo>
                    <a:pt x="1" y="12957"/>
                  </a:lnTo>
                  <a:lnTo>
                    <a:pt x="1" y="0"/>
                  </a:lnTo>
                  <a:lnTo>
                    <a:pt x="15003" y="0"/>
                  </a:lnTo>
                  <a:lnTo>
                    <a:pt x="15003" y="12957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3"/>
            <p:cNvSpPr/>
            <p:nvPr/>
          </p:nvSpPr>
          <p:spPr>
            <a:xfrm>
              <a:off x="2162375" y="534625"/>
              <a:ext cx="146750" cy="113275"/>
            </a:xfrm>
            <a:custGeom>
              <a:rect b="b" l="l" r="r" t="t"/>
              <a:pathLst>
                <a:path extrusionOk="0" fill="none" h="4531" w="5870">
                  <a:moveTo>
                    <a:pt x="0" y="2266"/>
                  </a:moveTo>
                  <a:lnTo>
                    <a:pt x="1534" y="244"/>
                  </a:lnTo>
                  <a:lnTo>
                    <a:pt x="1534" y="244"/>
                  </a:lnTo>
                  <a:lnTo>
                    <a:pt x="1632" y="147"/>
                  </a:lnTo>
                  <a:lnTo>
                    <a:pt x="1754" y="50"/>
                  </a:lnTo>
                  <a:lnTo>
                    <a:pt x="1875" y="1"/>
                  </a:lnTo>
                  <a:lnTo>
                    <a:pt x="2022" y="1"/>
                  </a:lnTo>
                  <a:lnTo>
                    <a:pt x="2143" y="1"/>
                  </a:lnTo>
                  <a:lnTo>
                    <a:pt x="2289" y="50"/>
                  </a:lnTo>
                  <a:lnTo>
                    <a:pt x="2411" y="147"/>
                  </a:lnTo>
                  <a:lnTo>
                    <a:pt x="2509" y="244"/>
                  </a:lnTo>
                  <a:lnTo>
                    <a:pt x="5870" y="453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3"/>
            <p:cNvSpPr/>
            <p:nvPr/>
          </p:nvSpPr>
          <p:spPr>
            <a:xfrm>
              <a:off x="1974225" y="468875"/>
              <a:ext cx="232600" cy="179025"/>
            </a:xfrm>
            <a:custGeom>
              <a:rect b="b" l="l" r="r" t="t"/>
              <a:pathLst>
                <a:path extrusionOk="0" fill="none" h="7161" w="9304">
                  <a:moveTo>
                    <a:pt x="0" y="3995"/>
                  </a:moveTo>
                  <a:lnTo>
                    <a:pt x="2923" y="244"/>
                  </a:lnTo>
                  <a:lnTo>
                    <a:pt x="2923" y="244"/>
                  </a:lnTo>
                  <a:lnTo>
                    <a:pt x="3020" y="147"/>
                  </a:lnTo>
                  <a:lnTo>
                    <a:pt x="3142" y="49"/>
                  </a:lnTo>
                  <a:lnTo>
                    <a:pt x="3264" y="1"/>
                  </a:lnTo>
                  <a:lnTo>
                    <a:pt x="3410" y="1"/>
                  </a:lnTo>
                  <a:lnTo>
                    <a:pt x="3532" y="1"/>
                  </a:lnTo>
                  <a:lnTo>
                    <a:pt x="3678" y="49"/>
                  </a:lnTo>
                  <a:lnTo>
                    <a:pt x="3800" y="147"/>
                  </a:lnTo>
                  <a:lnTo>
                    <a:pt x="3897" y="244"/>
                  </a:lnTo>
                  <a:lnTo>
                    <a:pt x="9304" y="716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3"/>
            <p:cNvSpPr/>
            <p:nvPr/>
          </p:nvSpPr>
          <p:spPr>
            <a:xfrm>
              <a:off x="2169675" y="396425"/>
              <a:ext cx="97450" cy="97450"/>
            </a:xfrm>
            <a:custGeom>
              <a:rect b="b" l="l" r="r" t="t"/>
              <a:pathLst>
                <a:path extrusionOk="0" fill="none" h="3898" w="3898">
                  <a:moveTo>
                    <a:pt x="1949" y="3897"/>
                  </a:moveTo>
                  <a:lnTo>
                    <a:pt x="1949" y="3897"/>
                  </a:lnTo>
                  <a:lnTo>
                    <a:pt x="1754" y="3897"/>
                  </a:lnTo>
                  <a:lnTo>
                    <a:pt x="1559" y="3873"/>
                  </a:lnTo>
                  <a:lnTo>
                    <a:pt x="1364" y="3824"/>
                  </a:lnTo>
                  <a:lnTo>
                    <a:pt x="1194" y="3751"/>
                  </a:lnTo>
                  <a:lnTo>
                    <a:pt x="1023" y="3678"/>
                  </a:lnTo>
                  <a:lnTo>
                    <a:pt x="853" y="3580"/>
                  </a:lnTo>
                  <a:lnTo>
                    <a:pt x="707" y="3459"/>
                  </a:lnTo>
                  <a:lnTo>
                    <a:pt x="560" y="3337"/>
                  </a:lnTo>
                  <a:lnTo>
                    <a:pt x="439" y="3191"/>
                  </a:lnTo>
                  <a:lnTo>
                    <a:pt x="317" y="3045"/>
                  </a:lnTo>
                  <a:lnTo>
                    <a:pt x="220" y="2874"/>
                  </a:lnTo>
                  <a:lnTo>
                    <a:pt x="146" y="2704"/>
                  </a:lnTo>
                  <a:lnTo>
                    <a:pt x="73" y="2533"/>
                  </a:lnTo>
                  <a:lnTo>
                    <a:pt x="25" y="2338"/>
                  </a:lnTo>
                  <a:lnTo>
                    <a:pt x="0" y="2168"/>
                  </a:lnTo>
                  <a:lnTo>
                    <a:pt x="0" y="1949"/>
                  </a:lnTo>
                  <a:lnTo>
                    <a:pt x="0" y="1949"/>
                  </a:lnTo>
                  <a:lnTo>
                    <a:pt x="0" y="1754"/>
                  </a:lnTo>
                  <a:lnTo>
                    <a:pt x="25" y="1559"/>
                  </a:lnTo>
                  <a:lnTo>
                    <a:pt x="73" y="1389"/>
                  </a:lnTo>
                  <a:lnTo>
                    <a:pt x="146" y="1194"/>
                  </a:lnTo>
                  <a:lnTo>
                    <a:pt x="220" y="1023"/>
                  </a:lnTo>
                  <a:lnTo>
                    <a:pt x="317" y="877"/>
                  </a:lnTo>
                  <a:lnTo>
                    <a:pt x="439" y="707"/>
                  </a:lnTo>
                  <a:lnTo>
                    <a:pt x="560" y="585"/>
                  </a:lnTo>
                  <a:lnTo>
                    <a:pt x="707" y="463"/>
                  </a:lnTo>
                  <a:lnTo>
                    <a:pt x="853" y="341"/>
                  </a:lnTo>
                  <a:lnTo>
                    <a:pt x="1023" y="244"/>
                  </a:lnTo>
                  <a:lnTo>
                    <a:pt x="1194" y="171"/>
                  </a:lnTo>
                  <a:lnTo>
                    <a:pt x="1364" y="98"/>
                  </a:lnTo>
                  <a:lnTo>
                    <a:pt x="1559" y="49"/>
                  </a:lnTo>
                  <a:lnTo>
                    <a:pt x="1754" y="25"/>
                  </a:lnTo>
                  <a:lnTo>
                    <a:pt x="1949" y="0"/>
                  </a:lnTo>
                  <a:lnTo>
                    <a:pt x="1949" y="0"/>
                  </a:lnTo>
                  <a:lnTo>
                    <a:pt x="2144" y="25"/>
                  </a:lnTo>
                  <a:lnTo>
                    <a:pt x="2338" y="49"/>
                  </a:lnTo>
                  <a:lnTo>
                    <a:pt x="2533" y="98"/>
                  </a:lnTo>
                  <a:lnTo>
                    <a:pt x="2704" y="171"/>
                  </a:lnTo>
                  <a:lnTo>
                    <a:pt x="2874" y="244"/>
                  </a:lnTo>
                  <a:lnTo>
                    <a:pt x="3020" y="341"/>
                  </a:lnTo>
                  <a:lnTo>
                    <a:pt x="3191" y="463"/>
                  </a:lnTo>
                  <a:lnTo>
                    <a:pt x="3313" y="585"/>
                  </a:lnTo>
                  <a:lnTo>
                    <a:pt x="3459" y="707"/>
                  </a:lnTo>
                  <a:lnTo>
                    <a:pt x="3556" y="877"/>
                  </a:lnTo>
                  <a:lnTo>
                    <a:pt x="3654" y="1023"/>
                  </a:lnTo>
                  <a:lnTo>
                    <a:pt x="3727" y="1194"/>
                  </a:lnTo>
                  <a:lnTo>
                    <a:pt x="3800" y="1389"/>
                  </a:lnTo>
                  <a:lnTo>
                    <a:pt x="3848" y="1559"/>
                  </a:lnTo>
                  <a:lnTo>
                    <a:pt x="3873" y="1754"/>
                  </a:lnTo>
                  <a:lnTo>
                    <a:pt x="3897" y="1949"/>
                  </a:lnTo>
                  <a:lnTo>
                    <a:pt x="3897" y="1949"/>
                  </a:lnTo>
                  <a:lnTo>
                    <a:pt x="3873" y="2168"/>
                  </a:lnTo>
                  <a:lnTo>
                    <a:pt x="3848" y="2338"/>
                  </a:lnTo>
                  <a:lnTo>
                    <a:pt x="3800" y="2533"/>
                  </a:lnTo>
                  <a:lnTo>
                    <a:pt x="3727" y="2704"/>
                  </a:lnTo>
                  <a:lnTo>
                    <a:pt x="3654" y="2874"/>
                  </a:lnTo>
                  <a:lnTo>
                    <a:pt x="3556" y="3045"/>
                  </a:lnTo>
                  <a:lnTo>
                    <a:pt x="3459" y="3191"/>
                  </a:lnTo>
                  <a:lnTo>
                    <a:pt x="3313" y="3337"/>
                  </a:lnTo>
                  <a:lnTo>
                    <a:pt x="3191" y="3459"/>
                  </a:lnTo>
                  <a:lnTo>
                    <a:pt x="3020" y="3580"/>
                  </a:lnTo>
                  <a:lnTo>
                    <a:pt x="2874" y="3678"/>
                  </a:lnTo>
                  <a:lnTo>
                    <a:pt x="2704" y="3751"/>
                  </a:lnTo>
                  <a:lnTo>
                    <a:pt x="2533" y="3824"/>
                  </a:lnTo>
                  <a:lnTo>
                    <a:pt x="2338" y="3873"/>
                  </a:lnTo>
                  <a:lnTo>
                    <a:pt x="2144" y="3897"/>
                  </a:lnTo>
                  <a:lnTo>
                    <a:pt x="1949" y="3897"/>
                  </a:lnTo>
                  <a:lnTo>
                    <a:pt x="1949" y="3897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p2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/>
          <p:nvPr>
            <p:ph type="title"/>
          </p:nvPr>
        </p:nvSpPr>
        <p:spPr>
          <a:xfrm>
            <a:off x="381100" y="2798525"/>
            <a:ext cx="1870500" cy="188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WANT </a:t>
            </a:r>
            <a:r>
              <a:rPr lang="en">
                <a:solidFill>
                  <a:srgbClr val="607D8B"/>
                </a:solidFill>
              </a:rPr>
              <a:t>BIG</a:t>
            </a:r>
            <a:r>
              <a:rPr lang="en"/>
              <a:t> IMPACT?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607D8B"/>
                </a:solidFill>
                <a:latin typeface="Karla"/>
                <a:ea typeface="Karla"/>
                <a:cs typeface="Karla"/>
                <a:sym typeface="Karla"/>
              </a:rPr>
              <a:t>Use big image.</a:t>
            </a:r>
            <a:endParaRPr>
              <a:solidFill>
                <a:srgbClr val="607D8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3" name="Google Shape;193;p2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673AB7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/>
          <p:nvPr>
            <p:ph type="title"/>
          </p:nvPr>
        </p:nvSpPr>
        <p:spPr>
          <a:xfrm>
            <a:off x="609704" y="4116875"/>
            <a:ext cx="1609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CHARTS TO </a:t>
            </a:r>
            <a:r>
              <a:rPr lang="en">
                <a:solidFill>
                  <a:srgbClr val="673AB7"/>
                </a:solidFill>
              </a:rPr>
              <a:t>EXPLAIN</a:t>
            </a:r>
            <a:r>
              <a:rPr lang="en"/>
              <a:t> YOUR IDEAS</a:t>
            </a:r>
            <a:endParaRPr/>
          </a:p>
        </p:txBody>
      </p:sp>
      <p:sp>
        <p:nvSpPr>
          <p:cNvPr id="199" name="Google Shape;199;p25"/>
          <p:cNvSpPr/>
          <p:nvPr/>
        </p:nvSpPr>
        <p:spPr>
          <a:xfrm>
            <a:off x="3149700" y="1505250"/>
            <a:ext cx="2133000" cy="2133000"/>
          </a:xfrm>
          <a:prstGeom prst="ellipse">
            <a:avLst/>
          </a:prstGeom>
          <a:solidFill>
            <a:srgbClr val="000000">
              <a:alpha val="7310"/>
            </a:srgbClr>
          </a:solidFill>
          <a:ln cap="flat" cmpd="sng" w="38100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WHITE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6489150" y="1505250"/>
            <a:ext cx="2133000" cy="2133000"/>
          </a:xfrm>
          <a:prstGeom prst="ellipse">
            <a:avLst/>
          </a:prstGeom>
          <a:solidFill>
            <a:srgbClr val="000000">
              <a:alpha val="7310"/>
            </a:srgbClr>
          </a:solidFill>
          <a:ln cap="flat" cmpd="sng" w="38100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BLACK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4819425" y="1505250"/>
            <a:ext cx="2133000" cy="2133000"/>
          </a:xfrm>
          <a:prstGeom prst="ellipse">
            <a:avLst/>
          </a:prstGeom>
          <a:solidFill>
            <a:srgbClr val="000000">
              <a:alpha val="7310"/>
            </a:srgbClr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GRAY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02" name="Google Shape;202;p25"/>
          <p:cNvGrpSpPr/>
          <p:nvPr/>
        </p:nvGrpSpPr>
        <p:grpSpPr>
          <a:xfrm>
            <a:off x="726863" y="1742360"/>
            <a:ext cx="453641" cy="447356"/>
            <a:chOff x="3292425" y="3664250"/>
            <a:chExt cx="397025" cy="391525"/>
          </a:xfrm>
        </p:grpSpPr>
        <p:sp>
          <p:nvSpPr>
            <p:cNvPr id="203" name="Google Shape;203;p25"/>
            <p:cNvSpPr/>
            <p:nvPr/>
          </p:nvSpPr>
          <p:spPr>
            <a:xfrm>
              <a:off x="3292425" y="3680675"/>
              <a:ext cx="375100" cy="375100"/>
            </a:xfrm>
            <a:custGeom>
              <a:rect b="b" l="l" r="r" t="t"/>
              <a:pathLst>
                <a:path extrusionOk="0" fill="none" h="15004" w="15004">
                  <a:moveTo>
                    <a:pt x="7502" y="1"/>
                  </a:moveTo>
                  <a:lnTo>
                    <a:pt x="7502" y="1"/>
                  </a:lnTo>
                  <a:lnTo>
                    <a:pt x="7112" y="1"/>
                  </a:lnTo>
                  <a:lnTo>
                    <a:pt x="6747" y="50"/>
                  </a:lnTo>
                  <a:lnTo>
                    <a:pt x="6357" y="98"/>
                  </a:lnTo>
                  <a:lnTo>
                    <a:pt x="5992" y="147"/>
                  </a:lnTo>
                  <a:lnTo>
                    <a:pt x="5627" y="244"/>
                  </a:lnTo>
                  <a:lnTo>
                    <a:pt x="5261" y="342"/>
                  </a:lnTo>
                  <a:lnTo>
                    <a:pt x="4921" y="464"/>
                  </a:lnTo>
                  <a:lnTo>
                    <a:pt x="4580" y="585"/>
                  </a:lnTo>
                  <a:lnTo>
                    <a:pt x="4239" y="732"/>
                  </a:lnTo>
                  <a:lnTo>
                    <a:pt x="3922" y="902"/>
                  </a:lnTo>
                  <a:lnTo>
                    <a:pt x="3605" y="1097"/>
                  </a:lnTo>
                  <a:lnTo>
                    <a:pt x="3313" y="1292"/>
                  </a:lnTo>
                  <a:lnTo>
                    <a:pt x="3021" y="1487"/>
                  </a:lnTo>
                  <a:lnTo>
                    <a:pt x="2729" y="1706"/>
                  </a:lnTo>
                  <a:lnTo>
                    <a:pt x="2461" y="1949"/>
                  </a:lnTo>
                  <a:lnTo>
                    <a:pt x="2193" y="2193"/>
                  </a:lnTo>
                  <a:lnTo>
                    <a:pt x="1949" y="2461"/>
                  </a:lnTo>
                  <a:lnTo>
                    <a:pt x="1706" y="2729"/>
                  </a:lnTo>
                  <a:lnTo>
                    <a:pt x="1486" y="3021"/>
                  </a:lnTo>
                  <a:lnTo>
                    <a:pt x="1292" y="3313"/>
                  </a:lnTo>
                  <a:lnTo>
                    <a:pt x="1097" y="3605"/>
                  </a:lnTo>
                  <a:lnTo>
                    <a:pt x="902" y="3922"/>
                  </a:lnTo>
                  <a:lnTo>
                    <a:pt x="731" y="4239"/>
                  </a:lnTo>
                  <a:lnTo>
                    <a:pt x="585" y="4580"/>
                  </a:lnTo>
                  <a:lnTo>
                    <a:pt x="464" y="4921"/>
                  </a:lnTo>
                  <a:lnTo>
                    <a:pt x="342" y="5262"/>
                  </a:lnTo>
                  <a:lnTo>
                    <a:pt x="244" y="5627"/>
                  </a:lnTo>
                  <a:lnTo>
                    <a:pt x="147" y="5992"/>
                  </a:lnTo>
                  <a:lnTo>
                    <a:pt x="98" y="6358"/>
                  </a:lnTo>
                  <a:lnTo>
                    <a:pt x="50" y="6747"/>
                  </a:lnTo>
                  <a:lnTo>
                    <a:pt x="1" y="7113"/>
                  </a:lnTo>
                  <a:lnTo>
                    <a:pt x="1" y="7502"/>
                  </a:lnTo>
                  <a:lnTo>
                    <a:pt x="1" y="7502"/>
                  </a:lnTo>
                  <a:lnTo>
                    <a:pt x="1" y="7892"/>
                  </a:lnTo>
                  <a:lnTo>
                    <a:pt x="50" y="8257"/>
                  </a:lnTo>
                  <a:lnTo>
                    <a:pt x="98" y="8647"/>
                  </a:lnTo>
                  <a:lnTo>
                    <a:pt x="147" y="9012"/>
                  </a:lnTo>
                  <a:lnTo>
                    <a:pt x="244" y="9378"/>
                  </a:lnTo>
                  <a:lnTo>
                    <a:pt x="342" y="9743"/>
                  </a:lnTo>
                  <a:lnTo>
                    <a:pt x="464" y="10084"/>
                  </a:lnTo>
                  <a:lnTo>
                    <a:pt x="585" y="10425"/>
                  </a:lnTo>
                  <a:lnTo>
                    <a:pt x="731" y="10766"/>
                  </a:lnTo>
                  <a:lnTo>
                    <a:pt x="902" y="11082"/>
                  </a:lnTo>
                  <a:lnTo>
                    <a:pt x="1097" y="11399"/>
                  </a:lnTo>
                  <a:lnTo>
                    <a:pt x="1292" y="11691"/>
                  </a:lnTo>
                  <a:lnTo>
                    <a:pt x="1486" y="11984"/>
                  </a:lnTo>
                  <a:lnTo>
                    <a:pt x="1706" y="12276"/>
                  </a:lnTo>
                  <a:lnTo>
                    <a:pt x="1949" y="12544"/>
                  </a:lnTo>
                  <a:lnTo>
                    <a:pt x="2193" y="12812"/>
                  </a:lnTo>
                  <a:lnTo>
                    <a:pt x="2461" y="13055"/>
                  </a:lnTo>
                  <a:lnTo>
                    <a:pt x="2729" y="13299"/>
                  </a:lnTo>
                  <a:lnTo>
                    <a:pt x="3021" y="13518"/>
                  </a:lnTo>
                  <a:lnTo>
                    <a:pt x="3313" y="13713"/>
                  </a:lnTo>
                  <a:lnTo>
                    <a:pt x="3605" y="13908"/>
                  </a:lnTo>
                  <a:lnTo>
                    <a:pt x="3922" y="14102"/>
                  </a:lnTo>
                  <a:lnTo>
                    <a:pt x="4239" y="14273"/>
                  </a:lnTo>
                  <a:lnTo>
                    <a:pt x="4580" y="14419"/>
                  </a:lnTo>
                  <a:lnTo>
                    <a:pt x="4921" y="14541"/>
                  </a:lnTo>
                  <a:lnTo>
                    <a:pt x="5261" y="14663"/>
                  </a:lnTo>
                  <a:lnTo>
                    <a:pt x="5627" y="14760"/>
                  </a:lnTo>
                  <a:lnTo>
                    <a:pt x="5992" y="14857"/>
                  </a:lnTo>
                  <a:lnTo>
                    <a:pt x="6357" y="14906"/>
                  </a:lnTo>
                  <a:lnTo>
                    <a:pt x="6747" y="14955"/>
                  </a:lnTo>
                  <a:lnTo>
                    <a:pt x="7112" y="15004"/>
                  </a:lnTo>
                  <a:lnTo>
                    <a:pt x="7502" y="15004"/>
                  </a:lnTo>
                  <a:lnTo>
                    <a:pt x="7502" y="15004"/>
                  </a:lnTo>
                  <a:lnTo>
                    <a:pt x="7892" y="15004"/>
                  </a:lnTo>
                  <a:lnTo>
                    <a:pt x="8257" y="14955"/>
                  </a:lnTo>
                  <a:lnTo>
                    <a:pt x="8647" y="14906"/>
                  </a:lnTo>
                  <a:lnTo>
                    <a:pt x="9012" y="14857"/>
                  </a:lnTo>
                  <a:lnTo>
                    <a:pt x="9377" y="14760"/>
                  </a:lnTo>
                  <a:lnTo>
                    <a:pt x="9743" y="14663"/>
                  </a:lnTo>
                  <a:lnTo>
                    <a:pt x="10084" y="14541"/>
                  </a:lnTo>
                  <a:lnTo>
                    <a:pt x="10425" y="14419"/>
                  </a:lnTo>
                  <a:lnTo>
                    <a:pt x="10766" y="14273"/>
                  </a:lnTo>
                  <a:lnTo>
                    <a:pt x="11082" y="14102"/>
                  </a:lnTo>
                  <a:lnTo>
                    <a:pt x="11399" y="13908"/>
                  </a:lnTo>
                  <a:lnTo>
                    <a:pt x="11691" y="13713"/>
                  </a:lnTo>
                  <a:lnTo>
                    <a:pt x="11983" y="13518"/>
                  </a:lnTo>
                  <a:lnTo>
                    <a:pt x="12276" y="13299"/>
                  </a:lnTo>
                  <a:lnTo>
                    <a:pt x="12544" y="13055"/>
                  </a:lnTo>
                  <a:lnTo>
                    <a:pt x="12812" y="12812"/>
                  </a:lnTo>
                  <a:lnTo>
                    <a:pt x="13055" y="12544"/>
                  </a:lnTo>
                  <a:lnTo>
                    <a:pt x="13299" y="12276"/>
                  </a:lnTo>
                  <a:lnTo>
                    <a:pt x="13518" y="11984"/>
                  </a:lnTo>
                  <a:lnTo>
                    <a:pt x="13713" y="11691"/>
                  </a:lnTo>
                  <a:lnTo>
                    <a:pt x="13907" y="11399"/>
                  </a:lnTo>
                  <a:lnTo>
                    <a:pt x="14102" y="11082"/>
                  </a:lnTo>
                  <a:lnTo>
                    <a:pt x="14273" y="10766"/>
                  </a:lnTo>
                  <a:lnTo>
                    <a:pt x="14419" y="10425"/>
                  </a:lnTo>
                  <a:lnTo>
                    <a:pt x="14541" y="10084"/>
                  </a:lnTo>
                  <a:lnTo>
                    <a:pt x="14662" y="9743"/>
                  </a:lnTo>
                  <a:lnTo>
                    <a:pt x="14760" y="9378"/>
                  </a:lnTo>
                  <a:lnTo>
                    <a:pt x="14857" y="9012"/>
                  </a:lnTo>
                  <a:lnTo>
                    <a:pt x="14906" y="8647"/>
                  </a:lnTo>
                  <a:lnTo>
                    <a:pt x="14955" y="8257"/>
                  </a:lnTo>
                  <a:lnTo>
                    <a:pt x="15003" y="7892"/>
                  </a:lnTo>
                  <a:lnTo>
                    <a:pt x="15003" y="7502"/>
                  </a:lnTo>
                  <a:lnTo>
                    <a:pt x="7502" y="7502"/>
                  </a:lnTo>
                  <a:lnTo>
                    <a:pt x="7502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5"/>
            <p:cNvSpPr/>
            <p:nvPr/>
          </p:nvSpPr>
          <p:spPr>
            <a:xfrm>
              <a:off x="3504325" y="3664250"/>
              <a:ext cx="131525" cy="153450"/>
            </a:xfrm>
            <a:custGeom>
              <a:rect b="b" l="l" r="r" t="t"/>
              <a:pathLst>
                <a:path extrusionOk="0" fill="none" h="6138" w="5261">
                  <a:moveTo>
                    <a:pt x="0" y="0"/>
                  </a:moveTo>
                  <a:lnTo>
                    <a:pt x="0" y="0"/>
                  </a:lnTo>
                  <a:lnTo>
                    <a:pt x="390" y="25"/>
                  </a:lnTo>
                  <a:lnTo>
                    <a:pt x="780" y="98"/>
                  </a:lnTo>
                  <a:lnTo>
                    <a:pt x="1169" y="171"/>
                  </a:lnTo>
                  <a:lnTo>
                    <a:pt x="1559" y="268"/>
                  </a:lnTo>
                  <a:lnTo>
                    <a:pt x="1924" y="414"/>
                  </a:lnTo>
                  <a:lnTo>
                    <a:pt x="2314" y="560"/>
                  </a:lnTo>
                  <a:lnTo>
                    <a:pt x="2655" y="731"/>
                  </a:lnTo>
                  <a:lnTo>
                    <a:pt x="3020" y="901"/>
                  </a:lnTo>
                  <a:lnTo>
                    <a:pt x="3020" y="901"/>
                  </a:lnTo>
                  <a:lnTo>
                    <a:pt x="3337" y="1121"/>
                  </a:lnTo>
                  <a:lnTo>
                    <a:pt x="3654" y="1340"/>
                  </a:lnTo>
                  <a:lnTo>
                    <a:pt x="3946" y="1559"/>
                  </a:lnTo>
                  <a:lnTo>
                    <a:pt x="4238" y="1803"/>
                  </a:lnTo>
                  <a:lnTo>
                    <a:pt x="4530" y="2070"/>
                  </a:lnTo>
                  <a:lnTo>
                    <a:pt x="4774" y="2363"/>
                  </a:lnTo>
                  <a:lnTo>
                    <a:pt x="5017" y="2655"/>
                  </a:lnTo>
                  <a:lnTo>
                    <a:pt x="5261" y="2972"/>
                  </a:lnTo>
                  <a:lnTo>
                    <a:pt x="0" y="613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5"/>
            <p:cNvSpPr/>
            <p:nvPr/>
          </p:nvSpPr>
          <p:spPr>
            <a:xfrm>
              <a:off x="3501875" y="3749500"/>
              <a:ext cx="187575" cy="96825"/>
            </a:xfrm>
            <a:custGeom>
              <a:rect b="b" l="l" r="r" t="t"/>
              <a:pathLst>
                <a:path extrusionOk="0" fill="none" h="3873" w="7503">
                  <a:moveTo>
                    <a:pt x="6431" y="0"/>
                  </a:moveTo>
                  <a:lnTo>
                    <a:pt x="1" y="3872"/>
                  </a:lnTo>
                  <a:lnTo>
                    <a:pt x="7502" y="3872"/>
                  </a:lnTo>
                  <a:lnTo>
                    <a:pt x="7502" y="3872"/>
                  </a:lnTo>
                  <a:lnTo>
                    <a:pt x="7478" y="3337"/>
                  </a:lnTo>
                  <a:lnTo>
                    <a:pt x="7429" y="2825"/>
                  </a:lnTo>
                  <a:lnTo>
                    <a:pt x="7332" y="2314"/>
                  </a:lnTo>
                  <a:lnTo>
                    <a:pt x="7210" y="1827"/>
                  </a:lnTo>
                  <a:lnTo>
                    <a:pt x="7064" y="1340"/>
                  </a:lnTo>
                  <a:lnTo>
                    <a:pt x="6893" y="877"/>
                  </a:lnTo>
                  <a:lnTo>
                    <a:pt x="6674" y="438"/>
                  </a:lnTo>
                  <a:lnTo>
                    <a:pt x="6431" y="0"/>
                  </a:lnTo>
                  <a:lnTo>
                    <a:pt x="6431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" name="Google Shape;206;p2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673AB7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788850" y="666525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 USE </a:t>
            </a:r>
            <a:r>
              <a:rPr lang="en">
                <a:solidFill>
                  <a:srgbClr val="673AB7"/>
                </a:solidFill>
              </a:rPr>
              <a:t>DIAGRAMS</a:t>
            </a:r>
            <a:r>
              <a:rPr lang="en"/>
              <a:t> TO EXPLAIN COMPLEX IDEAS</a:t>
            </a:r>
            <a:endParaRPr/>
          </a:p>
        </p:txBody>
      </p:sp>
      <p:sp>
        <p:nvSpPr>
          <p:cNvPr id="212" name="Google Shape;212;p2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p26"/>
          <p:cNvSpPr/>
          <p:nvPr/>
        </p:nvSpPr>
        <p:spPr>
          <a:xfrm>
            <a:off x="2154500" y="1318142"/>
            <a:ext cx="2540100" cy="2540100"/>
          </a:xfrm>
          <a:prstGeom prst="donut">
            <a:avLst>
              <a:gd fmla="val 160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D9D9"/>
              </a:solidFill>
            </a:endParaRPr>
          </a:p>
        </p:txBody>
      </p:sp>
      <p:grpSp>
        <p:nvGrpSpPr>
          <p:cNvPr id="214" name="Google Shape;214;p26"/>
          <p:cNvGrpSpPr/>
          <p:nvPr/>
        </p:nvGrpSpPr>
        <p:grpSpPr>
          <a:xfrm>
            <a:off x="537836" y="1467524"/>
            <a:ext cx="1931633" cy="669600"/>
            <a:chOff x="1680836" y="1315124"/>
            <a:chExt cx="1931633" cy="669600"/>
          </a:xfrm>
        </p:grpSpPr>
        <p:cxnSp>
          <p:nvCxnSpPr>
            <p:cNvPr id="215" name="Google Shape;215;p26"/>
            <p:cNvCxnSpPr/>
            <p:nvPr/>
          </p:nvCxnSpPr>
          <p:spPr>
            <a:xfrm>
              <a:off x="3178969" y="1638300"/>
              <a:ext cx="433500" cy="252300"/>
            </a:xfrm>
            <a:prstGeom prst="straightConnector1">
              <a:avLst/>
            </a:prstGeom>
            <a:noFill/>
            <a:ln cap="flat" cmpd="sng" w="19050">
              <a:solidFill>
                <a:srgbClr val="673AB7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216" name="Google Shape;216;p26"/>
            <p:cNvSpPr txBox="1"/>
            <p:nvPr/>
          </p:nvSpPr>
          <p:spPr>
            <a:xfrm>
              <a:off x="1680836" y="1315124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  <a:t>LOREM 3</a:t>
              </a:r>
              <a:endParaRPr sz="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  <a:t>Vestibulum nec congue tempus lorem ipsum</a:t>
              </a:r>
              <a:endParaRPr b="1" sz="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217" name="Google Shape;217;p26"/>
          <p:cNvGrpSpPr/>
          <p:nvPr/>
        </p:nvGrpSpPr>
        <p:grpSpPr>
          <a:xfrm>
            <a:off x="4374319" y="1467524"/>
            <a:ext cx="1940006" cy="669600"/>
            <a:chOff x="5517319" y="1315124"/>
            <a:chExt cx="1940006" cy="669600"/>
          </a:xfrm>
        </p:grpSpPr>
        <p:cxnSp>
          <p:nvCxnSpPr>
            <p:cNvPr id="218" name="Google Shape;218;p26"/>
            <p:cNvCxnSpPr/>
            <p:nvPr/>
          </p:nvCxnSpPr>
          <p:spPr>
            <a:xfrm flipH="1">
              <a:off x="5517319" y="1638300"/>
              <a:ext cx="433500" cy="2523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219" name="Google Shape;219;p26"/>
            <p:cNvSpPr txBox="1"/>
            <p:nvPr/>
          </p:nvSpPr>
          <p:spPr>
            <a:xfrm>
              <a:off x="5962125" y="1315124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  <a:t>LOREM 1</a:t>
              </a:r>
              <a:endParaRPr sz="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  <a:t>Vestibulum nec congue tempus lorem ipsum</a:t>
              </a:r>
              <a:endParaRPr b="1" sz="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220" name="Google Shape;220;p26"/>
          <p:cNvGrpSpPr/>
          <p:nvPr/>
        </p:nvGrpSpPr>
        <p:grpSpPr>
          <a:xfrm>
            <a:off x="2665226" y="3687540"/>
            <a:ext cx="1495200" cy="1143796"/>
            <a:chOff x="3808226" y="3535140"/>
            <a:chExt cx="1495200" cy="1143796"/>
          </a:xfrm>
        </p:grpSpPr>
        <p:cxnSp>
          <p:nvCxnSpPr>
            <p:cNvPr id="221" name="Google Shape;221;p26"/>
            <p:cNvCxnSpPr/>
            <p:nvPr/>
          </p:nvCxnSpPr>
          <p:spPr>
            <a:xfrm rot="10800000">
              <a:off x="4556399" y="3535140"/>
              <a:ext cx="0" cy="460500"/>
            </a:xfrm>
            <a:prstGeom prst="straightConnector1">
              <a:avLst/>
            </a:prstGeom>
            <a:noFill/>
            <a:ln cap="flat" cmpd="sng" w="19050">
              <a:solidFill>
                <a:srgbClr val="E91E63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222" name="Google Shape;222;p26"/>
            <p:cNvSpPr txBox="1"/>
            <p:nvPr/>
          </p:nvSpPr>
          <p:spPr>
            <a:xfrm>
              <a:off x="3808226" y="4009336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  <a:t>LOREM 2</a:t>
              </a:r>
              <a:endParaRPr sz="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  <a:t>Vestibulum nec congue tempus lorem ipsum</a:t>
              </a:r>
              <a:endParaRPr b="1" sz="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223" name="Google Shape;223;p26"/>
          <p:cNvSpPr txBox="1"/>
          <p:nvPr/>
        </p:nvSpPr>
        <p:spPr>
          <a:xfrm>
            <a:off x="2702784" y="2208860"/>
            <a:ext cx="14436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Vestibulum nec congue tempus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26"/>
          <p:cNvSpPr/>
          <p:nvPr/>
        </p:nvSpPr>
        <p:spPr>
          <a:xfrm rot="1800047">
            <a:off x="2076843" y="1238834"/>
            <a:ext cx="2690936" cy="2690936"/>
          </a:xfrm>
          <a:prstGeom prst="blockArc">
            <a:avLst>
              <a:gd fmla="val 14414370" name="adj1"/>
              <a:gd fmla="val 694" name="adj2"/>
              <a:gd fmla="val 9562" name="adj3"/>
            </a:avLst>
          </a:prstGeom>
          <a:solidFill>
            <a:schemeClr val="accent3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"/>
          <p:cNvSpPr/>
          <p:nvPr/>
        </p:nvSpPr>
        <p:spPr>
          <a:xfrm flipH="1" rot="-1800047">
            <a:off x="2078956" y="1238834"/>
            <a:ext cx="2690936" cy="2690936"/>
          </a:xfrm>
          <a:prstGeom prst="blockArc">
            <a:avLst>
              <a:gd fmla="val 14348563" name="adj1"/>
              <a:gd fmla="val 21472873" name="adj2"/>
              <a:gd fmla="val 9381" name="adj3"/>
            </a:avLst>
          </a:prstGeom>
          <a:solidFill>
            <a:srgbClr val="673AB7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6"/>
          <p:cNvSpPr/>
          <p:nvPr/>
        </p:nvSpPr>
        <p:spPr>
          <a:xfrm rot="-8100000">
            <a:off x="3239715" y="1179793"/>
            <a:ext cx="363170" cy="363170"/>
          </a:xfrm>
          <a:prstGeom prst="rtTriangle">
            <a:avLst/>
          </a:prstGeom>
          <a:solidFill>
            <a:srgbClr val="673A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6"/>
          <p:cNvSpPr/>
          <p:nvPr/>
        </p:nvSpPr>
        <p:spPr>
          <a:xfrm flipH="1" rot="-9000757">
            <a:off x="2077953" y="1237208"/>
            <a:ext cx="2690226" cy="2690226"/>
          </a:xfrm>
          <a:prstGeom prst="blockArc">
            <a:avLst>
              <a:gd fmla="val 14316164" name="adj1"/>
              <a:gd fmla="val 21502663" name="adj2"/>
              <a:gd fmla="val 9415" name="adj3"/>
            </a:avLst>
          </a:prstGeom>
          <a:solidFill>
            <a:schemeClr val="accent4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6"/>
          <p:cNvSpPr/>
          <p:nvPr/>
        </p:nvSpPr>
        <p:spPr>
          <a:xfrm rot="-1027861">
            <a:off x="4342874" y="3002232"/>
            <a:ext cx="312672" cy="312672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6"/>
          <p:cNvSpPr/>
          <p:nvPr/>
        </p:nvSpPr>
        <p:spPr>
          <a:xfrm rot="6359841">
            <a:off x="2172801" y="3000162"/>
            <a:ext cx="363580" cy="36358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3F51B5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</a:t>
            </a:r>
            <a:r>
              <a:rPr lang="en">
                <a:solidFill>
                  <a:srgbClr val="3F51B5"/>
                </a:solidFill>
              </a:rPr>
              <a:t>COMPARE</a:t>
            </a:r>
            <a:r>
              <a:rPr lang="en"/>
              <a:t> DATA</a:t>
            </a:r>
            <a:endParaRPr/>
          </a:p>
        </p:txBody>
      </p:sp>
      <p:graphicFrame>
        <p:nvGraphicFramePr>
          <p:cNvPr id="235" name="Google Shape;235;p27"/>
          <p:cNvGraphicFramePr/>
          <p:nvPr/>
        </p:nvGraphicFramePr>
        <p:xfrm>
          <a:off x="952500" y="15477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{9017102A-83DA-4D73-A6E6-268CDAF68B00}</a:tableStyleId>
              </a:tblPr>
              <a:tblGrid>
                <a:gridCol w="1402650"/>
                <a:gridCol w="1402650"/>
                <a:gridCol w="1402650"/>
                <a:gridCol w="1402650"/>
              </a:tblGrid>
              <a:tr h="56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999999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9999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</a:t>
                      </a:r>
                      <a:endParaRPr sz="1100">
                        <a:solidFill>
                          <a:srgbClr val="999999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9999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B</a:t>
                      </a:r>
                      <a:endParaRPr sz="1100">
                        <a:solidFill>
                          <a:srgbClr val="999999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9999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C</a:t>
                      </a:r>
                      <a:endParaRPr sz="1100">
                        <a:solidFill>
                          <a:srgbClr val="999999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7054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9999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Yellow</a:t>
                      </a:r>
                      <a:endParaRPr sz="1100">
                        <a:solidFill>
                          <a:srgbClr val="999999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99999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10</a:t>
                      </a:r>
                      <a:endParaRPr b="1" sz="1100">
                        <a:solidFill>
                          <a:srgbClr val="999999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99999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20</a:t>
                      </a:r>
                      <a:endParaRPr b="1" sz="1100">
                        <a:solidFill>
                          <a:srgbClr val="999999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99999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7</a:t>
                      </a:r>
                      <a:endParaRPr b="1" sz="1100">
                        <a:solidFill>
                          <a:srgbClr val="999999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4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9999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Blue</a:t>
                      </a:r>
                      <a:endParaRPr sz="1100">
                        <a:solidFill>
                          <a:srgbClr val="999999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99999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30</a:t>
                      </a:r>
                      <a:endParaRPr b="1" sz="1100">
                        <a:solidFill>
                          <a:srgbClr val="999999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99999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15</a:t>
                      </a:r>
                      <a:endParaRPr b="1" sz="1100">
                        <a:solidFill>
                          <a:srgbClr val="999999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99999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10</a:t>
                      </a:r>
                      <a:endParaRPr b="1" sz="1100">
                        <a:solidFill>
                          <a:srgbClr val="999999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4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9999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Orange</a:t>
                      </a:r>
                      <a:endParaRPr sz="1100">
                        <a:solidFill>
                          <a:srgbClr val="999999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99999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5</a:t>
                      </a:r>
                      <a:endParaRPr b="1" sz="1100">
                        <a:solidFill>
                          <a:srgbClr val="999999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99999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24</a:t>
                      </a:r>
                      <a:endParaRPr b="1" sz="1100">
                        <a:solidFill>
                          <a:srgbClr val="999999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99999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16</a:t>
                      </a:r>
                      <a:endParaRPr b="1" sz="1100">
                        <a:solidFill>
                          <a:srgbClr val="999999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36" name="Google Shape;236;p27"/>
          <p:cNvGrpSpPr/>
          <p:nvPr/>
        </p:nvGrpSpPr>
        <p:grpSpPr>
          <a:xfrm>
            <a:off x="318294" y="694222"/>
            <a:ext cx="449036" cy="470808"/>
            <a:chOff x="5961125" y="1623900"/>
            <a:chExt cx="427450" cy="448175"/>
          </a:xfrm>
        </p:grpSpPr>
        <p:sp>
          <p:nvSpPr>
            <p:cNvPr id="237" name="Google Shape;237;p27"/>
            <p:cNvSpPr/>
            <p:nvPr/>
          </p:nvSpPr>
          <p:spPr>
            <a:xfrm>
              <a:off x="5961125" y="1678700"/>
              <a:ext cx="376925" cy="376925"/>
            </a:xfrm>
            <a:custGeom>
              <a:rect b="b" l="l" r="r" t="t"/>
              <a:pathLst>
                <a:path extrusionOk="0" fill="none" h="15077" w="15077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7"/>
            <p:cNvSpPr/>
            <p:nvPr/>
          </p:nvSpPr>
          <p:spPr>
            <a:xfrm>
              <a:off x="6009825" y="1727425"/>
              <a:ext cx="279500" cy="279500"/>
            </a:xfrm>
            <a:custGeom>
              <a:rect b="b" l="l" r="r" t="t"/>
              <a:pathLst>
                <a:path extrusionOk="0" fill="none" h="11180" w="1118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7"/>
            <p:cNvSpPr/>
            <p:nvPr/>
          </p:nvSpPr>
          <p:spPr>
            <a:xfrm>
              <a:off x="6107250" y="1824850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7"/>
            <p:cNvSpPr/>
            <p:nvPr/>
          </p:nvSpPr>
          <p:spPr>
            <a:xfrm>
              <a:off x="6058550" y="1776125"/>
              <a:ext cx="182075" cy="182075"/>
            </a:xfrm>
            <a:custGeom>
              <a:rect b="b" l="l" r="r" t="t"/>
              <a:pathLst>
                <a:path extrusionOk="0" fill="none" h="7283" w="7283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7"/>
            <p:cNvSpPr/>
            <p:nvPr/>
          </p:nvSpPr>
          <p:spPr>
            <a:xfrm>
              <a:off x="5971475" y="2001400"/>
              <a:ext cx="74925" cy="70675"/>
            </a:xfrm>
            <a:custGeom>
              <a:rect b="b" l="l" r="r" t="t"/>
              <a:pathLst>
                <a:path extrusionOk="0" fill="none" h="2827" w="2997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7"/>
            <p:cNvSpPr/>
            <p:nvPr/>
          </p:nvSpPr>
          <p:spPr>
            <a:xfrm>
              <a:off x="6253375" y="2001400"/>
              <a:ext cx="74325" cy="70675"/>
            </a:xfrm>
            <a:custGeom>
              <a:rect b="b" l="l" r="r" t="t"/>
              <a:pathLst>
                <a:path extrusionOk="0" fill="none" h="2827" w="2973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7"/>
            <p:cNvSpPr/>
            <p:nvPr/>
          </p:nvSpPr>
          <p:spPr>
            <a:xfrm>
              <a:off x="6137700" y="1623900"/>
              <a:ext cx="250875" cy="255150"/>
            </a:xfrm>
            <a:custGeom>
              <a:rect b="b" l="l" r="r" t="t"/>
              <a:pathLst>
                <a:path extrusionOk="0" fill="none" h="10206" w="10035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4" name="Google Shape;244;p2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2196F3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pa_solido_n-01.png" id="249" name="Google Shape;24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026" y="356887"/>
            <a:ext cx="8765948" cy="442972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8"/>
          <p:cNvSpPr txBox="1"/>
          <p:nvPr>
            <p:ph idx="4294967295" type="title"/>
          </p:nvPr>
        </p:nvSpPr>
        <p:spPr>
          <a:xfrm>
            <a:off x="609704" y="4116875"/>
            <a:ext cx="1609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MAPS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1829825" y="1504206"/>
            <a:ext cx="702000" cy="202500"/>
          </a:xfrm>
          <a:prstGeom prst="wedgeRectCallout">
            <a:avLst>
              <a:gd fmla="val -21428" name="adj1"/>
              <a:gd fmla="val 84287" name="adj2"/>
            </a:avLst>
          </a:prstGeom>
          <a:solidFill>
            <a:srgbClr val="0000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our office</a:t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2" name="Google Shape;252;p28"/>
          <p:cNvSpPr/>
          <p:nvPr/>
        </p:nvSpPr>
        <p:spPr>
          <a:xfrm>
            <a:off x="943625" y="1778700"/>
            <a:ext cx="156875" cy="135676"/>
          </a:xfrm>
          <a:prstGeom prst="flowChartMerge">
            <a:avLst/>
          </a:prstGeom>
          <a:solidFill>
            <a:srgbClr val="0000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8"/>
          <p:cNvSpPr/>
          <p:nvPr/>
        </p:nvSpPr>
        <p:spPr>
          <a:xfrm>
            <a:off x="2739063" y="3417500"/>
            <a:ext cx="156875" cy="135676"/>
          </a:xfrm>
          <a:prstGeom prst="flowChartMerge">
            <a:avLst/>
          </a:prstGeom>
          <a:solidFill>
            <a:srgbClr val="0000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8"/>
          <p:cNvSpPr/>
          <p:nvPr/>
        </p:nvSpPr>
        <p:spPr>
          <a:xfrm>
            <a:off x="3828800" y="1571025"/>
            <a:ext cx="156875" cy="135676"/>
          </a:xfrm>
          <a:prstGeom prst="flowChartMerge">
            <a:avLst/>
          </a:prstGeom>
          <a:solidFill>
            <a:srgbClr val="0000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8"/>
          <p:cNvSpPr/>
          <p:nvPr/>
        </p:nvSpPr>
        <p:spPr>
          <a:xfrm>
            <a:off x="4493563" y="3755725"/>
            <a:ext cx="156875" cy="135676"/>
          </a:xfrm>
          <a:prstGeom prst="flowChartMerge">
            <a:avLst/>
          </a:prstGeom>
          <a:solidFill>
            <a:srgbClr val="0000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8"/>
          <p:cNvSpPr/>
          <p:nvPr/>
        </p:nvSpPr>
        <p:spPr>
          <a:xfrm>
            <a:off x="6797475" y="2029225"/>
            <a:ext cx="156875" cy="135676"/>
          </a:xfrm>
          <a:prstGeom prst="flowChartMerge">
            <a:avLst/>
          </a:prstGeom>
          <a:solidFill>
            <a:srgbClr val="0000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8"/>
          <p:cNvSpPr/>
          <p:nvPr/>
        </p:nvSpPr>
        <p:spPr>
          <a:xfrm>
            <a:off x="7651300" y="3854825"/>
            <a:ext cx="156875" cy="135676"/>
          </a:xfrm>
          <a:prstGeom prst="flowChartMerge">
            <a:avLst/>
          </a:prstGeom>
          <a:solidFill>
            <a:srgbClr val="0000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8" name="Google Shape;258;p28"/>
          <p:cNvGrpSpPr/>
          <p:nvPr/>
        </p:nvGrpSpPr>
        <p:grpSpPr>
          <a:xfrm>
            <a:off x="741886" y="3665032"/>
            <a:ext cx="393060" cy="393060"/>
            <a:chOff x="5941025" y="3634400"/>
            <a:chExt cx="467650" cy="467650"/>
          </a:xfrm>
        </p:grpSpPr>
        <p:sp>
          <p:nvSpPr>
            <p:cNvPr id="259" name="Google Shape;259;p28"/>
            <p:cNvSpPr/>
            <p:nvPr/>
          </p:nvSpPr>
          <p:spPr>
            <a:xfrm>
              <a:off x="5941025" y="3634400"/>
              <a:ext cx="467650" cy="467650"/>
            </a:xfrm>
            <a:custGeom>
              <a:rect b="b" l="l" r="r" t="t"/>
              <a:pathLst>
                <a:path extrusionOk="0" fill="none" h="18706" w="18706">
                  <a:moveTo>
                    <a:pt x="9353" y="1"/>
                  </a:moveTo>
                  <a:lnTo>
                    <a:pt x="9353" y="1"/>
                  </a:lnTo>
                  <a:lnTo>
                    <a:pt x="8866" y="25"/>
                  </a:lnTo>
                  <a:lnTo>
                    <a:pt x="8403" y="50"/>
                  </a:lnTo>
                  <a:lnTo>
                    <a:pt x="7940" y="123"/>
                  </a:lnTo>
                  <a:lnTo>
                    <a:pt x="7478" y="196"/>
                  </a:lnTo>
                  <a:lnTo>
                    <a:pt x="7015" y="293"/>
                  </a:lnTo>
                  <a:lnTo>
                    <a:pt x="6577" y="439"/>
                  </a:lnTo>
                  <a:lnTo>
                    <a:pt x="6138" y="585"/>
                  </a:lnTo>
                  <a:lnTo>
                    <a:pt x="5724" y="732"/>
                  </a:lnTo>
                  <a:lnTo>
                    <a:pt x="5310" y="926"/>
                  </a:lnTo>
                  <a:lnTo>
                    <a:pt x="4896" y="1146"/>
                  </a:lnTo>
                  <a:lnTo>
                    <a:pt x="4506" y="1365"/>
                  </a:lnTo>
                  <a:lnTo>
                    <a:pt x="4117" y="1608"/>
                  </a:lnTo>
                  <a:lnTo>
                    <a:pt x="3751" y="1876"/>
                  </a:lnTo>
                  <a:lnTo>
                    <a:pt x="3410" y="2144"/>
                  </a:lnTo>
                  <a:lnTo>
                    <a:pt x="3069" y="2436"/>
                  </a:lnTo>
                  <a:lnTo>
                    <a:pt x="2753" y="2753"/>
                  </a:lnTo>
                  <a:lnTo>
                    <a:pt x="2436" y="3070"/>
                  </a:lnTo>
                  <a:lnTo>
                    <a:pt x="2144" y="3411"/>
                  </a:lnTo>
                  <a:lnTo>
                    <a:pt x="1876" y="3752"/>
                  </a:lnTo>
                  <a:lnTo>
                    <a:pt x="1608" y="4117"/>
                  </a:lnTo>
                  <a:lnTo>
                    <a:pt x="1365" y="4507"/>
                  </a:lnTo>
                  <a:lnTo>
                    <a:pt x="1145" y="4896"/>
                  </a:lnTo>
                  <a:lnTo>
                    <a:pt x="926" y="5310"/>
                  </a:lnTo>
                  <a:lnTo>
                    <a:pt x="731" y="5724"/>
                  </a:lnTo>
                  <a:lnTo>
                    <a:pt x="585" y="6138"/>
                  </a:lnTo>
                  <a:lnTo>
                    <a:pt x="439" y="6577"/>
                  </a:lnTo>
                  <a:lnTo>
                    <a:pt x="293" y="7015"/>
                  </a:lnTo>
                  <a:lnTo>
                    <a:pt x="196" y="7478"/>
                  </a:lnTo>
                  <a:lnTo>
                    <a:pt x="123" y="7941"/>
                  </a:lnTo>
                  <a:lnTo>
                    <a:pt x="49" y="8403"/>
                  </a:lnTo>
                  <a:lnTo>
                    <a:pt x="25" y="8866"/>
                  </a:lnTo>
                  <a:lnTo>
                    <a:pt x="1" y="9353"/>
                  </a:lnTo>
                  <a:lnTo>
                    <a:pt x="1" y="9353"/>
                  </a:lnTo>
                  <a:lnTo>
                    <a:pt x="25" y="9840"/>
                  </a:lnTo>
                  <a:lnTo>
                    <a:pt x="49" y="10303"/>
                  </a:lnTo>
                  <a:lnTo>
                    <a:pt x="123" y="10766"/>
                  </a:lnTo>
                  <a:lnTo>
                    <a:pt x="196" y="11229"/>
                  </a:lnTo>
                  <a:lnTo>
                    <a:pt x="293" y="11691"/>
                  </a:lnTo>
                  <a:lnTo>
                    <a:pt x="439" y="12130"/>
                  </a:lnTo>
                  <a:lnTo>
                    <a:pt x="585" y="12568"/>
                  </a:lnTo>
                  <a:lnTo>
                    <a:pt x="731" y="12982"/>
                  </a:lnTo>
                  <a:lnTo>
                    <a:pt x="926" y="13396"/>
                  </a:lnTo>
                  <a:lnTo>
                    <a:pt x="1145" y="13810"/>
                  </a:lnTo>
                  <a:lnTo>
                    <a:pt x="1365" y="14200"/>
                  </a:lnTo>
                  <a:lnTo>
                    <a:pt x="1608" y="14590"/>
                  </a:lnTo>
                  <a:lnTo>
                    <a:pt x="1876" y="14955"/>
                  </a:lnTo>
                  <a:lnTo>
                    <a:pt x="2144" y="15296"/>
                  </a:lnTo>
                  <a:lnTo>
                    <a:pt x="2436" y="15637"/>
                  </a:lnTo>
                  <a:lnTo>
                    <a:pt x="2753" y="15953"/>
                  </a:lnTo>
                  <a:lnTo>
                    <a:pt x="3069" y="16270"/>
                  </a:lnTo>
                  <a:lnTo>
                    <a:pt x="3410" y="16562"/>
                  </a:lnTo>
                  <a:lnTo>
                    <a:pt x="3751" y="16830"/>
                  </a:lnTo>
                  <a:lnTo>
                    <a:pt x="4117" y="17098"/>
                  </a:lnTo>
                  <a:lnTo>
                    <a:pt x="4506" y="17342"/>
                  </a:lnTo>
                  <a:lnTo>
                    <a:pt x="4896" y="17561"/>
                  </a:lnTo>
                  <a:lnTo>
                    <a:pt x="5310" y="17780"/>
                  </a:lnTo>
                  <a:lnTo>
                    <a:pt x="5724" y="17975"/>
                  </a:lnTo>
                  <a:lnTo>
                    <a:pt x="6138" y="18121"/>
                  </a:lnTo>
                  <a:lnTo>
                    <a:pt x="6577" y="18267"/>
                  </a:lnTo>
                  <a:lnTo>
                    <a:pt x="7015" y="18413"/>
                  </a:lnTo>
                  <a:lnTo>
                    <a:pt x="7478" y="18511"/>
                  </a:lnTo>
                  <a:lnTo>
                    <a:pt x="7940" y="18584"/>
                  </a:lnTo>
                  <a:lnTo>
                    <a:pt x="8403" y="18657"/>
                  </a:lnTo>
                  <a:lnTo>
                    <a:pt x="8866" y="18681"/>
                  </a:lnTo>
                  <a:lnTo>
                    <a:pt x="9353" y="18706"/>
                  </a:lnTo>
                  <a:lnTo>
                    <a:pt x="9353" y="18706"/>
                  </a:lnTo>
                  <a:lnTo>
                    <a:pt x="9840" y="18681"/>
                  </a:lnTo>
                  <a:lnTo>
                    <a:pt x="10303" y="18657"/>
                  </a:lnTo>
                  <a:lnTo>
                    <a:pt x="10766" y="18584"/>
                  </a:lnTo>
                  <a:lnTo>
                    <a:pt x="11228" y="18511"/>
                  </a:lnTo>
                  <a:lnTo>
                    <a:pt x="11691" y="18413"/>
                  </a:lnTo>
                  <a:lnTo>
                    <a:pt x="12130" y="18267"/>
                  </a:lnTo>
                  <a:lnTo>
                    <a:pt x="12568" y="18121"/>
                  </a:lnTo>
                  <a:lnTo>
                    <a:pt x="12982" y="17975"/>
                  </a:lnTo>
                  <a:lnTo>
                    <a:pt x="13396" y="17780"/>
                  </a:lnTo>
                  <a:lnTo>
                    <a:pt x="13810" y="17561"/>
                  </a:lnTo>
                  <a:lnTo>
                    <a:pt x="14200" y="17342"/>
                  </a:lnTo>
                  <a:lnTo>
                    <a:pt x="14589" y="17098"/>
                  </a:lnTo>
                  <a:lnTo>
                    <a:pt x="14955" y="16830"/>
                  </a:lnTo>
                  <a:lnTo>
                    <a:pt x="15296" y="16562"/>
                  </a:lnTo>
                  <a:lnTo>
                    <a:pt x="15637" y="16270"/>
                  </a:lnTo>
                  <a:lnTo>
                    <a:pt x="15953" y="15953"/>
                  </a:lnTo>
                  <a:lnTo>
                    <a:pt x="16270" y="15637"/>
                  </a:lnTo>
                  <a:lnTo>
                    <a:pt x="16562" y="15296"/>
                  </a:lnTo>
                  <a:lnTo>
                    <a:pt x="16830" y="14955"/>
                  </a:lnTo>
                  <a:lnTo>
                    <a:pt x="17098" y="14590"/>
                  </a:lnTo>
                  <a:lnTo>
                    <a:pt x="17341" y="14200"/>
                  </a:lnTo>
                  <a:lnTo>
                    <a:pt x="17561" y="13810"/>
                  </a:lnTo>
                  <a:lnTo>
                    <a:pt x="17780" y="13396"/>
                  </a:lnTo>
                  <a:lnTo>
                    <a:pt x="17975" y="12982"/>
                  </a:lnTo>
                  <a:lnTo>
                    <a:pt x="18121" y="12568"/>
                  </a:lnTo>
                  <a:lnTo>
                    <a:pt x="18267" y="12130"/>
                  </a:lnTo>
                  <a:lnTo>
                    <a:pt x="18413" y="11691"/>
                  </a:lnTo>
                  <a:lnTo>
                    <a:pt x="18511" y="11229"/>
                  </a:lnTo>
                  <a:lnTo>
                    <a:pt x="18584" y="10766"/>
                  </a:lnTo>
                  <a:lnTo>
                    <a:pt x="18657" y="10303"/>
                  </a:lnTo>
                  <a:lnTo>
                    <a:pt x="18681" y="9840"/>
                  </a:lnTo>
                  <a:lnTo>
                    <a:pt x="18705" y="9353"/>
                  </a:lnTo>
                  <a:lnTo>
                    <a:pt x="18705" y="9353"/>
                  </a:lnTo>
                  <a:lnTo>
                    <a:pt x="18681" y="8866"/>
                  </a:lnTo>
                  <a:lnTo>
                    <a:pt x="18657" y="8403"/>
                  </a:lnTo>
                  <a:lnTo>
                    <a:pt x="18584" y="7941"/>
                  </a:lnTo>
                  <a:lnTo>
                    <a:pt x="18511" y="7478"/>
                  </a:lnTo>
                  <a:lnTo>
                    <a:pt x="18413" y="7015"/>
                  </a:lnTo>
                  <a:lnTo>
                    <a:pt x="18267" y="6577"/>
                  </a:lnTo>
                  <a:lnTo>
                    <a:pt x="18121" y="6138"/>
                  </a:lnTo>
                  <a:lnTo>
                    <a:pt x="17975" y="5724"/>
                  </a:lnTo>
                  <a:lnTo>
                    <a:pt x="17780" y="5310"/>
                  </a:lnTo>
                  <a:lnTo>
                    <a:pt x="17561" y="4896"/>
                  </a:lnTo>
                  <a:lnTo>
                    <a:pt x="17341" y="4507"/>
                  </a:lnTo>
                  <a:lnTo>
                    <a:pt x="17098" y="4117"/>
                  </a:lnTo>
                  <a:lnTo>
                    <a:pt x="16830" y="3752"/>
                  </a:lnTo>
                  <a:lnTo>
                    <a:pt x="16562" y="3411"/>
                  </a:lnTo>
                  <a:lnTo>
                    <a:pt x="16270" y="3070"/>
                  </a:lnTo>
                  <a:lnTo>
                    <a:pt x="15953" y="2753"/>
                  </a:lnTo>
                  <a:lnTo>
                    <a:pt x="15637" y="2436"/>
                  </a:lnTo>
                  <a:lnTo>
                    <a:pt x="15296" y="2144"/>
                  </a:lnTo>
                  <a:lnTo>
                    <a:pt x="14955" y="1876"/>
                  </a:lnTo>
                  <a:lnTo>
                    <a:pt x="14589" y="1608"/>
                  </a:lnTo>
                  <a:lnTo>
                    <a:pt x="14200" y="1365"/>
                  </a:lnTo>
                  <a:lnTo>
                    <a:pt x="13810" y="1146"/>
                  </a:lnTo>
                  <a:lnTo>
                    <a:pt x="13396" y="926"/>
                  </a:lnTo>
                  <a:lnTo>
                    <a:pt x="12982" y="732"/>
                  </a:lnTo>
                  <a:lnTo>
                    <a:pt x="12568" y="585"/>
                  </a:lnTo>
                  <a:lnTo>
                    <a:pt x="12130" y="439"/>
                  </a:lnTo>
                  <a:lnTo>
                    <a:pt x="11691" y="293"/>
                  </a:lnTo>
                  <a:lnTo>
                    <a:pt x="11228" y="196"/>
                  </a:lnTo>
                  <a:lnTo>
                    <a:pt x="10766" y="123"/>
                  </a:lnTo>
                  <a:lnTo>
                    <a:pt x="10303" y="50"/>
                  </a:lnTo>
                  <a:lnTo>
                    <a:pt x="9840" y="25"/>
                  </a:lnTo>
                  <a:lnTo>
                    <a:pt x="9353" y="1"/>
                  </a:lnTo>
                  <a:lnTo>
                    <a:pt x="935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8"/>
            <p:cNvSpPr/>
            <p:nvPr/>
          </p:nvSpPr>
          <p:spPr>
            <a:xfrm>
              <a:off x="6211975" y="3753150"/>
              <a:ext cx="19525" cy="18900"/>
            </a:xfrm>
            <a:custGeom>
              <a:rect b="b" l="l" r="r" t="t"/>
              <a:pathLst>
                <a:path extrusionOk="0" fill="none" h="756" w="781">
                  <a:moveTo>
                    <a:pt x="585" y="0"/>
                  </a:moveTo>
                  <a:lnTo>
                    <a:pt x="585" y="0"/>
                  </a:lnTo>
                  <a:lnTo>
                    <a:pt x="658" y="24"/>
                  </a:lnTo>
                  <a:lnTo>
                    <a:pt x="707" y="49"/>
                  </a:lnTo>
                  <a:lnTo>
                    <a:pt x="756" y="122"/>
                  </a:lnTo>
                  <a:lnTo>
                    <a:pt x="780" y="195"/>
                  </a:lnTo>
                  <a:lnTo>
                    <a:pt x="780" y="195"/>
                  </a:lnTo>
                  <a:lnTo>
                    <a:pt x="756" y="268"/>
                  </a:lnTo>
                  <a:lnTo>
                    <a:pt x="707" y="390"/>
                  </a:lnTo>
                  <a:lnTo>
                    <a:pt x="658" y="487"/>
                  </a:lnTo>
                  <a:lnTo>
                    <a:pt x="585" y="560"/>
                  </a:lnTo>
                  <a:lnTo>
                    <a:pt x="585" y="560"/>
                  </a:lnTo>
                  <a:lnTo>
                    <a:pt x="488" y="633"/>
                  </a:lnTo>
                  <a:lnTo>
                    <a:pt x="390" y="706"/>
                  </a:lnTo>
                  <a:lnTo>
                    <a:pt x="293" y="755"/>
                  </a:lnTo>
                  <a:lnTo>
                    <a:pt x="196" y="755"/>
                  </a:lnTo>
                  <a:lnTo>
                    <a:pt x="196" y="755"/>
                  </a:lnTo>
                  <a:lnTo>
                    <a:pt x="122" y="755"/>
                  </a:lnTo>
                  <a:lnTo>
                    <a:pt x="74" y="706"/>
                  </a:lnTo>
                  <a:lnTo>
                    <a:pt x="25" y="633"/>
                  </a:lnTo>
                  <a:lnTo>
                    <a:pt x="1" y="560"/>
                  </a:lnTo>
                  <a:lnTo>
                    <a:pt x="1" y="560"/>
                  </a:lnTo>
                  <a:lnTo>
                    <a:pt x="25" y="487"/>
                  </a:lnTo>
                  <a:lnTo>
                    <a:pt x="74" y="390"/>
                  </a:lnTo>
                  <a:lnTo>
                    <a:pt x="122" y="268"/>
                  </a:lnTo>
                  <a:lnTo>
                    <a:pt x="196" y="195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585" y="0"/>
                  </a:lnTo>
                  <a:lnTo>
                    <a:pt x="585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8"/>
            <p:cNvSpPr/>
            <p:nvPr/>
          </p:nvSpPr>
          <p:spPr>
            <a:xfrm>
              <a:off x="5943475" y="3695900"/>
              <a:ext cx="177800" cy="351350"/>
            </a:xfrm>
            <a:custGeom>
              <a:rect b="b" l="l" r="r" t="t"/>
              <a:pathLst>
                <a:path extrusionOk="0" fill="none" h="14054" w="7112">
                  <a:moveTo>
                    <a:pt x="2582" y="780"/>
                  </a:moveTo>
                  <a:lnTo>
                    <a:pt x="2582" y="780"/>
                  </a:lnTo>
                  <a:lnTo>
                    <a:pt x="2752" y="780"/>
                  </a:lnTo>
                  <a:lnTo>
                    <a:pt x="2752" y="780"/>
                  </a:lnTo>
                  <a:lnTo>
                    <a:pt x="2996" y="780"/>
                  </a:lnTo>
                  <a:lnTo>
                    <a:pt x="3215" y="829"/>
                  </a:lnTo>
                  <a:lnTo>
                    <a:pt x="3386" y="878"/>
                  </a:lnTo>
                  <a:lnTo>
                    <a:pt x="3507" y="951"/>
                  </a:lnTo>
                  <a:lnTo>
                    <a:pt x="3507" y="951"/>
                  </a:lnTo>
                  <a:lnTo>
                    <a:pt x="3605" y="1024"/>
                  </a:lnTo>
                  <a:lnTo>
                    <a:pt x="3702" y="1048"/>
                  </a:lnTo>
                  <a:lnTo>
                    <a:pt x="3800" y="1024"/>
                  </a:lnTo>
                  <a:lnTo>
                    <a:pt x="3897" y="951"/>
                  </a:lnTo>
                  <a:lnTo>
                    <a:pt x="3897" y="951"/>
                  </a:lnTo>
                  <a:lnTo>
                    <a:pt x="3970" y="878"/>
                  </a:lnTo>
                  <a:lnTo>
                    <a:pt x="4092" y="829"/>
                  </a:lnTo>
                  <a:lnTo>
                    <a:pt x="4189" y="780"/>
                  </a:lnTo>
                  <a:lnTo>
                    <a:pt x="4262" y="780"/>
                  </a:lnTo>
                  <a:lnTo>
                    <a:pt x="4262" y="780"/>
                  </a:lnTo>
                  <a:lnTo>
                    <a:pt x="4384" y="731"/>
                  </a:lnTo>
                  <a:lnTo>
                    <a:pt x="4506" y="658"/>
                  </a:lnTo>
                  <a:lnTo>
                    <a:pt x="4676" y="537"/>
                  </a:lnTo>
                  <a:lnTo>
                    <a:pt x="4847" y="390"/>
                  </a:lnTo>
                  <a:lnTo>
                    <a:pt x="4847" y="390"/>
                  </a:lnTo>
                  <a:lnTo>
                    <a:pt x="5042" y="244"/>
                  </a:lnTo>
                  <a:lnTo>
                    <a:pt x="5285" y="123"/>
                  </a:lnTo>
                  <a:lnTo>
                    <a:pt x="5529" y="49"/>
                  </a:lnTo>
                  <a:lnTo>
                    <a:pt x="5797" y="1"/>
                  </a:lnTo>
                  <a:lnTo>
                    <a:pt x="5797" y="1"/>
                  </a:lnTo>
                  <a:lnTo>
                    <a:pt x="5894" y="25"/>
                  </a:lnTo>
                  <a:lnTo>
                    <a:pt x="5992" y="49"/>
                  </a:lnTo>
                  <a:lnTo>
                    <a:pt x="6040" y="74"/>
                  </a:lnTo>
                  <a:lnTo>
                    <a:pt x="6089" y="123"/>
                  </a:lnTo>
                  <a:lnTo>
                    <a:pt x="6089" y="171"/>
                  </a:lnTo>
                  <a:lnTo>
                    <a:pt x="6089" y="244"/>
                  </a:lnTo>
                  <a:lnTo>
                    <a:pt x="6040" y="317"/>
                  </a:lnTo>
                  <a:lnTo>
                    <a:pt x="5992" y="390"/>
                  </a:lnTo>
                  <a:lnTo>
                    <a:pt x="5992" y="390"/>
                  </a:lnTo>
                  <a:lnTo>
                    <a:pt x="5845" y="561"/>
                  </a:lnTo>
                  <a:lnTo>
                    <a:pt x="5772" y="707"/>
                  </a:lnTo>
                  <a:lnTo>
                    <a:pt x="5748" y="853"/>
                  </a:lnTo>
                  <a:lnTo>
                    <a:pt x="5772" y="926"/>
                  </a:lnTo>
                  <a:lnTo>
                    <a:pt x="5797" y="951"/>
                  </a:lnTo>
                  <a:lnTo>
                    <a:pt x="5797" y="951"/>
                  </a:lnTo>
                  <a:lnTo>
                    <a:pt x="5870" y="1048"/>
                  </a:lnTo>
                  <a:lnTo>
                    <a:pt x="5918" y="1145"/>
                  </a:lnTo>
                  <a:lnTo>
                    <a:pt x="5967" y="1243"/>
                  </a:lnTo>
                  <a:lnTo>
                    <a:pt x="5992" y="1340"/>
                  </a:lnTo>
                  <a:lnTo>
                    <a:pt x="5992" y="1340"/>
                  </a:lnTo>
                  <a:lnTo>
                    <a:pt x="5967" y="1438"/>
                  </a:lnTo>
                  <a:lnTo>
                    <a:pt x="5918" y="1535"/>
                  </a:lnTo>
                  <a:lnTo>
                    <a:pt x="5870" y="1633"/>
                  </a:lnTo>
                  <a:lnTo>
                    <a:pt x="5797" y="1730"/>
                  </a:lnTo>
                  <a:lnTo>
                    <a:pt x="5797" y="1730"/>
                  </a:lnTo>
                  <a:lnTo>
                    <a:pt x="5748" y="1754"/>
                  </a:lnTo>
                  <a:lnTo>
                    <a:pt x="5699" y="1754"/>
                  </a:lnTo>
                  <a:lnTo>
                    <a:pt x="5553" y="1754"/>
                  </a:lnTo>
                  <a:lnTo>
                    <a:pt x="5383" y="1657"/>
                  </a:lnTo>
                  <a:lnTo>
                    <a:pt x="5212" y="1535"/>
                  </a:lnTo>
                  <a:lnTo>
                    <a:pt x="5212" y="1535"/>
                  </a:lnTo>
                  <a:lnTo>
                    <a:pt x="5066" y="1389"/>
                  </a:lnTo>
                  <a:lnTo>
                    <a:pt x="4896" y="1316"/>
                  </a:lnTo>
                  <a:lnTo>
                    <a:pt x="4749" y="1292"/>
                  </a:lnTo>
                  <a:lnTo>
                    <a:pt x="4701" y="1316"/>
                  </a:lnTo>
                  <a:lnTo>
                    <a:pt x="4652" y="1340"/>
                  </a:lnTo>
                  <a:lnTo>
                    <a:pt x="4652" y="1340"/>
                  </a:lnTo>
                  <a:lnTo>
                    <a:pt x="4555" y="1413"/>
                  </a:lnTo>
                  <a:lnTo>
                    <a:pt x="4457" y="1486"/>
                  </a:lnTo>
                  <a:lnTo>
                    <a:pt x="4360" y="1511"/>
                  </a:lnTo>
                  <a:lnTo>
                    <a:pt x="4262" y="1535"/>
                  </a:lnTo>
                  <a:lnTo>
                    <a:pt x="4262" y="1535"/>
                  </a:lnTo>
                  <a:lnTo>
                    <a:pt x="4116" y="1559"/>
                  </a:lnTo>
                  <a:lnTo>
                    <a:pt x="4043" y="1584"/>
                  </a:lnTo>
                  <a:lnTo>
                    <a:pt x="3994" y="1633"/>
                  </a:lnTo>
                  <a:lnTo>
                    <a:pt x="3994" y="1633"/>
                  </a:lnTo>
                  <a:lnTo>
                    <a:pt x="3946" y="1657"/>
                  </a:lnTo>
                  <a:lnTo>
                    <a:pt x="3873" y="1681"/>
                  </a:lnTo>
                  <a:lnTo>
                    <a:pt x="3702" y="1730"/>
                  </a:lnTo>
                  <a:lnTo>
                    <a:pt x="3702" y="1730"/>
                  </a:lnTo>
                  <a:lnTo>
                    <a:pt x="3605" y="1730"/>
                  </a:lnTo>
                  <a:lnTo>
                    <a:pt x="3507" y="1779"/>
                  </a:lnTo>
                  <a:lnTo>
                    <a:pt x="3410" y="1827"/>
                  </a:lnTo>
                  <a:lnTo>
                    <a:pt x="3312" y="1900"/>
                  </a:lnTo>
                  <a:lnTo>
                    <a:pt x="3312" y="1900"/>
                  </a:lnTo>
                  <a:lnTo>
                    <a:pt x="3288" y="1949"/>
                  </a:lnTo>
                  <a:lnTo>
                    <a:pt x="3288" y="2022"/>
                  </a:lnTo>
                  <a:lnTo>
                    <a:pt x="3288" y="2144"/>
                  </a:lnTo>
                  <a:lnTo>
                    <a:pt x="3386" y="2314"/>
                  </a:lnTo>
                  <a:lnTo>
                    <a:pt x="3507" y="2485"/>
                  </a:lnTo>
                  <a:lnTo>
                    <a:pt x="3507" y="2485"/>
                  </a:lnTo>
                  <a:lnTo>
                    <a:pt x="3605" y="2558"/>
                  </a:lnTo>
                  <a:lnTo>
                    <a:pt x="3702" y="2582"/>
                  </a:lnTo>
                  <a:lnTo>
                    <a:pt x="3800" y="2607"/>
                  </a:lnTo>
                  <a:lnTo>
                    <a:pt x="3921" y="2607"/>
                  </a:lnTo>
                  <a:lnTo>
                    <a:pt x="4043" y="2582"/>
                  </a:lnTo>
                  <a:lnTo>
                    <a:pt x="4141" y="2534"/>
                  </a:lnTo>
                  <a:lnTo>
                    <a:pt x="4262" y="2461"/>
                  </a:lnTo>
                  <a:lnTo>
                    <a:pt x="4360" y="2388"/>
                  </a:lnTo>
                  <a:lnTo>
                    <a:pt x="4360" y="2388"/>
                  </a:lnTo>
                  <a:lnTo>
                    <a:pt x="4555" y="2193"/>
                  </a:lnTo>
                  <a:lnTo>
                    <a:pt x="4749" y="2047"/>
                  </a:lnTo>
                  <a:lnTo>
                    <a:pt x="4920" y="1949"/>
                  </a:lnTo>
                  <a:lnTo>
                    <a:pt x="5042" y="1900"/>
                  </a:lnTo>
                  <a:lnTo>
                    <a:pt x="5042" y="1900"/>
                  </a:lnTo>
                  <a:lnTo>
                    <a:pt x="5115" y="1925"/>
                  </a:lnTo>
                  <a:lnTo>
                    <a:pt x="5163" y="1974"/>
                  </a:lnTo>
                  <a:lnTo>
                    <a:pt x="5212" y="2022"/>
                  </a:lnTo>
                  <a:lnTo>
                    <a:pt x="5212" y="2095"/>
                  </a:lnTo>
                  <a:lnTo>
                    <a:pt x="5212" y="2095"/>
                  </a:lnTo>
                  <a:lnTo>
                    <a:pt x="5236" y="2168"/>
                  </a:lnTo>
                  <a:lnTo>
                    <a:pt x="5285" y="2241"/>
                  </a:lnTo>
                  <a:lnTo>
                    <a:pt x="5334" y="2266"/>
                  </a:lnTo>
                  <a:lnTo>
                    <a:pt x="5407" y="2290"/>
                  </a:lnTo>
                  <a:lnTo>
                    <a:pt x="5407" y="2290"/>
                  </a:lnTo>
                  <a:lnTo>
                    <a:pt x="5504" y="2314"/>
                  </a:lnTo>
                  <a:lnTo>
                    <a:pt x="5602" y="2339"/>
                  </a:lnTo>
                  <a:lnTo>
                    <a:pt x="5699" y="2412"/>
                  </a:lnTo>
                  <a:lnTo>
                    <a:pt x="5797" y="2485"/>
                  </a:lnTo>
                  <a:lnTo>
                    <a:pt x="5797" y="2485"/>
                  </a:lnTo>
                  <a:lnTo>
                    <a:pt x="5845" y="2558"/>
                  </a:lnTo>
                  <a:lnTo>
                    <a:pt x="5870" y="2680"/>
                  </a:lnTo>
                  <a:lnTo>
                    <a:pt x="5845" y="2777"/>
                  </a:lnTo>
                  <a:lnTo>
                    <a:pt x="5797" y="2850"/>
                  </a:lnTo>
                  <a:lnTo>
                    <a:pt x="5797" y="2850"/>
                  </a:lnTo>
                  <a:lnTo>
                    <a:pt x="5699" y="2923"/>
                  </a:lnTo>
                  <a:lnTo>
                    <a:pt x="5602" y="2996"/>
                  </a:lnTo>
                  <a:lnTo>
                    <a:pt x="5504" y="3045"/>
                  </a:lnTo>
                  <a:lnTo>
                    <a:pt x="5407" y="3045"/>
                  </a:lnTo>
                  <a:lnTo>
                    <a:pt x="5407" y="3045"/>
                  </a:lnTo>
                  <a:lnTo>
                    <a:pt x="5310" y="3069"/>
                  </a:lnTo>
                  <a:lnTo>
                    <a:pt x="5163" y="3167"/>
                  </a:lnTo>
                  <a:lnTo>
                    <a:pt x="4993" y="3289"/>
                  </a:lnTo>
                  <a:lnTo>
                    <a:pt x="4847" y="3435"/>
                  </a:lnTo>
                  <a:lnTo>
                    <a:pt x="4847" y="3435"/>
                  </a:lnTo>
                  <a:lnTo>
                    <a:pt x="4676" y="3581"/>
                  </a:lnTo>
                  <a:lnTo>
                    <a:pt x="4506" y="3703"/>
                  </a:lnTo>
                  <a:lnTo>
                    <a:pt x="4384" y="3776"/>
                  </a:lnTo>
                  <a:lnTo>
                    <a:pt x="4262" y="3800"/>
                  </a:lnTo>
                  <a:lnTo>
                    <a:pt x="4262" y="3800"/>
                  </a:lnTo>
                  <a:lnTo>
                    <a:pt x="4141" y="3849"/>
                  </a:lnTo>
                  <a:lnTo>
                    <a:pt x="3970" y="3971"/>
                  </a:lnTo>
                  <a:lnTo>
                    <a:pt x="3726" y="4165"/>
                  </a:lnTo>
                  <a:lnTo>
                    <a:pt x="3483" y="4409"/>
                  </a:lnTo>
                  <a:lnTo>
                    <a:pt x="3142" y="4750"/>
                  </a:lnTo>
                  <a:lnTo>
                    <a:pt x="3142" y="4750"/>
                  </a:lnTo>
                  <a:lnTo>
                    <a:pt x="3020" y="4847"/>
                  </a:lnTo>
                  <a:lnTo>
                    <a:pt x="2874" y="4969"/>
                  </a:lnTo>
                  <a:lnTo>
                    <a:pt x="2557" y="5164"/>
                  </a:lnTo>
                  <a:lnTo>
                    <a:pt x="2265" y="5286"/>
                  </a:lnTo>
                  <a:lnTo>
                    <a:pt x="2119" y="5310"/>
                  </a:lnTo>
                  <a:lnTo>
                    <a:pt x="1997" y="5335"/>
                  </a:lnTo>
                  <a:lnTo>
                    <a:pt x="1997" y="5335"/>
                  </a:lnTo>
                  <a:lnTo>
                    <a:pt x="1754" y="5335"/>
                  </a:lnTo>
                  <a:lnTo>
                    <a:pt x="1535" y="5383"/>
                  </a:lnTo>
                  <a:lnTo>
                    <a:pt x="1364" y="5456"/>
                  </a:lnTo>
                  <a:lnTo>
                    <a:pt x="1242" y="5529"/>
                  </a:lnTo>
                  <a:lnTo>
                    <a:pt x="1242" y="5529"/>
                  </a:lnTo>
                  <a:lnTo>
                    <a:pt x="1169" y="5602"/>
                  </a:lnTo>
                  <a:lnTo>
                    <a:pt x="1096" y="5700"/>
                  </a:lnTo>
                  <a:lnTo>
                    <a:pt x="1047" y="5797"/>
                  </a:lnTo>
                  <a:lnTo>
                    <a:pt x="1047" y="5895"/>
                  </a:lnTo>
                  <a:lnTo>
                    <a:pt x="1047" y="5895"/>
                  </a:lnTo>
                  <a:lnTo>
                    <a:pt x="1047" y="5992"/>
                  </a:lnTo>
                  <a:lnTo>
                    <a:pt x="1096" y="6090"/>
                  </a:lnTo>
                  <a:lnTo>
                    <a:pt x="1169" y="6187"/>
                  </a:lnTo>
                  <a:lnTo>
                    <a:pt x="1242" y="6284"/>
                  </a:lnTo>
                  <a:lnTo>
                    <a:pt x="1242" y="6284"/>
                  </a:lnTo>
                  <a:lnTo>
                    <a:pt x="1315" y="6357"/>
                  </a:lnTo>
                  <a:lnTo>
                    <a:pt x="1413" y="6406"/>
                  </a:lnTo>
                  <a:lnTo>
                    <a:pt x="1535" y="6455"/>
                  </a:lnTo>
                  <a:lnTo>
                    <a:pt x="1608" y="6455"/>
                  </a:lnTo>
                  <a:lnTo>
                    <a:pt x="1608" y="6455"/>
                  </a:lnTo>
                  <a:lnTo>
                    <a:pt x="1729" y="6504"/>
                  </a:lnTo>
                  <a:lnTo>
                    <a:pt x="1876" y="6601"/>
                  </a:lnTo>
                  <a:lnTo>
                    <a:pt x="2070" y="6747"/>
                  </a:lnTo>
                  <a:lnTo>
                    <a:pt x="2290" y="6942"/>
                  </a:lnTo>
                  <a:lnTo>
                    <a:pt x="2290" y="6942"/>
                  </a:lnTo>
                  <a:lnTo>
                    <a:pt x="2484" y="7137"/>
                  </a:lnTo>
                  <a:lnTo>
                    <a:pt x="2679" y="7283"/>
                  </a:lnTo>
                  <a:lnTo>
                    <a:pt x="2825" y="7380"/>
                  </a:lnTo>
                  <a:lnTo>
                    <a:pt x="2947" y="7405"/>
                  </a:lnTo>
                  <a:lnTo>
                    <a:pt x="2947" y="7405"/>
                  </a:lnTo>
                  <a:lnTo>
                    <a:pt x="3093" y="7380"/>
                  </a:lnTo>
                  <a:lnTo>
                    <a:pt x="3166" y="7356"/>
                  </a:lnTo>
                  <a:lnTo>
                    <a:pt x="3239" y="7332"/>
                  </a:lnTo>
                  <a:lnTo>
                    <a:pt x="3239" y="7332"/>
                  </a:lnTo>
                  <a:lnTo>
                    <a:pt x="3288" y="7283"/>
                  </a:lnTo>
                  <a:lnTo>
                    <a:pt x="3410" y="7259"/>
                  </a:lnTo>
                  <a:lnTo>
                    <a:pt x="3556" y="7234"/>
                  </a:lnTo>
                  <a:lnTo>
                    <a:pt x="3702" y="7234"/>
                  </a:lnTo>
                  <a:lnTo>
                    <a:pt x="3702" y="7234"/>
                  </a:lnTo>
                  <a:lnTo>
                    <a:pt x="3873" y="7234"/>
                  </a:lnTo>
                  <a:lnTo>
                    <a:pt x="4019" y="7283"/>
                  </a:lnTo>
                  <a:lnTo>
                    <a:pt x="4165" y="7332"/>
                  </a:lnTo>
                  <a:lnTo>
                    <a:pt x="4262" y="7429"/>
                  </a:lnTo>
                  <a:lnTo>
                    <a:pt x="4262" y="7429"/>
                  </a:lnTo>
                  <a:lnTo>
                    <a:pt x="4360" y="7502"/>
                  </a:lnTo>
                  <a:lnTo>
                    <a:pt x="4457" y="7551"/>
                  </a:lnTo>
                  <a:lnTo>
                    <a:pt x="4555" y="7600"/>
                  </a:lnTo>
                  <a:lnTo>
                    <a:pt x="4652" y="7600"/>
                  </a:lnTo>
                  <a:lnTo>
                    <a:pt x="4652" y="7600"/>
                  </a:lnTo>
                  <a:lnTo>
                    <a:pt x="4749" y="7648"/>
                  </a:lnTo>
                  <a:lnTo>
                    <a:pt x="4896" y="7721"/>
                  </a:lnTo>
                  <a:lnTo>
                    <a:pt x="5066" y="7843"/>
                  </a:lnTo>
                  <a:lnTo>
                    <a:pt x="5212" y="7989"/>
                  </a:lnTo>
                  <a:lnTo>
                    <a:pt x="5212" y="7989"/>
                  </a:lnTo>
                  <a:lnTo>
                    <a:pt x="5383" y="8135"/>
                  </a:lnTo>
                  <a:lnTo>
                    <a:pt x="5553" y="8257"/>
                  </a:lnTo>
                  <a:lnTo>
                    <a:pt x="5699" y="8330"/>
                  </a:lnTo>
                  <a:lnTo>
                    <a:pt x="5797" y="8355"/>
                  </a:lnTo>
                  <a:lnTo>
                    <a:pt x="5797" y="8355"/>
                  </a:lnTo>
                  <a:lnTo>
                    <a:pt x="5870" y="8379"/>
                  </a:lnTo>
                  <a:lnTo>
                    <a:pt x="5992" y="8428"/>
                  </a:lnTo>
                  <a:lnTo>
                    <a:pt x="6089" y="8476"/>
                  </a:lnTo>
                  <a:lnTo>
                    <a:pt x="6162" y="8549"/>
                  </a:lnTo>
                  <a:lnTo>
                    <a:pt x="6162" y="8549"/>
                  </a:lnTo>
                  <a:lnTo>
                    <a:pt x="6259" y="8622"/>
                  </a:lnTo>
                  <a:lnTo>
                    <a:pt x="6357" y="8695"/>
                  </a:lnTo>
                  <a:lnTo>
                    <a:pt x="6454" y="8720"/>
                  </a:lnTo>
                  <a:lnTo>
                    <a:pt x="6552" y="8744"/>
                  </a:lnTo>
                  <a:lnTo>
                    <a:pt x="6552" y="8744"/>
                  </a:lnTo>
                  <a:lnTo>
                    <a:pt x="6649" y="8769"/>
                  </a:lnTo>
                  <a:lnTo>
                    <a:pt x="6747" y="8793"/>
                  </a:lnTo>
                  <a:lnTo>
                    <a:pt x="6844" y="8866"/>
                  </a:lnTo>
                  <a:lnTo>
                    <a:pt x="6941" y="8939"/>
                  </a:lnTo>
                  <a:lnTo>
                    <a:pt x="6941" y="8939"/>
                  </a:lnTo>
                  <a:lnTo>
                    <a:pt x="7014" y="9036"/>
                  </a:lnTo>
                  <a:lnTo>
                    <a:pt x="7063" y="9134"/>
                  </a:lnTo>
                  <a:lnTo>
                    <a:pt x="7112" y="9231"/>
                  </a:lnTo>
                  <a:lnTo>
                    <a:pt x="7112" y="9304"/>
                  </a:lnTo>
                  <a:lnTo>
                    <a:pt x="7112" y="9304"/>
                  </a:lnTo>
                  <a:lnTo>
                    <a:pt x="7112" y="9402"/>
                  </a:lnTo>
                  <a:lnTo>
                    <a:pt x="7063" y="9499"/>
                  </a:lnTo>
                  <a:lnTo>
                    <a:pt x="7014" y="9597"/>
                  </a:lnTo>
                  <a:lnTo>
                    <a:pt x="6941" y="9694"/>
                  </a:lnTo>
                  <a:lnTo>
                    <a:pt x="6941" y="9694"/>
                  </a:lnTo>
                  <a:lnTo>
                    <a:pt x="6868" y="9791"/>
                  </a:lnTo>
                  <a:lnTo>
                    <a:pt x="6795" y="9889"/>
                  </a:lnTo>
                  <a:lnTo>
                    <a:pt x="6747" y="9986"/>
                  </a:lnTo>
                  <a:lnTo>
                    <a:pt x="6747" y="10084"/>
                  </a:lnTo>
                  <a:lnTo>
                    <a:pt x="6747" y="10084"/>
                  </a:lnTo>
                  <a:lnTo>
                    <a:pt x="6722" y="10181"/>
                  </a:lnTo>
                  <a:lnTo>
                    <a:pt x="6625" y="10327"/>
                  </a:lnTo>
                  <a:lnTo>
                    <a:pt x="6503" y="10473"/>
                  </a:lnTo>
                  <a:lnTo>
                    <a:pt x="6357" y="10644"/>
                  </a:lnTo>
                  <a:lnTo>
                    <a:pt x="6357" y="10644"/>
                  </a:lnTo>
                  <a:lnTo>
                    <a:pt x="6211" y="10814"/>
                  </a:lnTo>
                  <a:lnTo>
                    <a:pt x="6089" y="10961"/>
                  </a:lnTo>
                  <a:lnTo>
                    <a:pt x="6016" y="11107"/>
                  </a:lnTo>
                  <a:lnTo>
                    <a:pt x="5992" y="11204"/>
                  </a:lnTo>
                  <a:lnTo>
                    <a:pt x="5992" y="11204"/>
                  </a:lnTo>
                  <a:lnTo>
                    <a:pt x="5943" y="11326"/>
                  </a:lnTo>
                  <a:lnTo>
                    <a:pt x="5870" y="11472"/>
                  </a:lnTo>
                  <a:lnTo>
                    <a:pt x="5748" y="11618"/>
                  </a:lnTo>
                  <a:lnTo>
                    <a:pt x="5602" y="11789"/>
                  </a:lnTo>
                  <a:lnTo>
                    <a:pt x="5602" y="11789"/>
                  </a:lnTo>
                  <a:lnTo>
                    <a:pt x="5456" y="11935"/>
                  </a:lnTo>
                  <a:lnTo>
                    <a:pt x="5334" y="12105"/>
                  </a:lnTo>
                  <a:lnTo>
                    <a:pt x="5261" y="12251"/>
                  </a:lnTo>
                  <a:lnTo>
                    <a:pt x="5212" y="12349"/>
                  </a:lnTo>
                  <a:lnTo>
                    <a:pt x="5212" y="12349"/>
                  </a:lnTo>
                  <a:lnTo>
                    <a:pt x="5188" y="12446"/>
                  </a:lnTo>
                  <a:lnTo>
                    <a:pt x="5139" y="12568"/>
                  </a:lnTo>
                  <a:lnTo>
                    <a:pt x="5042" y="12714"/>
                  </a:lnTo>
                  <a:lnTo>
                    <a:pt x="4944" y="12836"/>
                  </a:lnTo>
                  <a:lnTo>
                    <a:pt x="4944" y="12836"/>
                  </a:lnTo>
                  <a:lnTo>
                    <a:pt x="4822" y="12958"/>
                  </a:lnTo>
                  <a:lnTo>
                    <a:pt x="4725" y="13079"/>
                  </a:lnTo>
                  <a:lnTo>
                    <a:pt x="4676" y="13201"/>
                  </a:lnTo>
                  <a:lnTo>
                    <a:pt x="4652" y="13299"/>
                  </a:lnTo>
                  <a:lnTo>
                    <a:pt x="4652" y="13299"/>
                  </a:lnTo>
                  <a:lnTo>
                    <a:pt x="4676" y="13469"/>
                  </a:lnTo>
                  <a:lnTo>
                    <a:pt x="4701" y="13542"/>
                  </a:lnTo>
                  <a:lnTo>
                    <a:pt x="4749" y="13591"/>
                  </a:lnTo>
                  <a:lnTo>
                    <a:pt x="4749" y="13591"/>
                  </a:lnTo>
                  <a:lnTo>
                    <a:pt x="4774" y="13640"/>
                  </a:lnTo>
                  <a:lnTo>
                    <a:pt x="4822" y="13713"/>
                  </a:lnTo>
                  <a:lnTo>
                    <a:pt x="4847" y="13883"/>
                  </a:lnTo>
                  <a:lnTo>
                    <a:pt x="4847" y="13883"/>
                  </a:lnTo>
                  <a:lnTo>
                    <a:pt x="4822" y="13956"/>
                  </a:lnTo>
                  <a:lnTo>
                    <a:pt x="4774" y="14005"/>
                  </a:lnTo>
                  <a:lnTo>
                    <a:pt x="4725" y="14054"/>
                  </a:lnTo>
                  <a:lnTo>
                    <a:pt x="4652" y="14054"/>
                  </a:lnTo>
                  <a:lnTo>
                    <a:pt x="4652" y="14054"/>
                  </a:lnTo>
                  <a:lnTo>
                    <a:pt x="4555" y="14054"/>
                  </a:lnTo>
                  <a:lnTo>
                    <a:pt x="4457" y="14005"/>
                  </a:lnTo>
                  <a:lnTo>
                    <a:pt x="4360" y="13956"/>
                  </a:lnTo>
                  <a:lnTo>
                    <a:pt x="4262" y="13883"/>
                  </a:lnTo>
                  <a:lnTo>
                    <a:pt x="4262" y="13883"/>
                  </a:lnTo>
                  <a:lnTo>
                    <a:pt x="4189" y="13761"/>
                  </a:lnTo>
                  <a:lnTo>
                    <a:pt x="4141" y="13615"/>
                  </a:lnTo>
                  <a:lnTo>
                    <a:pt x="4092" y="13469"/>
                  </a:lnTo>
                  <a:lnTo>
                    <a:pt x="4092" y="13299"/>
                  </a:lnTo>
                  <a:lnTo>
                    <a:pt x="4092" y="13299"/>
                  </a:lnTo>
                  <a:lnTo>
                    <a:pt x="4067" y="13152"/>
                  </a:lnTo>
                  <a:lnTo>
                    <a:pt x="4019" y="12982"/>
                  </a:lnTo>
                  <a:lnTo>
                    <a:pt x="3970" y="12836"/>
                  </a:lnTo>
                  <a:lnTo>
                    <a:pt x="3897" y="12738"/>
                  </a:lnTo>
                  <a:lnTo>
                    <a:pt x="3897" y="12738"/>
                  </a:lnTo>
                  <a:lnTo>
                    <a:pt x="3848" y="12690"/>
                  </a:lnTo>
                  <a:lnTo>
                    <a:pt x="3824" y="12592"/>
                  </a:lnTo>
                  <a:lnTo>
                    <a:pt x="3751" y="12349"/>
                  </a:lnTo>
                  <a:lnTo>
                    <a:pt x="3726" y="12056"/>
                  </a:lnTo>
                  <a:lnTo>
                    <a:pt x="3702" y="11716"/>
                  </a:lnTo>
                  <a:lnTo>
                    <a:pt x="3702" y="11472"/>
                  </a:lnTo>
                  <a:lnTo>
                    <a:pt x="3702" y="11472"/>
                  </a:lnTo>
                  <a:lnTo>
                    <a:pt x="3702" y="11301"/>
                  </a:lnTo>
                  <a:lnTo>
                    <a:pt x="3653" y="11107"/>
                  </a:lnTo>
                  <a:lnTo>
                    <a:pt x="3629" y="10936"/>
                  </a:lnTo>
                  <a:lnTo>
                    <a:pt x="3556" y="10741"/>
                  </a:lnTo>
                  <a:lnTo>
                    <a:pt x="3483" y="10571"/>
                  </a:lnTo>
                  <a:lnTo>
                    <a:pt x="3410" y="10425"/>
                  </a:lnTo>
                  <a:lnTo>
                    <a:pt x="3312" y="10279"/>
                  </a:lnTo>
                  <a:lnTo>
                    <a:pt x="3239" y="10181"/>
                  </a:lnTo>
                  <a:lnTo>
                    <a:pt x="3239" y="10181"/>
                  </a:lnTo>
                  <a:lnTo>
                    <a:pt x="3045" y="9962"/>
                  </a:lnTo>
                  <a:lnTo>
                    <a:pt x="2898" y="9767"/>
                  </a:lnTo>
                  <a:lnTo>
                    <a:pt x="2801" y="9621"/>
                  </a:lnTo>
                  <a:lnTo>
                    <a:pt x="2752" y="9499"/>
                  </a:lnTo>
                  <a:lnTo>
                    <a:pt x="2752" y="9499"/>
                  </a:lnTo>
                  <a:lnTo>
                    <a:pt x="2728" y="9353"/>
                  </a:lnTo>
                  <a:lnTo>
                    <a:pt x="2704" y="9280"/>
                  </a:lnTo>
                  <a:lnTo>
                    <a:pt x="2655" y="9231"/>
                  </a:lnTo>
                  <a:lnTo>
                    <a:pt x="2655" y="9231"/>
                  </a:lnTo>
                  <a:lnTo>
                    <a:pt x="2631" y="9158"/>
                  </a:lnTo>
                  <a:lnTo>
                    <a:pt x="2582" y="9036"/>
                  </a:lnTo>
                  <a:lnTo>
                    <a:pt x="2582" y="8890"/>
                  </a:lnTo>
                  <a:lnTo>
                    <a:pt x="2557" y="8744"/>
                  </a:lnTo>
                  <a:lnTo>
                    <a:pt x="2557" y="8744"/>
                  </a:lnTo>
                  <a:lnTo>
                    <a:pt x="2582" y="8598"/>
                  </a:lnTo>
                  <a:lnTo>
                    <a:pt x="2582" y="8452"/>
                  </a:lnTo>
                  <a:lnTo>
                    <a:pt x="2631" y="8330"/>
                  </a:lnTo>
                  <a:lnTo>
                    <a:pt x="2655" y="8281"/>
                  </a:lnTo>
                  <a:lnTo>
                    <a:pt x="2655" y="8281"/>
                  </a:lnTo>
                  <a:lnTo>
                    <a:pt x="2704" y="8208"/>
                  </a:lnTo>
                  <a:lnTo>
                    <a:pt x="2728" y="8160"/>
                  </a:lnTo>
                  <a:lnTo>
                    <a:pt x="2752" y="7989"/>
                  </a:lnTo>
                  <a:lnTo>
                    <a:pt x="2752" y="7989"/>
                  </a:lnTo>
                  <a:lnTo>
                    <a:pt x="2728" y="7819"/>
                  </a:lnTo>
                  <a:lnTo>
                    <a:pt x="2704" y="7746"/>
                  </a:lnTo>
                  <a:lnTo>
                    <a:pt x="2655" y="7697"/>
                  </a:lnTo>
                  <a:lnTo>
                    <a:pt x="2655" y="7697"/>
                  </a:lnTo>
                  <a:lnTo>
                    <a:pt x="2606" y="7673"/>
                  </a:lnTo>
                  <a:lnTo>
                    <a:pt x="2533" y="7624"/>
                  </a:lnTo>
                  <a:lnTo>
                    <a:pt x="2363" y="7600"/>
                  </a:lnTo>
                  <a:lnTo>
                    <a:pt x="2363" y="7600"/>
                  </a:lnTo>
                  <a:lnTo>
                    <a:pt x="2265" y="7575"/>
                  </a:lnTo>
                  <a:lnTo>
                    <a:pt x="2119" y="7502"/>
                  </a:lnTo>
                  <a:lnTo>
                    <a:pt x="1973" y="7380"/>
                  </a:lnTo>
                  <a:lnTo>
                    <a:pt x="1802" y="7234"/>
                  </a:lnTo>
                  <a:lnTo>
                    <a:pt x="1802" y="7234"/>
                  </a:lnTo>
                  <a:lnTo>
                    <a:pt x="1632" y="7088"/>
                  </a:lnTo>
                  <a:lnTo>
                    <a:pt x="1486" y="6966"/>
                  </a:lnTo>
                  <a:lnTo>
                    <a:pt x="1340" y="6869"/>
                  </a:lnTo>
                  <a:lnTo>
                    <a:pt x="1242" y="6845"/>
                  </a:lnTo>
                  <a:lnTo>
                    <a:pt x="1242" y="6845"/>
                  </a:lnTo>
                  <a:lnTo>
                    <a:pt x="1121" y="6796"/>
                  </a:lnTo>
                  <a:lnTo>
                    <a:pt x="926" y="6674"/>
                  </a:lnTo>
                  <a:lnTo>
                    <a:pt x="706" y="6504"/>
                  </a:lnTo>
                  <a:lnTo>
                    <a:pt x="463" y="6284"/>
                  </a:lnTo>
                  <a:lnTo>
                    <a:pt x="463" y="6284"/>
                  </a:lnTo>
                  <a:lnTo>
                    <a:pt x="171" y="5919"/>
                  </a:lnTo>
                  <a:lnTo>
                    <a:pt x="0" y="5700"/>
                  </a:lnTo>
                  <a:lnTo>
                    <a:pt x="0" y="5700"/>
                  </a:lnTo>
                  <a:lnTo>
                    <a:pt x="0" y="572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8"/>
            <p:cNvSpPr/>
            <p:nvPr/>
          </p:nvSpPr>
          <p:spPr>
            <a:xfrm>
              <a:off x="6128575" y="3695900"/>
              <a:ext cx="86475" cy="47525"/>
            </a:xfrm>
            <a:custGeom>
              <a:rect b="b" l="l" r="r" t="t"/>
              <a:pathLst>
                <a:path extrusionOk="0" fill="none" h="1901" w="3459">
                  <a:moveTo>
                    <a:pt x="2022" y="1340"/>
                  </a:moveTo>
                  <a:lnTo>
                    <a:pt x="2022" y="1340"/>
                  </a:lnTo>
                  <a:lnTo>
                    <a:pt x="1924" y="1413"/>
                  </a:lnTo>
                  <a:lnTo>
                    <a:pt x="1827" y="1486"/>
                  </a:lnTo>
                  <a:lnTo>
                    <a:pt x="1729" y="1511"/>
                  </a:lnTo>
                  <a:lnTo>
                    <a:pt x="1632" y="1535"/>
                  </a:lnTo>
                  <a:lnTo>
                    <a:pt x="1632" y="1535"/>
                  </a:lnTo>
                  <a:lnTo>
                    <a:pt x="1559" y="1535"/>
                  </a:lnTo>
                  <a:lnTo>
                    <a:pt x="1461" y="1584"/>
                  </a:lnTo>
                  <a:lnTo>
                    <a:pt x="1340" y="1657"/>
                  </a:lnTo>
                  <a:lnTo>
                    <a:pt x="1267" y="1730"/>
                  </a:lnTo>
                  <a:lnTo>
                    <a:pt x="1267" y="1730"/>
                  </a:lnTo>
                  <a:lnTo>
                    <a:pt x="1169" y="1803"/>
                  </a:lnTo>
                  <a:lnTo>
                    <a:pt x="1072" y="1852"/>
                  </a:lnTo>
                  <a:lnTo>
                    <a:pt x="974" y="1900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79" y="1900"/>
                  </a:lnTo>
                  <a:lnTo>
                    <a:pt x="682" y="1852"/>
                  </a:lnTo>
                  <a:lnTo>
                    <a:pt x="585" y="1803"/>
                  </a:lnTo>
                  <a:lnTo>
                    <a:pt x="512" y="1730"/>
                  </a:lnTo>
                  <a:lnTo>
                    <a:pt x="512" y="1730"/>
                  </a:lnTo>
                  <a:lnTo>
                    <a:pt x="438" y="1633"/>
                  </a:lnTo>
                  <a:lnTo>
                    <a:pt x="414" y="1535"/>
                  </a:lnTo>
                  <a:lnTo>
                    <a:pt x="438" y="1438"/>
                  </a:lnTo>
                  <a:lnTo>
                    <a:pt x="512" y="1340"/>
                  </a:lnTo>
                  <a:lnTo>
                    <a:pt x="512" y="1340"/>
                  </a:lnTo>
                  <a:lnTo>
                    <a:pt x="585" y="1243"/>
                  </a:lnTo>
                  <a:lnTo>
                    <a:pt x="633" y="1145"/>
                  </a:lnTo>
                  <a:lnTo>
                    <a:pt x="682" y="1048"/>
                  </a:lnTo>
                  <a:lnTo>
                    <a:pt x="682" y="951"/>
                  </a:lnTo>
                  <a:lnTo>
                    <a:pt x="682" y="951"/>
                  </a:lnTo>
                  <a:lnTo>
                    <a:pt x="658" y="804"/>
                  </a:lnTo>
                  <a:lnTo>
                    <a:pt x="633" y="731"/>
                  </a:lnTo>
                  <a:lnTo>
                    <a:pt x="585" y="683"/>
                  </a:lnTo>
                  <a:lnTo>
                    <a:pt x="585" y="683"/>
                  </a:lnTo>
                  <a:lnTo>
                    <a:pt x="536" y="634"/>
                  </a:lnTo>
                  <a:lnTo>
                    <a:pt x="463" y="610"/>
                  </a:lnTo>
                  <a:lnTo>
                    <a:pt x="317" y="585"/>
                  </a:lnTo>
                  <a:lnTo>
                    <a:pt x="317" y="585"/>
                  </a:lnTo>
                  <a:lnTo>
                    <a:pt x="146" y="561"/>
                  </a:lnTo>
                  <a:lnTo>
                    <a:pt x="73" y="512"/>
                  </a:lnTo>
                  <a:lnTo>
                    <a:pt x="24" y="488"/>
                  </a:lnTo>
                  <a:lnTo>
                    <a:pt x="24" y="488"/>
                  </a:lnTo>
                  <a:lnTo>
                    <a:pt x="0" y="439"/>
                  </a:lnTo>
                  <a:lnTo>
                    <a:pt x="24" y="366"/>
                  </a:lnTo>
                  <a:lnTo>
                    <a:pt x="49" y="293"/>
                  </a:lnTo>
                  <a:lnTo>
                    <a:pt x="122" y="196"/>
                  </a:lnTo>
                  <a:lnTo>
                    <a:pt x="122" y="196"/>
                  </a:lnTo>
                  <a:lnTo>
                    <a:pt x="171" y="171"/>
                  </a:lnTo>
                  <a:lnTo>
                    <a:pt x="268" y="123"/>
                  </a:lnTo>
                  <a:lnTo>
                    <a:pt x="512" y="74"/>
                  </a:lnTo>
                  <a:lnTo>
                    <a:pt x="804" y="25"/>
                  </a:lnTo>
                  <a:lnTo>
                    <a:pt x="1145" y="1"/>
                  </a:lnTo>
                  <a:lnTo>
                    <a:pt x="2509" y="1"/>
                  </a:lnTo>
                  <a:lnTo>
                    <a:pt x="2509" y="1"/>
                  </a:lnTo>
                  <a:lnTo>
                    <a:pt x="2850" y="25"/>
                  </a:lnTo>
                  <a:lnTo>
                    <a:pt x="3142" y="49"/>
                  </a:lnTo>
                  <a:lnTo>
                    <a:pt x="3337" y="74"/>
                  </a:lnTo>
                  <a:lnTo>
                    <a:pt x="3434" y="98"/>
                  </a:lnTo>
                  <a:lnTo>
                    <a:pt x="3434" y="98"/>
                  </a:lnTo>
                  <a:lnTo>
                    <a:pt x="3458" y="123"/>
                  </a:lnTo>
                  <a:lnTo>
                    <a:pt x="3434" y="171"/>
                  </a:lnTo>
                  <a:lnTo>
                    <a:pt x="3361" y="317"/>
                  </a:lnTo>
                  <a:lnTo>
                    <a:pt x="3239" y="488"/>
                  </a:lnTo>
                  <a:lnTo>
                    <a:pt x="3069" y="683"/>
                  </a:lnTo>
                  <a:lnTo>
                    <a:pt x="3069" y="683"/>
                  </a:lnTo>
                  <a:lnTo>
                    <a:pt x="2874" y="853"/>
                  </a:lnTo>
                  <a:lnTo>
                    <a:pt x="2679" y="999"/>
                  </a:lnTo>
                  <a:lnTo>
                    <a:pt x="2509" y="1121"/>
                  </a:lnTo>
                  <a:lnTo>
                    <a:pt x="2411" y="1145"/>
                  </a:lnTo>
                  <a:lnTo>
                    <a:pt x="2411" y="1145"/>
                  </a:lnTo>
                  <a:lnTo>
                    <a:pt x="2314" y="1170"/>
                  </a:lnTo>
                  <a:lnTo>
                    <a:pt x="2216" y="1194"/>
                  </a:lnTo>
                  <a:lnTo>
                    <a:pt x="2119" y="1267"/>
                  </a:lnTo>
                  <a:lnTo>
                    <a:pt x="2022" y="1340"/>
                  </a:lnTo>
                  <a:lnTo>
                    <a:pt x="2022" y="134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8"/>
            <p:cNvSpPr/>
            <p:nvPr/>
          </p:nvSpPr>
          <p:spPr>
            <a:xfrm>
              <a:off x="6357500" y="3940075"/>
              <a:ext cx="18900" cy="34725"/>
            </a:xfrm>
            <a:custGeom>
              <a:rect b="b" l="l" r="r" t="t"/>
              <a:pathLst>
                <a:path extrusionOk="0" fill="none" h="1389" w="756">
                  <a:moveTo>
                    <a:pt x="585" y="682"/>
                  </a:moveTo>
                  <a:lnTo>
                    <a:pt x="585" y="682"/>
                  </a:lnTo>
                  <a:lnTo>
                    <a:pt x="512" y="779"/>
                  </a:lnTo>
                  <a:lnTo>
                    <a:pt x="439" y="877"/>
                  </a:lnTo>
                  <a:lnTo>
                    <a:pt x="390" y="974"/>
                  </a:lnTo>
                  <a:lnTo>
                    <a:pt x="390" y="1072"/>
                  </a:lnTo>
                  <a:lnTo>
                    <a:pt x="390" y="1072"/>
                  </a:lnTo>
                  <a:lnTo>
                    <a:pt x="366" y="1218"/>
                  </a:lnTo>
                  <a:lnTo>
                    <a:pt x="317" y="1291"/>
                  </a:lnTo>
                  <a:lnTo>
                    <a:pt x="293" y="1364"/>
                  </a:lnTo>
                  <a:lnTo>
                    <a:pt x="293" y="1364"/>
                  </a:lnTo>
                  <a:lnTo>
                    <a:pt x="244" y="1388"/>
                  </a:lnTo>
                  <a:lnTo>
                    <a:pt x="195" y="1388"/>
                  </a:lnTo>
                  <a:lnTo>
                    <a:pt x="147" y="1388"/>
                  </a:lnTo>
                  <a:lnTo>
                    <a:pt x="98" y="1364"/>
                  </a:lnTo>
                  <a:lnTo>
                    <a:pt x="98" y="1364"/>
                  </a:lnTo>
                  <a:lnTo>
                    <a:pt x="74" y="1291"/>
                  </a:lnTo>
                  <a:lnTo>
                    <a:pt x="25" y="1169"/>
                  </a:lnTo>
                  <a:lnTo>
                    <a:pt x="25" y="1023"/>
                  </a:lnTo>
                  <a:lnTo>
                    <a:pt x="1" y="877"/>
                  </a:lnTo>
                  <a:lnTo>
                    <a:pt x="1" y="877"/>
                  </a:lnTo>
                  <a:lnTo>
                    <a:pt x="25" y="706"/>
                  </a:lnTo>
                  <a:lnTo>
                    <a:pt x="98" y="536"/>
                  </a:lnTo>
                  <a:lnTo>
                    <a:pt x="171" y="365"/>
                  </a:lnTo>
                  <a:lnTo>
                    <a:pt x="293" y="219"/>
                  </a:lnTo>
                  <a:lnTo>
                    <a:pt x="293" y="219"/>
                  </a:lnTo>
                  <a:lnTo>
                    <a:pt x="415" y="122"/>
                  </a:lnTo>
                  <a:lnTo>
                    <a:pt x="512" y="49"/>
                  </a:lnTo>
                  <a:lnTo>
                    <a:pt x="609" y="0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707" y="73"/>
                  </a:lnTo>
                  <a:lnTo>
                    <a:pt x="731" y="146"/>
                  </a:lnTo>
                  <a:lnTo>
                    <a:pt x="756" y="317"/>
                  </a:lnTo>
                  <a:lnTo>
                    <a:pt x="756" y="317"/>
                  </a:lnTo>
                  <a:lnTo>
                    <a:pt x="756" y="390"/>
                  </a:lnTo>
                  <a:lnTo>
                    <a:pt x="707" y="487"/>
                  </a:lnTo>
                  <a:lnTo>
                    <a:pt x="658" y="609"/>
                  </a:lnTo>
                  <a:lnTo>
                    <a:pt x="585" y="682"/>
                  </a:lnTo>
                  <a:lnTo>
                    <a:pt x="585" y="68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8"/>
            <p:cNvSpPr/>
            <p:nvPr/>
          </p:nvSpPr>
          <p:spPr>
            <a:xfrm>
              <a:off x="6202850" y="3720875"/>
              <a:ext cx="204000" cy="278875"/>
            </a:xfrm>
            <a:custGeom>
              <a:rect b="b" l="l" r="r" t="t"/>
              <a:pathLst>
                <a:path extrusionOk="0" fill="none" h="11155" w="8160">
                  <a:moveTo>
                    <a:pt x="8159" y="4774"/>
                  </a:moveTo>
                  <a:lnTo>
                    <a:pt x="8159" y="4774"/>
                  </a:lnTo>
                  <a:lnTo>
                    <a:pt x="7599" y="4701"/>
                  </a:lnTo>
                  <a:lnTo>
                    <a:pt x="7283" y="4652"/>
                  </a:lnTo>
                  <a:lnTo>
                    <a:pt x="7136" y="4603"/>
                  </a:lnTo>
                  <a:lnTo>
                    <a:pt x="7136" y="4603"/>
                  </a:lnTo>
                  <a:lnTo>
                    <a:pt x="7088" y="4579"/>
                  </a:lnTo>
                  <a:lnTo>
                    <a:pt x="7015" y="4555"/>
                  </a:lnTo>
                  <a:lnTo>
                    <a:pt x="6844" y="4530"/>
                  </a:lnTo>
                  <a:lnTo>
                    <a:pt x="6844" y="4530"/>
                  </a:lnTo>
                  <a:lnTo>
                    <a:pt x="6747" y="4506"/>
                  </a:lnTo>
                  <a:lnTo>
                    <a:pt x="6649" y="4457"/>
                  </a:lnTo>
                  <a:lnTo>
                    <a:pt x="6552" y="4409"/>
                  </a:lnTo>
                  <a:lnTo>
                    <a:pt x="6454" y="4336"/>
                  </a:lnTo>
                  <a:lnTo>
                    <a:pt x="6454" y="4336"/>
                  </a:lnTo>
                  <a:lnTo>
                    <a:pt x="6381" y="4262"/>
                  </a:lnTo>
                  <a:lnTo>
                    <a:pt x="6308" y="4214"/>
                  </a:lnTo>
                  <a:lnTo>
                    <a:pt x="6235" y="4214"/>
                  </a:lnTo>
                  <a:lnTo>
                    <a:pt x="6187" y="4238"/>
                  </a:lnTo>
                  <a:lnTo>
                    <a:pt x="6187" y="4238"/>
                  </a:lnTo>
                  <a:lnTo>
                    <a:pt x="6162" y="4287"/>
                  </a:lnTo>
                  <a:lnTo>
                    <a:pt x="6162" y="4360"/>
                  </a:lnTo>
                  <a:lnTo>
                    <a:pt x="6211" y="4433"/>
                  </a:lnTo>
                  <a:lnTo>
                    <a:pt x="6284" y="4530"/>
                  </a:lnTo>
                  <a:lnTo>
                    <a:pt x="6284" y="4530"/>
                  </a:lnTo>
                  <a:lnTo>
                    <a:pt x="6357" y="4603"/>
                  </a:lnTo>
                  <a:lnTo>
                    <a:pt x="6454" y="4652"/>
                  </a:lnTo>
                  <a:lnTo>
                    <a:pt x="6576" y="4701"/>
                  </a:lnTo>
                  <a:lnTo>
                    <a:pt x="6649" y="4701"/>
                  </a:lnTo>
                  <a:lnTo>
                    <a:pt x="6649" y="4701"/>
                  </a:lnTo>
                  <a:lnTo>
                    <a:pt x="6747" y="4725"/>
                  </a:lnTo>
                  <a:lnTo>
                    <a:pt x="6844" y="4774"/>
                  </a:lnTo>
                  <a:lnTo>
                    <a:pt x="6942" y="4823"/>
                  </a:lnTo>
                  <a:lnTo>
                    <a:pt x="7039" y="4896"/>
                  </a:lnTo>
                  <a:lnTo>
                    <a:pt x="7039" y="4896"/>
                  </a:lnTo>
                  <a:lnTo>
                    <a:pt x="7063" y="4944"/>
                  </a:lnTo>
                  <a:lnTo>
                    <a:pt x="7088" y="4993"/>
                  </a:lnTo>
                  <a:lnTo>
                    <a:pt x="7063" y="5139"/>
                  </a:lnTo>
                  <a:lnTo>
                    <a:pt x="6966" y="5310"/>
                  </a:lnTo>
                  <a:lnTo>
                    <a:pt x="6844" y="5480"/>
                  </a:lnTo>
                  <a:lnTo>
                    <a:pt x="6844" y="5480"/>
                  </a:lnTo>
                  <a:lnTo>
                    <a:pt x="6674" y="5626"/>
                  </a:lnTo>
                  <a:lnTo>
                    <a:pt x="6528" y="5748"/>
                  </a:lnTo>
                  <a:lnTo>
                    <a:pt x="6381" y="5821"/>
                  </a:lnTo>
                  <a:lnTo>
                    <a:pt x="6284" y="5846"/>
                  </a:lnTo>
                  <a:lnTo>
                    <a:pt x="6284" y="5846"/>
                  </a:lnTo>
                  <a:lnTo>
                    <a:pt x="6113" y="5870"/>
                  </a:lnTo>
                  <a:lnTo>
                    <a:pt x="6040" y="5894"/>
                  </a:lnTo>
                  <a:lnTo>
                    <a:pt x="5992" y="5943"/>
                  </a:lnTo>
                  <a:lnTo>
                    <a:pt x="5992" y="5943"/>
                  </a:lnTo>
                  <a:lnTo>
                    <a:pt x="5943" y="5967"/>
                  </a:lnTo>
                  <a:lnTo>
                    <a:pt x="5894" y="5992"/>
                  </a:lnTo>
                  <a:lnTo>
                    <a:pt x="5846" y="5967"/>
                  </a:lnTo>
                  <a:lnTo>
                    <a:pt x="5797" y="5943"/>
                  </a:lnTo>
                  <a:lnTo>
                    <a:pt x="5797" y="5943"/>
                  </a:lnTo>
                  <a:lnTo>
                    <a:pt x="5773" y="5894"/>
                  </a:lnTo>
                  <a:lnTo>
                    <a:pt x="5724" y="5821"/>
                  </a:lnTo>
                  <a:lnTo>
                    <a:pt x="5699" y="5651"/>
                  </a:lnTo>
                  <a:lnTo>
                    <a:pt x="5699" y="5651"/>
                  </a:lnTo>
                  <a:lnTo>
                    <a:pt x="5675" y="5553"/>
                  </a:lnTo>
                  <a:lnTo>
                    <a:pt x="5602" y="5407"/>
                  </a:lnTo>
                  <a:lnTo>
                    <a:pt x="5480" y="5261"/>
                  </a:lnTo>
                  <a:lnTo>
                    <a:pt x="5334" y="5091"/>
                  </a:lnTo>
                  <a:lnTo>
                    <a:pt x="5334" y="5091"/>
                  </a:lnTo>
                  <a:lnTo>
                    <a:pt x="5188" y="4920"/>
                  </a:lnTo>
                  <a:lnTo>
                    <a:pt x="5066" y="4774"/>
                  </a:lnTo>
                  <a:lnTo>
                    <a:pt x="4969" y="4628"/>
                  </a:lnTo>
                  <a:lnTo>
                    <a:pt x="4944" y="4530"/>
                  </a:lnTo>
                  <a:lnTo>
                    <a:pt x="4944" y="4530"/>
                  </a:lnTo>
                  <a:lnTo>
                    <a:pt x="4944" y="4457"/>
                  </a:lnTo>
                  <a:lnTo>
                    <a:pt x="4920" y="4409"/>
                  </a:lnTo>
                  <a:lnTo>
                    <a:pt x="4896" y="4409"/>
                  </a:lnTo>
                  <a:lnTo>
                    <a:pt x="4847" y="4433"/>
                  </a:lnTo>
                  <a:lnTo>
                    <a:pt x="4847" y="4433"/>
                  </a:lnTo>
                  <a:lnTo>
                    <a:pt x="4823" y="4482"/>
                  </a:lnTo>
                  <a:lnTo>
                    <a:pt x="4774" y="4555"/>
                  </a:lnTo>
                  <a:lnTo>
                    <a:pt x="4750" y="4701"/>
                  </a:lnTo>
                  <a:lnTo>
                    <a:pt x="4750" y="4701"/>
                  </a:lnTo>
                  <a:lnTo>
                    <a:pt x="4774" y="4798"/>
                  </a:lnTo>
                  <a:lnTo>
                    <a:pt x="4847" y="4920"/>
                  </a:lnTo>
                  <a:lnTo>
                    <a:pt x="4920" y="5066"/>
                  </a:lnTo>
                  <a:lnTo>
                    <a:pt x="5042" y="5188"/>
                  </a:lnTo>
                  <a:lnTo>
                    <a:pt x="5042" y="5188"/>
                  </a:lnTo>
                  <a:lnTo>
                    <a:pt x="5139" y="5310"/>
                  </a:lnTo>
                  <a:lnTo>
                    <a:pt x="5237" y="5431"/>
                  </a:lnTo>
                  <a:lnTo>
                    <a:pt x="5310" y="5553"/>
                  </a:lnTo>
                  <a:lnTo>
                    <a:pt x="5334" y="5651"/>
                  </a:lnTo>
                  <a:lnTo>
                    <a:pt x="5334" y="5651"/>
                  </a:lnTo>
                  <a:lnTo>
                    <a:pt x="5334" y="5748"/>
                  </a:lnTo>
                  <a:lnTo>
                    <a:pt x="5383" y="5846"/>
                  </a:lnTo>
                  <a:lnTo>
                    <a:pt x="5432" y="5943"/>
                  </a:lnTo>
                  <a:lnTo>
                    <a:pt x="5505" y="6040"/>
                  </a:lnTo>
                  <a:lnTo>
                    <a:pt x="5505" y="6040"/>
                  </a:lnTo>
                  <a:lnTo>
                    <a:pt x="5626" y="6113"/>
                  </a:lnTo>
                  <a:lnTo>
                    <a:pt x="5773" y="6162"/>
                  </a:lnTo>
                  <a:lnTo>
                    <a:pt x="5919" y="6211"/>
                  </a:lnTo>
                  <a:lnTo>
                    <a:pt x="6089" y="6235"/>
                  </a:lnTo>
                  <a:lnTo>
                    <a:pt x="6089" y="6235"/>
                  </a:lnTo>
                  <a:lnTo>
                    <a:pt x="6235" y="6235"/>
                  </a:lnTo>
                  <a:lnTo>
                    <a:pt x="6357" y="6284"/>
                  </a:lnTo>
                  <a:lnTo>
                    <a:pt x="6430" y="6333"/>
                  </a:lnTo>
                  <a:lnTo>
                    <a:pt x="6454" y="6381"/>
                  </a:lnTo>
                  <a:lnTo>
                    <a:pt x="6454" y="6430"/>
                  </a:lnTo>
                  <a:lnTo>
                    <a:pt x="6454" y="6430"/>
                  </a:lnTo>
                  <a:lnTo>
                    <a:pt x="6430" y="6527"/>
                  </a:lnTo>
                  <a:lnTo>
                    <a:pt x="6308" y="6722"/>
                  </a:lnTo>
                  <a:lnTo>
                    <a:pt x="6113" y="6941"/>
                  </a:lnTo>
                  <a:lnTo>
                    <a:pt x="5894" y="7185"/>
                  </a:lnTo>
                  <a:lnTo>
                    <a:pt x="5894" y="7185"/>
                  </a:lnTo>
                  <a:lnTo>
                    <a:pt x="5675" y="7429"/>
                  </a:lnTo>
                  <a:lnTo>
                    <a:pt x="5505" y="7696"/>
                  </a:lnTo>
                  <a:lnTo>
                    <a:pt x="5358" y="7940"/>
                  </a:lnTo>
                  <a:lnTo>
                    <a:pt x="5334" y="8037"/>
                  </a:lnTo>
                  <a:lnTo>
                    <a:pt x="5334" y="8135"/>
                  </a:lnTo>
                  <a:lnTo>
                    <a:pt x="5334" y="8135"/>
                  </a:lnTo>
                  <a:lnTo>
                    <a:pt x="5334" y="8281"/>
                  </a:lnTo>
                  <a:lnTo>
                    <a:pt x="5358" y="8427"/>
                  </a:lnTo>
                  <a:lnTo>
                    <a:pt x="5383" y="8525"/>
                  </a:lnTo>
                  <a:lnTo>
                    <a:pt x="5432" y="8598"/>
                  </a:lnTo>
                  <a:lnTo>
                    <a:pt x="5432" y="8598"/>
                  </a:lnTo>
                  <a:lnTo>
                    <a:pt x="5456" y="8646"/>
                  </a:lnTo>
                  <a:lnTo>
                    <a:pt x="5480" y="8719"/>
                  </a:lnTo>
                  <a:lnTo>
                    <a:pt x="5505" y="8890"/>
                  </a:lnTo>
                  <a:lnTo>
                    <a:pt x="5505" y="8890"/>
                  </a:lnTo>
                  <a:lnTo>
                    <a:pt x="5480" y="8987"/>
                  </a:lnTo>
                  <a:lnTo>
                    <a:pt x="5383" y="9158"/>
                  </a:lnTo>
                  <a:lnTo>
                    <a:pt x="5237" y="9353"/>
                  </a:lnTo>
                  <a:lnTo>
                    <a:pt x="5042" y="9547"/>
                  </a:lnTo>
                  <a:lnTo>
                    <a:pt x="5042" y="9547"/>
                  </a:lnTo>
                  <a:lnTo>
                    <a:pt x="4847" y="9742"/>
                  </a:lnTo>
                  <a:lnTo>
                    <a:pt x="4701" y="9937"/>
                  </a:lnTo>
                  <a:lnTo>
                    <a:pt x="4603" y="10108"/>
                  </a:lnTo>
                  <a:lnTo>
                    <a:pt x="4555" y="10205"/>
                  </a:lnTo>
                  <a:lnTo>
                    <a:pt x="4555" y="10205"/>
                  </a:lnTo>
                  <a:lnTo>
                    <a:pt x="4530" y="10327"/>
                  </a:lnTo>
                  <a:lnTo>
                    <a:pt x="4457" y="10473"/>
                  </a:lnTo>
                  <a:lnTo>
                    <a:pt x="4336" y="10619"/>
                  </a:lnTo>
                  <a:lnTo>
                    <a:pt x="4189" y="10790"/>
                  </a:lnTo>
                  <a:lnTo>
                    <a:pt x="4189" y="10790"/>
                  </a:lnTo>
                  <a:lnTo>
                    <a:pt x="4019" y="10936"/>
                  </a:lnTo>
                  <a:lnTo>
                    <a:pt x="3873" y="11057"/>
                  </a:lnTo>
                  <a:lnTo>
                    <a:pt x="3727" y="11131"/>
                  </a:lnTo>
                  <a:lnTo>
                    <a:pt x="3605" y="11155"/>
                  </a:lnTo>
                  <a:lnTo>
                    <a:pt x="3605" y="11155"/>
                  </a:lnTo>
                  <a:lnTo>
                    <a:pt x="3532" y="11155"/>
                  </a:lnTo>
                  <a:lnTo>
                    <a:pt x="3434" y="11106"/>
                  </a:lnTo>
                  <a:lnTo>
                    <a:pt x="3337" y="11057"/>
                  </a:lnTo>
                  <a:lnTo>
                    <a:pt x="3240" y="10984"/>
                  </a:lnTo>
                  <a:lnTo>
                    <a:pt x="3240" y="10984"/>
                  </a:lnTo>
                  <a:lnTo>
                    <a:pt x="3167" y="10887"/>
                  </a:lnTo>
                  <a:lnTo>
                    <a:pt x="3093" y="10790"/>
                  </a:lnTo>
                  <a:lnTo>
                    <a:pt x="3069" y="10692"/>
                  </a:lnTo>
                  <a:lnTo>
                    <a:pt x="3045" y="10595"/>
                  </a:lnTo>
                  <a:lnTo>
                    <a:pt x="3045" y="10595"/>
                  </a:lnTo>
                  <a:lnTo>
                    <a:pt x="3020" y="10424"/>
                  </a:lnTo>
                  <a:lnTo>
                    <a:pt x="2996" y="10351"/>
                  </a:lnTo>
                  <a:lnTo>
                    <a:pt x="2947" y="10302"/>
                  </a:lnTo>
                  <a:lnTo>
                    <a:pt x="2947" y="10302"/>
                  </a:lnTo>
                  <a:lnTo>
                    <a:pt x="2923" y="10254"/>
                  </a:lnTo>
                  <a:lnTo>
                    <a:pt x="2874" y="10181"/>
                  </a:lnTo>
                  <a:lnTo>
                    <a:pt x="2850" y="10035"/>
                  </a:lnTo>
                  <a:lnTo>
                    <a:pt x="2850" y="10035"/>
                  </a:lnTo>
                  <a:lnTo>
                    <a:pt x="2826" y="9864"/>
                  </a:lnTo>
                  <a:lnTo>
                    <a:pt x="2801" y="9791"/>
                  </a:lnTo>
                  <a:lnTo>
                    <a:pt x="2752" y="9742"/>
                  </a:lnTo>
                  <a:lnTo>
                    <a:pt x="2752" y="9742"/>
                  </a:lnTo>
                  <a:lnTo>
                    <a:pt x="2728" y="9669"/>
                  </a:lnTo>
                  <a:lnTo>
                    <a:pt x="2704" y="9572"/>
                  </a:lnTo>
                  <a:lnTo>
                    <a:pt x="2679" y="9426"/>
                  </a:lnTo>
                  <a:lnTo>
                    <a:pt x="2655" y="9255"/>
                  </a:lnTo>
                  <a:lnTo>
                    <a:pt x="2655" y="9255"/>
                  </a:lnTo>
                  <a:lnTo>
                    <a:pt x="2679" y="9109"/>
                  </a:lnTo>
                  <a:lnTo>
                    <a:pt x="2704" y="8963"/>
                  </a:lnTo>
                  <a:lnTo>
                    <a:pt x="2728" y="8866"/>
                  </a:lnTo>
                  <a:lnTo>
                    <a:pt x="2752" y="8792"/>
                  </a:lnTo>
                  <a:lnTo>
                    <a:pt x="2752" y="8792"/>
                  </a:lnTo>
                  <a:lnTo>
                    <a:pt x="2801" y="8744"/>
                  </a:lnTo>
                  <a:lnTo>
                    <a:pt x="2826" y="8671"/>
                  </a:lnTo>
                  <a:lnTo>
                    <a:pt x="2850" y="8500"/>
                  </a:lnTo>
                  <a:lnTo>
                    <a:pt x="2850" y="8500"/>
                  </a:lnTo>
                  <a:lnTo>
                    <a:pt x="2826" y="8403"/>
                  </a:lnTo>
                  <a:lnTo>
                    <a:pt x="2777" y="8281"/>
                  </a:lnTo>
                  <a:lnTo>
                    <a:pt x="2679" y="8159"/>
                  </a:lnTo>
                  <a:lnTo>
                    <a:pt x="2582" y="8037"/>
                  </a:lnTo>
                  <a:lnTo>
                    <a:pt x="2582" y="8037"/>
                  </a:lnTo>
                  <a:lnTo>
                    <a:pt x="2460" y="7891"/>
                  </a:lnTo>
                  <a:lnTo>
                    <a:pt x="2363" y="7721"/>
                  </a:lnTo>
                  <a:lnTo>
                    <a:pt x="2314" y="7526"/>
                  </a:lnTo>
                  <a:lnTo>
                    <a:pt x="2290" y="7356"/>
                  </a:lnTo>
                  <a:lnTo>
                    <a:pt x="2290" y="7356"/>
                  </a:lnTo>
                  <a:lnTo>
                    <a:pt x="2290" y="7209"/>
                  </a:lnTo>
                  <a:lnTo>
                    <a:pt x="2265" y="7063"/>
                  </a:lnTo>
                  <a:lnTo>
                    <a:pt x="2217" y="6966"/>
                  </a:lnTo>
                  <a:lnTo>
                    <a:pt x="2192" y="6893"/>
                  </a:lnTo>
                  <a:lnTo>
                    <a:pt x="2192" y="6893"/>
                  </a:lnTo>
                  <a:lnTo>
                    <a:pt x="2144" y="6844"/>
                  </a:lnTo>
                  <a:lnTo>
                    <a:pt x="2071" y="6820"/>
                  </a:lnTo>
                  <a:lnTo>
                    <a:pt x="1900" y="6795"/>
                  </a:lnTo>
                  <a:lnTo>
                    <a:pt x="1900" y="6795"/>
                  </a:lnTo>
                  <a:lnTo>
                    <a:pt x="1754" y="6820"/>
                  </a:lnTo>
                  <a:lnTo>
                    <a:pt x="1681" y="6844"/>
                  </a:lnTo>
                  <a:lnTo>
                    <a:pt x="1632" y="6893"/>
                  </a:lnTo>
                  <a:lnTo>
                    <a:pt x="1632" y="6893"/>
                  </a:lnTo>
                  <a:lnTo>
                    <a:pt x="1559" y="6941"/>
                  </a:lnTo>
                  <a:lnTo>
                    <a:pt x="1437" y="6966"/>
                  </a:lnTo>
                  <a:lnTo>
                    <a:pt x="1291" y="6990"/>
                  </a:lnTo>
                  <a:lnTo>
                    <a:pt x="1145" y="6990"/>
                  </a:lnTo>
                  <a:lnTo>
                    <a:pt x="1145" y="6990"/>
                  </a:lnTo>
                  <a:lnTo>
                    <a:pt x="975" y="6966"/>
                  </a:lnTo>
                  <a:lnTo>
                    <a:pt x="780" y="6868"/>
                  </a:lnTo>
                  <a:lnTo>
                    <a:pt x="561" y="6747"/>
                  </a:lnTo>
                  <a:lnTo>
                    <a:pt x="390" y="6601"/>
                  </a:lnTo>
                  <a:lnTo>
                    <a:pt x="390" y="6601"/>
                  </a:lnTo>
                  <a:lnTo>
                    <a:pt x="317" y="6527"/>
                  </a:lnTo>
                  <a:lnTo>
                    <a:pt x="244" y="6406"/>
                  </a:lnTo>
                  <a:lnTo>
                    <a:pt x="122" y="6113"/>
                  </a:lnTo>
                  <a:lnTo>
                    <a:pt x="49" y="5797"/>
                  </a:lnTo>
                  <a:lnTo>
                    <a:pt x="0" y="5480"/>
                  </a:lnTo>
                  <a:lnTo>
                    <a:pt x="0" y="5480"/>
                  </a:lnTo>
                  <a:lnTo>
                    <a:pt x="25" y="5310"/>
                  </a:lnTo>
                  <a:lnTo>
                    <a:pt x="49" y="5139"/>
                  </a:lnTo>
                  <a:lnTo>
                    <a:pt x="147" y="4798"/>
                  </a:lnTo>
                  <a:lnTo>
                    <a:pt x="220" y="4628"/>
                  </a:lnTo>
                  <a:lnTo>
                    <a:pt x="293" y="4482"/>
                  </a:lnTo>
                  <a:lnTo>
                    <a:pt x="390" y="4336"/>
                  </a:lnTo>
                  <a:lnTo>
                    <a:pt x="487" y="4238"/>
                  </a:lnTo>
                  <a:lnTo>
                    <a:pt x="487" y="4238"/>
                  </a:lnTo>
                  <a:lnTo>
                    <a:pt x="682" y="4043"/>
                  </a:lnTo>
                  <a:lnTo>
                    <a:pt x="877" y="3897"/>
                  </a:lnTo>
                  <a:lnTo>
                    <a:pt x="1048" y="3800"/>
                  </a:lnTo>
                  <a:lnTo>
                    <a:pt x="1145" y="3751"/>
                  </a:lnTo>
                  <a:lnTo>
                    <a:pt x="1145" y="3751"/>
                  </a:lnTo>
                  <a:lnTo>
                    <a:pt x="1316" y="3727"/>
                  </a:lnTo>
                  <a:lnTo>
                    <a:pt x="1389" y="3702"/>
                  </a:lnTo>
                  <a:lnTo>
                    <a:pt x="1437" y="3654"/>
                  </a:lnTo>
                  <a:lnTo>
                    <a:pt x="1437" y="3654"/>
                  </a:lnTo>
                  <a:lnTo>
                    <a:pt x="1510" y="3629"/>
                  </a:lnTo>
                  <a:lnTo>
                    <a:pt x="1608" y="3605"/>
                  </a:lnTo>
                  <a:lnTo>
                    <a:pt x="1754" y="3581"/>
                  </a:lnTo>
                  <a:lnTo>
                    <a:pt x="1900" y="3581"/>
                  </a:lnTo>
                  <a:lnTo>
                    <a:pt x="1900" y="3581"/>
                  </a:lnTo>
                  <a:lnTo>
                    <a:pt x="2071" y="3581"/>
                  </a:lnTo>
                  <a:lnTo>
                    <a:pt x="2241" y="3629"/>
                  </a:lnTo>
                  <a:lnTo>
                    <a:pt x="2363" y="3678"/>
                  </a:lnTo>
                  <a:lnTo>
                    <a:pt x="2485" y="3751"/>
                  </a:lnTo>
                  <a:lnTo>
                    <a:pt x="2485" y="3751"/>
                  </a:lnTo>
                  <a:lnTo>
                    <a:pt x="2558" y="3824"/>
                  </a:lnTo>
                  <a:lnTo>
                    <a:pt x="2655" y="3897"/>
                  </a:lnTo>
                  <a:lnTo>
                    <a:pt x="2777" y="3946"/>
                  </a:lnTo>
                  <a:lnTo>
                    <a:pt x="2850" y="3946"/>
                  </a:lnTo>
                  <a:lnTo>
                    <a:pt x="2850" y="3946"/>
                  </a:lnTo>
                  <a:lnTo>
                    <a:pt x="3020" y="3970"/>
                  </a:lnTo>
                  <a:lnTo>
                    <a:pt x="3093" y="4019"/>
                  </a:lnTo>
                  <a:lnTo>
                    <a:pt x="3142" y="4043"/>
                  </a:lnTo>
                  <a:lnTo>
                    <a:pt x="3142" y="4043"/>
                  </a:lnTo>
                  <a:lnTo>
                    <a:pt x="3191" y="4068"/>
                  </a:lnTo>
                  <a:lnTo>
                    <a:pt x="3240" y="4092"/>
                  </a:lnTo>
                  <a:lnTo>
                    <a:pt x="3288" y="4068"/>
                  </a:lnTo>
                  <a:lnTo>
                    <a:pt x="3337" y="4043"/>
                  </a:lnTo>
                  <a:lnTo>
                    <a:pt x="3337" y="4043"/>
                  </a:lnTo>
                  <a:lnTo>
                    <a:pt x="3386" y="4019"/>
                  </a:lnTo>
                  <a:lnTo>
                    <a:pt x="3459" y="3970"/>
                  </a:lnTo>
                  <a:lnTo>
                    <a:pt x="3605" y="3946"/>
                  </a:lnTo>
                  <a:lnTo>
                    <a:pt x="3605" y="3946"/>
                  </a:lnTo>
                  <a:lnTo>
                    <a:pt x="3775" y="3970"/>
                  </a:lnTo>
                  <a:lnTo>
                    <a:pt x="3848" y="4019"/>
                  </a:lnTo>
                  <a:lnTo>
                    <a:pt x="3897" y="4043"/>
                  </a:lnTo>
                  <a:lnTo>
                    <a:pt x="3897" y="4043"/>
                  </a:lnTo>
                  <a:lnTo>
                    <a:pt x="3970" y="4092"/>
                  </a:lnTo>
                  <a:lnTo>
                    <a:pt x="4068" y="4116"/>
                  </a:lnTo>
                  <a:lnTo>
                    <a:pt x="4214" y="4141"/>
                  </a:lnTo>
                  <a:lnTo>
                    <a:pt x="4384" y="4141"/>
                  </a:lnTo>
                  <a:lnTo>
                    <a:pt x="4384" y="4141"/>
                  </a:lnTo>
                  <a:lnTo>
                    <a:pt x="4530" y="4141"/>
                  </a:lnTo>
                  <a:lnTo>
                    <a:pt x="4677" y="4116"/>
                  </a:lnTo>
                  <a:lnTo>
                    <a:pt x="4774" y="4092"/>
                  </a:lnTo>
                  <a:lnTo>
                    <a:pt x="4847" y="4043"/>
                  </a:lnTo>
                  <a:lnTo>
                    <a:pt x="4847" y="4043"/>
                  </a:lnTo>
                  <a:lnTo>
                    <a:pt x="4896" y="3995"/>
                  </a:lnTo>
                  <a:lnTo>
                    <a:pt x="4920" y="3921"/>
                  </a:lnTo>
                  <a:lnTo>
                    <a:pt x="4944" y="3751"/>
                  </a:lnTo>
                  <a:lnTo>
                    <a:pt x="4944" y="3751"/>
                  </a:lnTo>
                  <a:lnTo>
                    <a:pt x="4944" y="3727"/>
                  </a:lnTo>
                  <a:lnTo>
                    <a:pt x="4920" y="3678"/>
                  </a:lnTo>
                  <a:lnTo>
                    <a:pt x="4823" y="3629"/>
                  </a:lnTo>
                  <a:lnTo>
                    <a:pt x="4701" y="3581"/>
                  </a:lnTo>
                  <a:lnTo>
                    <a:pt x="4555" y="3581"/>
                  </a:lnTo>
                  <a:lnTo>
                    <a:pt x="4555" y="3581"/>
                  </a:lnTo>
                  <a:lnTo>
                    <a:pt x="4409" y="3556"/>
                  </a:lnTo>
                  <a:lnTo>
                    <a:pt x="4238" y="3507"/>
                  </a:lnTo>
                  <a:lnTo>
                    <a:pt x="4092" y="3459"/>
                  </a:lnTo>
                  <a:lnTo>
                    <a:pt x="3995" y="3386"/>
                  </a:lnTo>
                  <a:lnTo>
                    <a:pt x="3995" y="3386"/>
                  </a:lnTo>
                  <a:lnTo>
                    <a:pt x="3897" y="3313"/>
                  </a:lnTo>
                  <a:lnTo>
                    <a:pt x="3800" y="3240"/>
                  </a:lnTo>
                  <a:lnTo>
                    <a:pt x="3702" y="3215"/>
                  </a:lnTo>
                  <a:lnTo>
                    <a:pt x="3605" y="3191"/>
                  </a:lnTo>
                  <a:lnTo>
                    <a:pt x="3605" y="3191"/>
                  </a:lnTo>
                  <a:lnTo>
                    <a:pt x="3532" y="3166"/>
                  </a:lnTo>
                  <a:lnTo>
                    <a:pt x="3434" y="3142"/>
                  </a:lnTo>
                  <a:lnTo>
                    <a:pt x="3337" y="3069"/>
                  </a:lnTo>
                  <a:lnTo>
                    <a:pt x="3240" y="2996"/>
                  </a:lnTo>
                  <a:lnTo>
                    <a:pt x="3240" y="2996"/>
                  </a:lnTo>
                  <a:lnTo>
                    <a:pt x="3167" y="2923"/>
                  </a:lnTo>
                  <a:lnTo>
                    <a:pt x="3069" y="2899"/>
                  </a:lnTo>
                  <a:lnTo>
                    <a:pt x="2996" y="2874"/>
                  </a:lnTo>
                  <a:lnTo>
                    <a:pt x="2947" y="2899"/>
                  </a:lnTo>
                  <a:lnTo>
                    <a:pt x="2947" y="2899"/>
                  </a:lnTo>
                  <a:lnTo>
                    <a:pt x="2899" y="2923"/>
                  </a:lnTo>
                  <a:lnTo>
                    <a:pt x="2826" y="2923"/>
                  </a:lnTo>
                  <a:lnTo>
                    <a:pt x="2752" y="2874"/>
                  </a:lnTo>
                  <a:lnTo>
                    <a:pt x="2655" y="2801"/>
                  </a:lnTo>
                  <a:lnTo>
                    <a:pt x="2655" y="2801"/>
                  </a:lnTo>
                  <a:lnTo>
                    <a:pt x="2582" y="2752"/>
                  </a:lnTo>
                  <a:lnTo>
                    <a:pt x="2509" y="2704"/>
                  </a:lnTo>
                  <a:lnTo>
                    <a:pt x="2436" y="2704"/>
                  </a:lnTo>
                  <a:lnTo>
                    <a:pt x="2387" y="2704"/>
                  </a:lnTo>
                  <a:lnTo>
                    <a:pt x="2387" y="2704"/>
                  </a:lnTo>
                  <a:lnTo>
                    <a:pt x="2338" y="2752"/>
                  </a:lnTo>
                  <a:lnTo>
                    <a:pt x="2265" y="2777"/>
                  </a:lnTo>
                  <a:lnTo>
                    <a:pt x="2095" y="2801"/>
                  </a:lnTo>
                  <a:lnTo>
                    <a:pt x="2095" y="2801"/>
                  </a:lnTo>
                  <a:lnTo>
                    <a:pt x="1997" y="2850"/>
                  </a:lnTo>
                  <a:lnTo>
                    <a:pt x="1851" y="2923"/>
                  </a:lnTo>
                  <a:lnTo>
                    <a:pt x="1681" y="3045"/>
                  </a:lnTo>
                  <a:lnTo>
                    <a:pt x="1535" y="3191"/>
                  </a:lnTo>
                  <a:lnTo>
                    <a:pt x="1535" y="3191"/>
                  </a:lnTo>
                  <a:lnTo>
                    <a:pt x="1364" y="3337"/>
                  </a:lnTo>
                  <a:lnTo>
                    <a:pt x="1194" y="3459"/>
                  </a:lnTo>
                  <a:lnTo>
                    <a:pt x="1072" y="3532"/>
                  </a:lnTo>
                  <a:lnTo>
                    <a:pt x="950" y="3581"/>
                  </a:lnTo>
                  <a:lnTo>
                    <a:pt x="950" y="3581"/>
                  </a:lnTo>
                  <a:lnTo>
                    <a:pt x="804" y="3532"/>
                  </a:lnTo>
                  <a:lnTo>
                    <a:pt x="731" y="3507"/>
                  </a:lnTo>
                  <a:lnTo>
                    <a:pt x="682" y="3483"/>
                  </a:lnTo>
                  <a:lnTo>
                    <a:pt x="682" y="3483"/>
                  </a:lnTo>
                  <a:lnTo>
                    <a:pt x="634" y="3434"/>
                  </a:lnTo>
                  <a:lnTo>
                    <a:pt x="609" y="3361"/>
                  </a:lnTo>
                  <a:lnTo>
                    <a:pt x="585" y="3191"/>
                  </a:lnTo>
                  <a:lnTo>
                    <a:pt x="585" y="3191"/>
                  </a:lnTo>
                  <a:lnTo>
                    <a:pt x="609" y="3020"/>
                  </a:lnTo>
                  <a:lnTo>
                    <a:pt x="634" y="2947"/>
                  </a:lnTo>
                  <a:lnTo>
                    <a:pt x="682" y="2899"/>
                  </a:lnTo>
                  <a:lnTo>
                    <a:pt x="682" y="2899"/>
                  </a:lnTo>
                  <a:lnTo>
                    <a:pt x="731" y="2874"/>
                  </a:lnTo>
                  <a:lnTo>
                    <a:pt x="853" y="2850"/>
                  </a:lnTo>
                  <a:lnTo>
                    <a:pt x="999" y="2826"/>
                  </a:lnTo>
                  <a:lnTo>
                    <a:pt x="1145" y="2801"/>
                  </a:lnTo>
                  <a:lnTo>
                    <a:pt x="1145" y="2801"/>
                  </a:lnTo>
                  <a:lnTo>
                    <a:pt x="1291" y="2801"/>
                  </a:lnTo>
                  <a:lnTo>
                    <a:pt x="1413" y="2752"/>
                  </a:lnTo>
                  <a:lnTo>
                    <a:pt x="1486" y="2704"/>
                  </a:lnTo>
                  <a:lnTo>
                    <a:pt x="1510" y="2655"/>
                  </a:lnTo>
                  <a:lnTo>
                    <a:pt x="1535" y="2631"/>
                  </a:lnTo>
                  <a:lnTo>
                    <a:pt x="1535" y="2631"/>
                  </a:lnTo>
                  <a:lnTo>
                    <a:pt x="1486" y="2460"/>
                  </a:lnTo>
                  <a:lnTo>
                    <a:pt x="1462" y="2387"/>
                  </a:lnTo>
                  <a:lnTo>
                    <a:pt x="1437" y="2338"/>
                  </a:lnTo>
                  <a:lnTo>
                    <a:pt x="1437" y="2338"/>
                  </a:lnTo>
                  <a:lnTo>
                    <a:pt x="1389" y="2290"/>
                  </a:lnTo>
                  <a:lnTo>
                    <a:pt x="1389" y="2241"/>
                  </a:lnTo>
                  <a:lnTo>
                    <a:pt x="1389" y="2192"/>
                  </a:lnTo>
                  <a:lnTo>
                    <a:pt x="1437" y="2144"/>
                  </a:lnTo>
                  <a:lnTo>
                    <a:pt x="1437" y="2144"/>
                  </a:lnTo>
                  <a:lnTo>
                    <a:pt x="1486" y="2119"/>
                  </a:lnTo>
                  <a:lnTo>
                    <a:pt x="1559" y="2070"/>
                  </a:lnTo>
                  <a:lnTo>
                    <a:pt x="1705" y="2046"/>
                  </a:lnTo>
                  <a:lnTo>
                    <a:pt x="1705" y="2046"/>
                  </a:lnTo>
                  <a:lnTo>
                    <a:pt x="1803" y="2046"/>
                  </a:lnTo>
                  <a:lnTo>
                    <a:pt x="1900" y="1997"/>
                  </a:lnTo>
                  <a:lnTo>
                    <a:pt x="1997" y="1924"/>
                  </a:lnTo>
                  <a:lnTo>
                    <a:pt x="2095" y="1851"/>
                  </a:lnTo>
                  <a:lnTo>
                    <a:pt x="2095" y="1851"/>
                  </a:lnTo>
                  <a:lnTo>
                    <a:pt x="2168" y="1778"/>
                  </a:lnTo>
                  <a:lnTo>
                    <a:pt x="2241" y="1681"/>
                  </a:lnTo>
                  <a:lnTo>
                    <a:pt x="2265" y="1559"/>
                  </a:lnTo>
                  <a:lnTo>
                    <a:pt x="2290" y="1486"/>
                  </a:lnTo>
                  <a:lnTo>
                    <a:pt x="2290" y="1486"/>
                  </a:lnTo>
                  <a:lnTo>
                    <a:pt x="2265" y="1315"/>
                  </a:lnTo>
                  <a:lnTo>
                    <a:pt x="2217" y="1242"/>
                  </a:lnTo>
                  <a:lnTo>
                    <a:pt x="2192" y="1194"/>
                  </a:lnTo>
                  <a:lnTo>
                    <a:pt x="2192" y="1194"/>
                  </a:lnTo>
                  <a:lnTo>
                    <a:pt x="2192" y="1169"/>
                  </a:lnTo>
                  <a:lnTo>
                    <a:pt x="2192" y="1121"/>
                  </a:lnTo>
                  <a:lnTo>
                    <a:pt x="2265" y="999"/>
                  </a:lnTo>
                  <a:lnTo>
                    <a:pt x="2387" y="828"/>
                  </a:lnTo>
                  <a:lnTo>
                    <a:pt x="2582" y="634"/>
                  </a:lnTo>
                  <a:lnTo>
                    <a:pt x="2582" y="634"/>
                  </a:lnTo>
                  <a:lnTo>
                    <a:pt x="2679" y="536"/>
                  </a:lnTo>
                  <a:lnTo>
                    <a:pt x="2826" y="439"/>
                  </a:lnTo>
                  <a:lnTo>
                    <a:pt x="2972" y="366"/>
                  </a:lnTo>
                  <a:lnTo>
                    <a:pt x="3142" y="293"/>
                  </a:lnTo>
                  <a:lnTo>
                    <a:pt x="3483" y="195"/>
                  </a:lnTo>
                  <a:lnTo>
                    <a:pt x="3654" y="171"/>
                  </a:lnTo>
                  <a:lnTo>
                    <a:pt x="3800" y="146"/>
                  </a:lnTo>
                  <a:lnTo>
                    <a:pt x="3800" y="146"/>
                  </a:lnTo>
                  <a:lnTo>
                    <a:pt x="4116" y="171"/>
                  </a:lnTo>
                  <a:lnTo>
                    <a:pt x="4360" y="171"/>
                  </a:lnTo>
                  <a:lnTo>
                    <a:pt x="4555" y="220"/>
                  </a:lnTo>
                  <a:lnTo>
                    <a:pt x="4652" y="244"/>
                  </a:lnTo>
                  <a:lnTo>
                    <a:pt x="4652" y="244"/>
                  </a:lnTo>
                  <a:lnTo>
                    <a:pt x="4701" y="268"/>
                  </a:lnTo>
                  <a:lnTo>
                    <a:pt x="4750" y="293"/>
                  </a:lnTo>
                  <a:lnTo>
                    <a:pt x="4798" y="268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5018" y="195"/>
                  </a:lnTo>
                  <a:lnTo>
                    <a:pt x="5407" y="122"/>
                  </a:lnTo>
                  <a:lnTo>
                    <a:pt x="5821" y="25"/>
                  </a:lnTo>
                  <a:lnTo>
                    <a:pt x="613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5" name="Google Shape;265;p2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3A9F4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/>
          <p:nvPr>
            <p:ph idx="4294967295" type="ctrTitle"/>
          </p:nvPr>
        </p:nvSpPr>
        <p:spPr>
          <a:xfrm>
            <a:off x="635696" y="3107350"/>
            <a:ext cx="61368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600">
                <a:solidFill>
                  <a:srgbClr val="03A9F4"/>
                </a:solidFill>
              </a:rPr>
              <a:t>89,526,124</a:t>
            </a:r>
            <a:endParaRPr sz="8600">
              <a:solidFill>
                <a:srgbClr val="03A9F4"/>
              </a:solidFill>
            </a:endParaRPr>
          </a:p>
        </p:txBody>
      </p:sp>
      <p:sp>
        <p:nvSpPr>
          <p:cNvPr id="271" name="Google Shape;271;p29"/>
          <p:cNvSpPr txBox="1"/>
          <p:nvPr>
            <p:ph idx="4294967295" type="subTitle"/>
          </p:nvPr>
        </p:nvSpPr>
        <p:spPr>
          <a:xfrm>
            <a:off x="685800" y="3983050"/>
            <a:ext cx="61368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Whoa! That’s a big number, aren’t you proud?</a:t>
            </a:r>
            <a:endParaRPr/>
          </a:p>
        </p:txBody>
      </p:sp>
      <p:grpSp>
        <p:nvGrpSpPr>
          <p:cNvPr id="272" name="Google Shape;272;p29"/>
          <p:cNvGrpSpPr/>
          <p:nvPr/>
        </p:nvGrpSpPr>
        <p:grpSpPr>
          <a:xfrm>
            <a:off x="769689" y="1874542"/>
            <a:ext cx="920352" cy="865869"/>
            <a:chOff x="5972700" y="2330200"/>
            <a:chExt cx="411625" cy="387275"/>
          </a:xfrm>
        </p:grpSpPr>
        <p:sp>
          <p:nvSpPr>
            <p:cNvPr id="273" name="Google Shape;273;p29"/>
            <p:cNvSpPr/>
            <p:nvPr/>
          </p:nvSpPr>
          <p:spPr>
            <a:xfrm>
              <a:off x="5972700" y="2476950"/>
              <a:ext cx="98050" cy="219825"/>
            </a:xfrm>
            <a:custGeom>
              <a:rect b="b" l="l" r="r" t="t"/>
              <a:pathLst>
                <a:path extrusionOk="0" fill="none" h="8793" w="3922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cap="rnd" cmpd="sng" w="28575">
              <a:solidFill>
                <a:srgbClr val="03A9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9"/>
            <p:cNvSpPr/>
            <p:nvPr/>
          </p:nvSpPr>
          <p:spPr>
            <a:xfrm>
              <a:off x="6078025" y="2330200"/>
              <a:ext cx="306300" cy="387275"/>
            </a:xfrm>
            <a:custGeom>
              <a:rect b="b" l="l" r="r" t="t"/>
              <a:pathLst>
                <a:path extrusionOk="0" fill="none" h="15491" w="12252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cap="rnd" cmpd="sng" w="28575">
              <a:solidFill>
                <a:srgbClr val="03A9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BCD4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/>
          <p:nvPr>
            <p:ph idx="4294967295" type="ctrTitle"/>
          </p:nvPr>
        </p:nvSpPr>
        <p:spPr>
          <a:xfrm>
            <a:off x="609600" y="724200"/>
            <a:ext cx="7772400" cy="8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89,526,124</a:t>
            </a:r>
            <a:r>
              <a:rPr lang="en" sz="7200">
                <a:solidFill>
                  <a:srgbClr val="00BCD4"/>
                </a:solidFill>
              </a:rPr>
              <a:t>$</a:t>
            </a:r>
            <a:endParaRPr sz="7200">
              <a:solidFill>
                <a:srgbClr val="00BCD4"/>
              </a:solidFill>
            </a:endParaRPr>
          </a:p>
        </p:txBody>
      </p:sp>
      <p:sp>
        <p:nvSpPr>
          <p:cNvPr id="281" name="Google Shape;281;p30"/>
          <p:cNvSpPr txBox="1"/>
          <p:nvPr>
            <p:ph idx="4294967295" type="subTitle"/>
          </p:nvPr>
        </p:nvSpPr>
        <p:spPr>
          <a:xfrm>
            <a:off x="609600" y="1258909"/>
            <a:ext cx="77724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That’s a lot of money</a:t>
            </a:r>
            <a:endParaRPr/>
          </a:p>
        </p:txBody>
      </p:sp>
      <p:sp>
        <p:nvSpPr>
          <p:cNvPr id="282" name="Google Shape;282;p30"/>
          <p:cNvSpPr txBox="1"/>
          <p:nvPr>
            <p:ph idx="4294967295" type="ctrTitle"/>
          </p:nvPr>
        </p:nvSpPr>
        <p:spPr>
          <a:xfrm>
            <a:off x="609600" y="3657900"/>
            <a:ext cx="7772400" cy="8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100</a:t>
            </a:r>
            <a:r>
              <a:rPr lang="en" sz="7200">
                <a:solidFill>
                  <a:srgbClr val="00BCD4"/>
                </a:solidFill>
              </a:rPr>
              <a:t>%</a:t>
            </a:r>
            <a:endParaRPr sz="7200">
              <a:solidFill>
                <a:srgbClr val="00BCD4"/>
              </a:solidFill>
            </a:endParaRPr>
          </a:p>
        </p:txBody>
      </p:sp>
      <p:sp>
        <p:nvSpPr>
          <p:cNvPr id="283" name="Google Shape;283;p30"/>
          <p:cNvSpPr txBox="1"/>
          <p:nvPr>
            <p:ph idx="4294967295" type="subTitle"/>
          </p:nvPr>
        </p:nvSpPr>
        <p:spPr>
          <a:xfrm>
            <a:off x="609600" y="4192609"/>
            <a:ext cx="77724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Total success!</a:t>
            </a:r>
            <a:endParaRPr/>
          </a:p>
        </p:txBody>
      </p:sp>
      <p:sp>
        <p:nvSpPr>
          <p:cNvPr id="284" name="Google Shape;284;p30"/>
          <p:cNvSpPr txBox="1"/>
          <p:nvPr>
            <p:ph idx="4294967295" type="ctrTitle"/>
          </p:nvPr>
        </p:nvSpPr>
        <p:spPr>
          <a:xfrm>
            <a:off x="609600" y="2191050"/>
            <a:ext cx="7772400" cy="8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185,244</a:t>
            </a:r>
            <a:r>
              <a:rPr lang="en" sz="4800"/>
              <a:t> </a:t>
            </a:r>
            <a:r>
              <a:rPr lang="en" sz="4800">
                <a:solidFill>
                  <a:srgbClr val="00BCD4"/>
                </a:solidFill>
              </a:rPr>
              <a:t>users</a:t>
            </a:r>
            <a:endParaRPr sz="4800">
              <a:solidFill>
                <a:srgbClr val="00BCD4"/>
              </a:solidFill>
            </a:endParaRPr>
          </a:p>
        </p:txBody>
      </p:sp>
      <p:sp>
        <p:nvSpPr>
          <p:cNvPr id="285" name="Google Shape;285;p30"/>
          <p:cNvSpPr txBox="1"/>
          <p:nvPr>
            <p:ph idx="4294967295" type="subTitle"/>
          </p:nvPr>
        </p:nvSpPr>
        <p:spPr>
          <a:xfrm>
            <a:off x="609600" y="2725759"/>
            <a:ext cx="77724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And a lot of users</a:t>
            </a:r>
            <a:endParaRPr/>
          </a:p>
        </p:txBody>
      </p:sp>
      <p:sp>
        <p:nvSpPr>
          <p:cNvPr id="286" name="Google Shape;286;p3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9688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/>
          <p:nvPr>
            <p:ph type="title"/>
          </p:nvPr>
        </p:nvSpPr>
        <p:spPr>
          <a:xfrm>
            <a:off x="609700" y="4116875"/>
            <a:ext cx="17217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</a:t>
            </a:r>
            <a:r>
              <a:rPr lang="en">
                <a:solidFill>
                  <a:srgbClr val="009688"/>
                </a:solidFill>
              </a:rPr>
              <a:t>PROCESS</a:t>
            </a:r>
            <a:r>
              <a:rPr lang="en"/>
              <a:t> IS EASY</a:t>
            </a:r>
            <a:endParaRPr/>
          </a:p>
        </p:txBody>
      </p:sp>
      <p:sp>
        <p:nvSpPr>
          <p:cNvPr id="292" name="Google Shape;292;p31"/>
          <p:cNvSpPr txBox="1"/>
          <p:nvPr/>
        </p:nvSpPr>
        <p:spPr>
          <a:xfrm>
            <a:off x="4004250" y="1063675"/>
            <a:ext cx="3565500" cy="6429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First</a:t>
            </a:r>
            <a:endParaRPr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293" name="Google Shape;293;p31"/>
          <p:cNvGrpSpPr/>
          <p:nvPr/>
        </p:nvGrpSpPr>
        <p:grpSpPr>
          <a:xfrm>
            <a:off x="5628300" y="1819925"/>
            <a:ext cx="376898" cy="330345"/>
            <a:chOff x="5323500" y="1591325"/>
            <a:chExt cx="376898" cy="330345"/>
          </a:xfrm>
        </p:grpSpPr>
        <p:sp>
          <p:nvSpPr>
            <p:cNvPr id="294" name="Google Shape;294;p31"/>
            <p:cNvSpPr/>
            <p:nvPr/>
          </p:nvSpPr>
          <p:spPr>
            <a:xfrm rot="5400000">
              <a:off x="5385398" y="1606670"/>
              <a:ext cx="312600" cy="3174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000000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1"/>
            <p:cNvSpPr/>
            <p:nvPr/>
          </p:nvSpPr>
          <p:spPr>
            <a:xfrm rot="5400000">
              <a:off x="5325900" y="1588925"/>
              <a:ext cx="312600" cy="3174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" name="Google Shape;296;p31"/>
          <p:cNvGrpSpPr/>
          <p:nvPr/>
        </p:nvGrpSpPr>
        <p:grpSpPr>
          <a:xfrm>
            <a:off x="5628300" y="3014073"/>
            <a:ext cx="376898" cy="330345"/>
            <a:chOff x="5323500" y="1591325"/>
            <a:chExt cx="376898" cy="330345"/>
          </a:xfrm>
        </p:grpSpPr>
        <p:sp>
          <p:nvSpPr>
            <p:cNvPr id="297" name="Google Shape;297;p31"/>
            <p:cNvSpPr/>
            <p:nvPr/>
          </p:nvSpPr>
          <p:spPr>
            <a:xfrm rot="5400000">
              <a:off x="5385398" y="1606670"/>
              <a:ext cx="312600" cy="3174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000000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1"/>
            <p:cNvSpPr/>
            <p:nvPr/>
          </p:nvSpPr>
          <p:spPr>
            <a:xfrm rot="5400000">
              <a:off x="5325900" y="1588925"/>
              <a:ext cx="312600" cy="3174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9" name="Google Shape;299;p31"/>
          <p:cNvSpPr txBox="1"/>
          <p:nvPr/>
        </p:nvSpPr>
        <p:spPr>
          <a:xfrm>
            <a:off x="4004250" y="2257823"/>
            <a:ext cx="3565500" cy="6429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Second</a:t>
            </a:r>
            <a:endParaRPr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00" name="Google Shape;300;p31"/>
          <p:cNvSpPr txBox="1"/>
          <p:nvPr/>
        </p:nvSpPr>
        <p:spPr>
          <a:xfrm>
            <a:off x="4004250" y="3451971"/>
            <a:ext cx="3565500" cy="6429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Last</a:t>
            </a:r>
            <a:endParaRPr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301" name="Google Shape;301;p31"/>
          <p:cNvGrpSpPr/>
          <p:nvPr/>
        </p:nvGrpSpPr>
        <p:grpSpPr>
          <a:xfrm>
            <a:off x="697729" y="2736178"/>
            <a:ext cx="408208" cy="465260"/>
            <a:chOff x="4630125" y="278900"/>
            <a:chExt cx="400675" cy="456675"/>
          </a:xfrm>
        </p:grpSpPr>
        <p:sp>
          <p:nvSpPr>
            <p:cNvPr id="302" name="Google Shape;302;p31"/>
            <p:cNvSpPr/>
            <p:nvPr/>
          </p:nvSpPr>
          <p:spPr>
            <a:xfrm>
              <a:off x="4659350" y="3288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12763" y="1"/>
                  </a:moveTo>
                  <a:lnTo>
                    <a:pt x="926" y="1"/>
                  </a:lnTo>
                  <a:lnTo>
                    <a:pt x="926" y="1"/>
                  </a:lnTo>
                  <a:lnTo>
                    <a:pt x="731" y="25"/>
                  </a:lnTo>
                  <a:lnTo>
                    <a:pt x="561" y="74"/>
                  </a:lnTo>
                  <a:lnTo>
                    <a:pt x="390" y="171"/>
                  </a:lnTo>
                  <a:lnTo>
                    <a:pt x="269" y="269"/>
                  </a:lnTo>
                  <a:lnTo>
                    <a:pt x="147" y="415"/>
                  </a:lnTo>
                  <a:lnTo>
                    <a:pt x="74" y="561"/>
                  </a:lnTo>
                  <a:lnTo>
                    <a:pt x="1" y="732"/>
                  </a:lnTo>
                  <a:lnTo>
                    <a:pt x="1" y="926"/>
                  </a:lnTo>
                  <a:lnTo>
                    <a:pt x="1" y="2948"/>
                  </a:lnTo>
                  <a:lnTo>
                    <a:pt x="1" y="2948"/>
                  </a:lnTo>
                  <a:lnTo>
                    <a:pt x="1" y="3143"/>
                  </a:lnTo>
                  <a:lnTo>
                    <a:pt x="74" y="3313"/>
                  </a:lnTo>
                  <a:lnTo>
                    <a:pt x="147" y="3459"/>
                  </a:lnTo>
                  <a:lnTo>
                    <a:pt x="269" y="3605"/>
                  </a:lnTo>
                  <a:lnTo>
                    <a:pt x="390" y="3727"/>
                  </a:lnTo>
                  <a:lnTo>
                    <a:pt x="561" y="3800"/>
                  </a:lnTo>
                  <a:lnTo>
                    <a:pt x="731" y="3849"/>
                  </a:lnTo>
                  <a:lnTo>
                    <a:pt x="926" y="3873"/>
                  </a:lnTo>
                  <a:lnTo>
                    <a:pt x="12763" y="3873"/>
                  </a:lnTo>
                  <a:lnTo>
                    <a:pt x="14857" y="1949"/>
                  </a:lnTo>
                  <a:lnTo>
                    <a:pt x="12763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1"/>
            <p:cNvSpPr/>
            <p:nvPr/>
          </p:nvSpPr>
          <p:spPr>
            <a:xfrm>
              <a:off x="4630125" y="4524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2095" y="1"/>
                  </a:moveTo>
                  <a:lnTo>
                    <a:pt x="13932" y="1"/>
                  </a:lnTo>
                  <a:lnTo>
                    <a:pt x="13932" y="1"/>
                  </a:lnTo>
                  <a:lnTo>
                    <a:pt x="14126" y="25"/>
                  </a:lnTo>
                  <a:lnTo>
                    <a:pt x="14297" y="74"/>
                  </a:lnTo>
                  <a:lnTo>
                    <a:pt x="14467" y="147"/>
                  </a:lnTo>
                  <a:lnTo>
                    <a:pt x="14589" y="269"/>
                  </a:lnTo>
                  <a:lnTo>
                    <a:pt x="14711" y="415"/>
                  </a:lnTo>
                  <a:lnTo>
                    <a:pt x="14784" y="561"/>
                  </a:lnTo>
                  <a:lnTo>
                    <a:pt x="14857" y="732"/>
                  </a:lnTo>
                  <a:lnTo>
                    <a:pt x="14857" y="926"/>
                  </a:lnTo>
                  <a:lnTo>
                    <a:pt x="14857" y="2948"/>
                  </a:lnTo>
                  <a:lnTo>
                    <a:pt x="14857" y="2948"/>
                  </a:lnTo>
                  <a:lnTo>
                    <a:pt x="14857" y="3143"/>
                  </a:lnTo>
                  <a:lnTo>
                    <a:pt x="14784" y="3313"/>
                  </a:lnTo>
                  <a:lnTo>
                    <a:pt x="14711" y="3459"/>
                  </a:lnTo>
                  <a:lnTo>
                    <a:pt x="14589" y="3605"/>
                  </a:lnTo>
                  <a:lnTo>
                    <a:pt x="14467" y="3703"/>
                  </a:lnTo>
                  <a:lnTo>
                    <a:pt x="14297" y="3800"/>
                  </a:lnTo>
                  <a:lnTo>
                    <a:pt x="14126" y="3849"/>
                  </a:lnTo>
                  <a:lnTo>
                    <a:pt x="13932" y="3873"/>
                  </a:lnTo>
                  <a:lnTo>
                    <a:pt x="2095" y="3873"/>
                  </a:lnTo>
                  <a:lnTo>
                    <a:pt x="1" y="1925"/>
                  </a:lnTo>
                  <a:lnTo>
                    <a:pt x="2095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1"/>
            <p:cNvSpPr/>
            <p:nvPr/>
          </p:nvSpPr>
          <p:spPr>
            <a:xfrm>
              <a:off x="4808525" y="278900"/>
              <a:ext cx="43875" cy="49950"/>
            </a:xfrm>
            <a:custGeom>
              <a:rect b="b" l="l" r="r" t="t"/>
              <a:pathLst>
                <a:path extrusionOk="0" fill="none" h="1998" w="1755">
                  <a:moveTo>
                    <a:pt x="1754" y="1998"/>
                  </a:moveTo>
                  <a:lnTo>
                    <a:pt x="1754" y="585"/>
                  </a:lnTo>
                  <a:lnTo>
                    <a:pt x="1754" y="585"/>
                  </a:lnTo>
                  <a:lnTo>
                    <a:pt x="1754" y="464"/>
                  </a:lnTo>
                  <a:lnTo>
                    <a:pt x="1730" y="366"/>
                  </a:lnTo>
                  <a:lnTo>
                    <a:pt x="1657" y="269"/>
                  </a:lnTo>
                  <a:lnTo>
                    <a:pt x="1584" y="171"/>
                  </a:lnTo>
                  <a:lnTo>
                    <a:pt x="1511" y="98"/>
                  </a:lnTo>
                  <a:lnTo>
                    <a:pt x="1413" y="49"/>
                  </a:lnTo>
                  <a:lnTo>
                    <a:pt x="1291" y="25"/>
                  </a:lnTo>
                  <a:lnTo>
                    <a:pt x="1194" y="1"/>
                  </a:lnTo>
                  <a:lnTo>
                    <a:pt x="561" y="1"/>
                  </a:lnTo>
                  <a:lnTo>
                    <a:pt x="561" y="1"/>
                  </a:lnTo>
                  <a:lnTo>
                    <a:pt x="463" y="25"/>
                  </a:lnTo>
                  <a:lnTo>
                    <a:pt x="342" y="49"/>
                  </a:lnTo>
                  <a:lnTo>
                    <a:pt x="244" y="98"/>
                  </a:lnTo>
                  <a:lnTo>
                    <a:pt x="171" y="171"/>
                  </a:lnTo>
                  <a:lnTo>
                    <a:pt x="98" y="269"/>
                  </a:lnTo>
                  <a:lnTo>
                    <a:pt x="25" y="366"/>
                  </a:lnTo>
                  <a:lnTo>
                    <a:pt x="1" y="464"/>
                  </a:lnTo>
                  <a:lnTo>
                    <a:pt x="1" y="585"/>
                  </a:lnTo>
                  <a:lnTo>
                    <a:pt x="1" y="1998"/>
                  </a:lnTo>
                  <a:lnTo>
                    <a:pt x="1754" y="1998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1"/>
            <p:cNvSpPr/>
            <p:nvPr/>
          </p:nvSpPr>
          <p:spPr>
            <a:xfrm>
              <a:off x="4808525" y="549250"/>
              <a:ext cx="43875" cy="186325"/>
            </a:xfrm>
            <a:custGeom>
              <a:rect b="b" l="l" r="r" t="t"/>
              <a:pathLst>
                <a:path extrusionOk="0" fill="none" h="7453" w="1755">
                  <a:moveTo>
                    <a:pt x="1" y="0"/>
                  </a:moveTo>
                  <a:lnTo>
                    <a:pt x="1" y="7453"/>
                  </a:lnTo>
                  <a:lnTo>
                    <a:pt x="1754" y="7453"/>
                  </a:lnTo>
                  <a:lnTo>
                    <a:pt x="175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6" name="Google Shape;306;p3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4CAF50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2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</a:t>
            </a:r>
            <a:r>
              <a:rPr lang="en">
                <a:solidFill>
                  <a:srgbClr val="4CAF50"/>
                </a:solidFill>
              </a:rPr>
              <a:t>REVIEW</a:t>
            </a:r>
            <a:r>
              <a:rPr lang="en"/>
              <a:t> SOME CONCEPTS</a:t>
            </a:r>
            <a:endParaRPr/>
          </a:p>
        </p:txBody>
      </p:sp>
      <p:sp>
        <p:nvSpPr>
          <p:cNvPr id="312" name="Google Shape;312;p32"/>
          <p:cNvSpPr txBox="1"/>
          <p:nvPr>
            <p:ph idx="1" type="body"/>
          </p:nvPr>
        </p:nvSpPr>
        <p:spPr>
          <a:xfrm>
            <a:off x="847600" y="1466850"/>
            <a:ext cx="20655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Yellow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313" name="Google Shape;313;p32"/>
          <p:cNvSpPr txBox="1"/>
          <p:nvPr>
            <p:ph idx="2" type="body"/>
          </p:nvPr>
        </p:nvSpPr>
        <p:spPr>
          <a:xfrm>
            <a:off x="3018930" y="1466850"/>
            <a:ext cx="20655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Blue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314" name="Google Shape;314;p32"/>
          <p:cNvSpPr txBox="1"/>
          <p:nvPr>
            <p:ph idx="3" type="body"/>
          </p:nvPr>
        </p:nvSpPr>
        <p:spPr>
          <a:xfrm>
            <a:off x="5190261" y="1466850"/>
            <a:ext cx="20655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Red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5" name="Google Shape;315;p32"/>
          <p:cNvSpPr txBox="1"/>
          <p:nvPr>
            <p:ph idx="1" type="body"/>
          </p:nvPr>
        </p:nvSpPr>
        <p:spPr>
          <a:xfrm>
            <a:off x="847600" y="3048000"/>
            <a:ext cx="20655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Yellow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316" name="Google Shape;316;p32"/>
          <p:cNvSpPr txBox="1"/>
          <p:nvPr>
            <p:ph idx="2" type="body"/>
          </p:nvPr>
        </p:nvSpPr>
        <p:spPr>
          <a:xfrm>
            <a:off x="3018930" y="3048000"/>
            <a:ext cx="20655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Blue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317" name="Google Shape;317;p32"/>
          <p:cNvSpPr txBox="1"/>
          <p:nvPr>
            <p:ph idx="3" type="body"/>
          </p:nvPr>
        </p:nvSpPr>
        <p:spPr>
          <a:xfrm>
            <a:off x="5190261" y="3048000"/>
            <a:ext cx="20655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Red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pSp>
        <p:nvGrpSpPr>
          <p:cNvPr id="318" name="Google Shape;318;p32"/>
          <p:cNvGrpSpPr/>
          <p:nvPr/>
        </p:nvGrpSpPr>
        <p:grpSpPr>
          <a:xfrm>
            <a:off x="318368" y="732615"/>
            <a:ext cx="432381" cy="432313"/>
            <a:chOff x="1923675" y="1633650"/>
            <a:chExt cx="436000" cy="435975"/>
          </a:xfrm>
        </p:grpSpPr>
        <p:sp>
          <p:nvSpPr>
            <p:cNvPr id="319" name="Google Shape;319;p32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2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2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2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2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2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" name="Google Shape;325;p3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8BC34A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3"/>
          <p:cNvSpPr txBox="1"/>
          <p:nvPr>
            <p:ph idx="1" type="body"/>
          </p:nvPr>
        </p:nvSpPr>
        <p:spPr>
          <a:xfrm>
            <a:off x="841000" y="4025300"/>
            <a:ext cx="7845900" cy="51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You can copy&amp;paste graphs from </a:t>
            </a:r>
            <a:r>
              <a:rPr lang="en" u="sng">
                <a:solidFill>
                  <a:srgbClr val="8BC34A"/>
                </a:solidFill>
                <a:hlinkClick r:id="rId3"/>
              </a:rPr>
              <a:t>Google Sheets</a:t>
            </a:r>
            <a:endParaRPr>
              <a:solidFill>
                <a:srgbClr val="8BC34A"/>
              </a:solidFill>
            </a:endParaRPr>
          </a:p>
        </p:txBody>
      </p:sp>
      <p:pic>
        <p:nvPicPr>
          <p:cNvPr id="331" name="Google Shape;33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" y="448025"/>
            <a:ext cx="6235874" cy="3679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CDDC39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4"/>
          <p:cNvSpPr/>
          <p:nvPr/>
        </p:nvSpPr>
        <p:spPr>
          <a:xfrm>
            <a:off x="5985010" y="489825"/>
            <a:ext cx="2075120" cy="4163909"/>
          </a:xfrm>
          <a:custGeom>
            <a:rect b="b" l="l" r="r" t="t"/>
            <a:pathLst>
              <a:path extrusionOk="0" h="61841" w="30819">
                <a:moveTo>
                  <a:pt x="5160" y="2580"/>
                </a:moveTo>
                <a:lnTo>
                  <a:pt x="5295" y="2648"/>
                </a:lnTo>
                <a:lnTo>
                  <a:pt x="5363" y="2784"/>
                </a:lnTo>
                <a:lnTo>
                  <a:pt x="5363" y="2920"/>
                </a:lnTo>
                <a:lnTo>
                  <a:pt x="5363" y="3055"/>
                </a:lnTo>
                <a:lnTo>
                  <a:pt x="5295" y="3191"/>
                </a:lnTo>
                <a:lnTo>
                  <a:pt x="5160" y="3259"/>
                </a:lnTo>
                <a:lnTo>
                  <a:pt x="4888" y="3259"/>
                </a:lnTo>
                <a:lnTo>
                  <a:pt x="4752" y="3191"/>
                </a:lnTo>
                <a:lnTo>
                  <a:pt x="4684" y="3055"/>
                </a:lnTo>
                <a:lnTo>
                  <a:pt x="4684" y="2920"/>
                </a:lnTo>
                <a:lnTo>
                  <a:pt x="4684" y="2784"/>
                </a:lnTo>
                <a:lnTo>
                  <a:pt x="4752" y="2648"/>
                </a:lnTo>
                <a:lnTo>
                  <a:pt x="4888" y="2580"/>
                </a:lnTo>
                <a:close/>
                <a:moveTo>
                  <a:pt x="15410" y="2241"/>
                </a:moveTo>
                <a:lnTo>
                  <a:pt x="15681" y="2309"/>
                </a:lnTo>
                <a:lnTo>
                  <a:pt x="15885" y="2444"/>
                </a:lnTo>
                <a:lnTo>
                  <a:pt x="16021" y="2648"/>
                </a:lnTo>
                <a:lnTo>
                  <a:pt x="16088" y="2920"/>
                </a:lnTo>
                <a:lnTo>
                  <a:pt x="16021" y="3191"/>
                </a:lnTo>
                <a:lnTo>
                  <a:pt x="15885" y="3395"/>
                </a:lnTo>
                <a:lnTo>
                  <a:pt x="15681" y="3531"/>
                </a:lnTo>
                <a:lnTo>
                  <a:pt x="15410" y="3598"/>
                </a:lnTo>
                <a:lnTo>
                  <a:pt x="15138" y="3531"/>
                </a:lnTo>
                <a:lnTo>
                  <a:pt x="14934" y="3395"/>
                </a:lnTo>
                <a:lnTo>
                  <a:pt x="14799" y="3191"/>
                </a:lnTo>
                <a:lnTo>
                  <a:pt x="14731" y="2920"/>
                </a:lnTo>
                <a:lnTo>
                  <a:pt x="14799" y="2648"/>
                </a:lnTo>
                <a:lnTo>
                  <a:pt x="14934" y="2444"/>
                </a:lnTo>
                <a:lnTo>
                  <a:pt x="15138" y="2309"/>
                </a:lnTo>
                <a:lnTo>
                  <a:pt x="15410" y="2241"/>
                </a:lnTo>
                <a:close/>
                <a:moveTo>
                  <a:pt x="29393" y="5228"/>
                </a:moveTo>
                <a:lnTo>
                  <a:pt x="29461" y="5296"/>
                </a:lnTo>
                <a:lnTo>
                  <a:pt x="29461" y="54849"/>
                </a:lnTo>
                <a:lnTo>
                  <a:pt x="1426" y="54849"/>
                </a:lnTo>
                <a:lnTo>
                  <a:pt x="1426" y="5296"/>
                </a:lnTo>
                <a:lnTo>
                  <a:pt x="1494" y="5228"/>
                </a:lnTo>
                <a:close/>
                <a:moveTo>
                  <a:pt x="15410" y="544"/>
                </a:moveTo>
                <a:lnTo>
                  <a:pt x="19143" y="612"/>
                </a:lnTo>
                <a:lnTo>
                  <a:pt x="23012" y="747"/>
                </a:lnTo>
                <a:lnTo>
                  <a:pt x="26339" y="951"/>
                </a:lnTo>
                <a:lnTo>
                  <a:pt x="27560" y="1087"/>
                </a:lnTo>
                <a:lnTo>
                  <a:pt x="27560" y="1087"/>
                </a:lnTo>
                <a:lnTo>
                  <a:pt x="26339" y="1019"/>
                </a:lnTo>
                <a:lnTo>
                  <a:pt x="23012" y="815"/>
                </a:lnTo>
                <a:lnTo>
                  <a:pt x="19143" y="680"/>
                </a:lnTo>
                <a:lnTo>
                  <a:pt x="15410" y="612"/>
                </a:lnTo>
                <a:lnTo>
                  <a:pt x="11676" y="680"/>
                </a:lnTo>
                <a:lnTo>
                  <a:pt x="7807" y="815"/>
                </a:lnTo>
                <a:lnTo>
                  <a:pt x="4481" y="1019"/>
                </a:lnTo>
                <a:lnTo>
                  <a:pt x="3259" y="1087"/>
                </a:lnTo>
                <a:lnTo>
                  <a:pt x="2444" y="1223"/>
                </a:lnTo>
                <a:lnTo>
                  <a:pt x="1969" y="1358"/>
                </a:lnTo>
                <a:lnTo>
                  <a:pt x="1630" y="1494"/>
                </a:lnTo>
                <a:lnTo>
                  <a:pt x="1290" y="1698"/>
                </a:lnTo>
                <a:lnTo>
                  <a:pt x="1019" y="1901"/>
                </a:lnTo>
                <a:lnTo>
                  <a:pt x="815" y="2173"/>
                </a:lnTo>
                <a:lnTo>
                  <a:pt x="679" y="2444"/>
                </a:lnTo>
                <a:lnTo>
                  <a:pt x="544" y="2852"/>
                </a:lnTo>
                <a:lnTo>
                  <a:pt x="544" y="3259"/>
                </a:lnTo>
                <a:lnTo>
                  <a:pt x="544" y="58311"/>
                </a:lnTo>
                <a:lnTo>
                  <a:pt x="544" y="58718"/>
                </a:lnTo>
                <a:lnTo>
                  <a:pt x="476" y="58311"/>
                </a:lnTo>
                <a:lnTo>
                  <a:pt x="476" y="3259"/>
                </a:lnTo>
                <a:lnTo>
                  <a:pt x="544" y="2784"/>
                </a:lnTo>
                <a:lnTo>
                  <a:pt x="612" y="2444"/>
                </a:lnTo>
                <a:lnTo>
                  <a:pt x="747" y="2105"/>
                </a:lnTo>
                <a:lnTo>
                  <a:pt x="951" y="1834"/>
                </a:lnTo>
                <a:lnTo>
                  <a:pt x="1222" y="1630"/>
                </a:lnTo>
                <a:lnTo>
                  <a:pt x="1562" y="1426"/>
                </a:lnTo>
                <a:lnTo>
                  <a:pt x="1969" y="1290"/>
                </a:lnTo>
                <a:lnTo>
                  <a:pt x="2444" y="1155"/>
                </a:lnTo>
                <a:lnTo>
                  <a:pt x="3259" y="1087"/>
                </a:lnTo>
                <a:lnTo>
                  <a:pt x="4481" y="951"/>
                </a:lnTo>
                <a:lnTo>
                  <a:pt x="7807" y="747"/>
                </a:lnTo>
                <a:lnTo>
                  <a:pt x="11676" y="612"/>
                </a:lnTo>
                <a:lnTo>
                  <a:pt x="15410" y="544"/>
                </a:lnTo>
                <a:close/>
                <a:moveTo>
                  <a:pt x="27560" y="1087"/>
                </a:moveTo>
                <a:lnTo>
                  <a:pt x="28375" y="1155"/>
                </a:lnTo>
                <a:lnTo>
                  <a:pt x="28850" y="1290"/>
                </a:lnTo>
                <a:lnTo>
                  <a:pt x="29257" y="1426"/>
                </a:lnTo>
                <a:lnTo>
                  <a:pt x="29597" y="1630"/>
                </a:lnTo>
                <a:lnTo>
                  <a:pt x="29868" y="1834"/>
                </a:lnTo>
                <a:lnTo>
                  <a:pt x="30072" y="2105"/>
                </a:lnTo>
                <a:lnTo>
                  <a:pt x="30208" y="2444"/>
                </a:lnTo>
                <a:lnTo>
                  <a:pt x="30276" y="2784"/>
                </a:lnTo>
                <a:lnTo>
                  <a:pt x="30344" y="3259"/>
                </a:lnTo>
                <a:lnTo>
                  <a:pt x="30344" y="58311"/>
                </a:lnTo>
                <a:lnTo>
                  <a:pt x="30276" y="58718"/>
                </a:lnTo>
                <a:lnTo>
                  <a:pt x="30208" y="59125"/>
                </a:lnTo>
                <a:lnTo>
                  <a:pt x="30072" y="59465"/>
                </a:lnTo>
                <a:lnTo>
                  <a:pt x="29868" y="59736"/>
                </a:lnTo>
                <a:lnTo>
                  <a:pt x="29597" y="60008"/>
                </a:lnTo>
                <a:lnTo>
                  <a:pt x="29257" y="60144"/>
                </a:lnTo>
                <a:lnTo>
                  <a:pt x="28850" y="60347"/>
                </a:lnTo>
                <a:lnTo>
                  <a:pt x="28375" y="60415"/>
                </a:lnTo>
                <a:lnTo>
                  <a:pt x="26746" y="60687"/>
                </a:lnTo>
                <a:lnTo>
                  <a:pt x="23895" y="60958"/>
                </a:lnTo>
                <a:lnTo>
                  <a:pt x="22130" y="61094"/>
                </a:lnTo>
                <a:lnTo>
                  <a:pt x="20093" y="61230"/>
                </a:lnTo>
                <a:lnTo>
                  <a:pt x="17853" y="61298"/>
                </a:lnTo>
                <a:lnTo>
                  <a:pt x="12966" y="61298"/>
                </a:lnTo>
                <a:lnTo>
                  <a:pt x="10726" y="61230"/>
                </a:lnTo>
                <a:lnTo>
                  <a:pt x="8689" y="61094"/>
                </a:lnTo>
                <a:lnTo>
                  <a:pt x="6924" y="60958"/>
                </a:lnTo>
                <a:lnTo>
                  <a:pt x="4073" y="60687"/>
                </a:lnTo>
                <a:lnTo>
                  <a:pt x="2444" y="60415"/>
                </a:lnTo>
                <a:lnTo>
                  <a:pt x="1969" y="60347"/>
                </a:lnTo>
                <a:lnTo>
                  <a:pt x="1562" y="60144"/>
                </a:lnTo>
                <a:lnTo>
                  <a:pt x="1290" y="60008"/>
                </a:lnTo>
                <a:lnTo>
                  <a:pt x="951" y="59736"/>
                </a:lnTo>
                <a:lnTo>
                  <a:pt x="747" y="59465"/>
                </a:lnTo>
                <a:lnTo>
                  <a:pt x="612" y="59125"/>
                </a:lnTo>
                <a:lnTo>
                  <a:pt x="544" y="58718"/>
                </a:lnTo>
                <a:lnTo>
                  <a:pt x="544" y="58718"/>
                </a:lnTo>
                <a:lnTo>
                  <a:pt x="679" y="59125"/>
                </a:lnTo>
                <a:lnTo>
                  <a:pt x="815" y="59397"/>
                </a:lnTo>
                <a:lnTo>
                  <a:pt x="1019" y="59669"/>
                </a:lnTo>
                <a:lnTo>
                  <a:pt x="1290" y="59940"/>
                </a:lnTo>
                <a:lnTo>
                  <a:pt x="1630" y="60144"/>
                </a:lnTo>
                <a:lnTo>
                  <a:pt x="2037" y="60279"/>
                </a:lnTo>
                <a:lnTo>
                  <a:pt x="2444" y="60415"/>
                </a:lnTo>
                <a:lnTo>
                  <a:pt x="4073" y="60619"/>
                </a:lnTo>
                <a:lnTo>
                  <a:pt x="6924" y="60890"/>
                </a:lnTo>
                <a:lnTo>
                  <a:pt x="8689" y="61026"/>
                </a:lnTo>
                <a:lnTo>
                  <a:pt x="10726" y="61162"/>
                </a:lnTo>
                <a:lnTo>
                  <a:pt x="12966" y="61230"/>
                </a:lnTo>
                <a:lnTo>
                  <a:pt x="17853" y="61230"/>
                </a:lnTo>
                <a:lnTo>
                  <a:pt x="20093" y="61162"/>
                </a:lnTo>
                <a:lnTo>
                  <a:pt x="22130" y="61026"/>
                </a:lnTo>
                <a:lnTo>
                  <a:pt x="23895" y="60890"/>
                </a:lnTo>
                <a:lnTo>
                  <a:pt x="26746" y="60619"/>
                </a:lnTo>
                <a:lnTo>
                  <a:pt x="28375" y="60415"/>
                </a:lnTo>
                <a:lnTo>
                  <a:pt x="28850" y="60279"/>
                </a:lnTo>
                <a:lnTo>
                  <a:pt x="29190" y="60144"/>
                </a:lnTo>
                <a:lnTo>
                  <a:pt x="29529" y="59940"/>
                </a:lnTo>
                <a:lnTo>
                  <a:pt x="29800" y="59669"/>
                </a:lnTo>
                <a:lnTo>
                  <a:pt x="30004" y="59397"/>
                </a:lnTo>
                <a:lnTo>
                  <a:pt x="30140" y="59125"/>
                </a:lnTo>
                <a:lnTo>
                  <a:pt x="30276" y="58718"/>
                </a:lnTo>
                <a:lnTo>
                  <a:pt x="30276" y="58311"/>
                </a:lnTo>
                <a:lnTo>
                  <a:pt x="30276" y="3259"/>
                </a:lnTo>
                <a:lnTo>
                  <a:pt x="30276" y="2852"/>
                </a:lnTo>
                <a:lnTo>
                  <a:pt x="30140" y="2444"/>
                </a:lnTo>
                <a:lnTo>
                  <a:pt x="30004" y="2173"/>
                </a:lnTo>
                <a:lnTo>
                  <a:pt x="29800" y="1901"/>
                </a:lnTo>
                <a:lnTo>
                  <a:pt x="29529" y="1698"/>
                </a:lnTo>
                <a:lnTo>
                  <a:pt x="29190" y="1494"/>
                </a:lnTo>
                <a:lnTo>
                  <a:pt x="28850" y="1358"/>
                </a:lnTo>
                <a:lnTo>
                  <a:pt x="28375" y="1223"/>
                </a:lnTo>
                <a:lnTo>
                  <a:pt x="27560" y="1087"/>
                </a:lnTo>
                <a:close/>
                <a:moveTo>
                  <a:pt x="15410" y="1"/>
                </a:moveTo>
                <a:lnTo>
                  <a:pt x="11608" y="69"/>
                </a:lnTo>
                <a:lnTo>
                  <a:pt x="7739" y="204"/>
                </a:lnTo>
                <a:lnTo>
                  <a:pt x="4413" y="408"/>
                </a:lnTo>
                <a:lnTo>
                  <a:pt x="3191" y="544"/>
                </a:lnTo>
                <a:lnTo>
                  <a:pt x="2309" y="680"/>
                </a:lnTo>
                <a:lnTo>
                  <a:pt x="1765" y="815"/>
                </a:lnTo>
                <a:lnTo>
                  <a:pt x="1290" y="1019"/>
                </a:lnTo>
                <a:lnTo>
                  <a:pt x="883" y="1223"/>
                </a:lnTo>
                <a:lnTo>
                  <a:pt x="544" y="1494"/>
                </a:lnTo>
                <a:lnTo>
                  <a:pt x="340" y="1901"/>
                </a:lnTo>
                <a:lnTo>
                  <a:pt x="136" y="2241"/>
                </a:lnTo>
                <a:lnTo>
                  <a:pt x="1" y="2716"/>
                </a:lnTo>
                <a:lnTo>
                  <a:pt x="1" y="3259"/>
                </a:lnTo>
                <a:lnTo>
                  <a:pt x="1" y="58311"/>
                </a:lnTo>
                <a:lnTo>
                  <a:pt x="1" y="58854"/>
                </a:lnTo>
                <a:lnTo>
                  <a:pt x="136" y="59261"/>
                </a:lnTo>
                <a:lnTo>
                  <a:pt x="340" y="59736"/>
                </a:lnTo>
                <a:lnTo>
                  <a:pt x="612" y="60076"/>
                </a:lnTo>
                <a:lnTo>
                  <a:pt x="951" y="60347"/>
                </a:lnTo>
                <a:lnTo>
                  <a:pt x="1358" y="60619"/>
                </a:lnTo>
                <a:lnTo>
                  <a:pt x="1833" y="60823"/>
                </a:lnTo>
                <a:lnTo>
                  <a:pt x="2309" y="60958"/>
                </a:lnTo>
                <a:lnTo>
                  <a:pt x="4006" y="61162"/>
                </a:lnTo>
                <a:lnTo>
                  <a:pt x="6857" y="61501"/>
                </a:lnTo>
                <a:lnTo>
                  <a:pt x="8689" y="61637"/>
                </a:lnTo>
                <a:lnTo>
                  <a:pt x="10726" y="61705"/>
                </a:lnTo>
                <a:lnTo>
                  <a:pt x="12966" y="61773"/>
                </a:lnTo>
                <a:lnTo>
                  <a:pt x="15410" y="61841"/>
                </a:lnTo>
                <a:lnTo>
                  <a:pt x="17853" y="61773"/>
                </a:lnTo>
                <a:lnTo>
                  <a:pt x="20093" y="61705"/>
                </a:lnTo>
                <a:lnTo>
                  <a:pt x="22130" y="61637"/>
                </a:lnTo>
                <a:lnTo>
                  <a:pt x="23963" y="61501"/>
                </a:lnTo>
                <a:lnTo>
                  <a:pt x="26814" y="61162"/>
                </a:lnTo>
                <a:lnTo>
                  <a:pt x="28511" y="60958"/>
                </a:lnTo>
                <a:lnTo>
                  <a:pt x="28986" y="60823"/>
                </a:lnTo>
                <a:lnTo>
                  <a:pt x="29461" y="60619"/>
                </a:lnTo>
                <a:lnTo>
                  <a:pt x="29868" y="60347"/>
                </a:lnTo>
                <a:lnTo>
                  <a:pt x="30208" y="60076"/>
                </a:lnTo>
                <a:lnTo>
                  <a:pt x="30479" y="59736"/>
                </a:lnTo>
                <a:lnTo>
                  <a:pt x="30683" y="59261"/>
                </a:lnTo>
                <a:lnTo>
                  <a:pt x="30819" y="58854"/>
                </a:lnTo>
                <a:lnTo>
                  <a:pt x="30819" y="58311"/>
                </a:lnTo>
                <a:lnTo>
                  <a:pt x="30819" y="3259"/>
                </a:lnTo>
                <a:lnTo>
                  <a:pt x="30819" y="2716"/>
                </a:lnTo>
                <a:lnTo>
                  <a:pt x="30683" y="2241"/>
                </a:lnTo>
                <a:lnTo>
                  <a:pt x="30547" y="1901"/>
                </a:lnTo>
                <a:lnTo>
                  <a:pt x="30276" y="1494"/>
                </a:lnTo>
                <a:lnTo>
                  <a:pt x="29936" y="1223"/>
                </a:lnTo>
                <a:lnTo>
                  <a:pt x="29529" y="1019"/>
                </a:lnTo>
                <a:lnTo>
                  <a:pt x="29054" y="815"/>
                </a:lnTo>
                <a:lnTo>
                  <a:pt x="28511" y="680"/>
                </a:lnTo>
                <a:lnTo>
                  <a:pt x="27628" y="544"/>
                </a:lnTo>
                <a:lnTo>
                  <a:pt x="26406" y="408"/>
                </a:lnTo>
                <a:lnTo>
                  <a:pt x="23080" y="204"/>
                </a:lnTo>
                <a:lnTo>
                  <a:pt x="19211" y="69"/>
                </a:lnTo>
                <a:lnTo>
                  <a:pt x="15410" y="1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4"/>
          <p:cNvSpPr/>
          <p:nvPr/>
        </p:nvSpPr>
        <p:spPr>
          <a:xfrm>
            <a:off x="6078325" y="839000"/>
            <a:ext cx="1888500" cy="3356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Place your screenshot here</a:t>
            </a:r>
            <a:endParaRPr sz="1000"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39" name="Google Shape;339;p34"/>
          <p:cNvSpPr txBox="1"/>
          <p:nvPr>
            <p:ph type="title"/>
          </p:nvPr>
        </p:nvSpPr>
        <p:spPr>
          <a:xfrm>
            <a:off x="838309" y="1807900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DDC39"/>
                </a:solidFill>
              </a:rPr>
              <a:t>ANDROID</a:t>
            </a:r>
            <a:r>
              <a:rPr lang="en"/>
              <a:t> PROJECT</a:t>
            </a:r>
            <a:endParaRPr/>
          </a:p>
        </p:txBody>
      </p:sp>
      <p:sp>
        <p:nvSpPr>
          <p:cNvPr id="340" name="Google Shape;340;p34"/>
          <p:cNvSpPr txBox="1"/>
          <p:nvPr>
            <p:ph idx="1" type="body"/>
          </p:nvPr>
        </p:nvSpPr>
        <p:spPr>
          <a:xfrm>
            <a:off x="838250" y="2419350"/>
            <a:ext cx="31482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Show and explain your web, app or software projects using these gadget templates.</a:t>
            </a:r>
            <a:endParaRPr/>
          </a:p>
        </p:txBody>
      </p:sp>
      <p:sp>
        <p:nvSpPr>
          <p:cNvPr id="341" name="Google Shape;341;p34"/>
          <p:cNvSpPr/>
          <p:nvPr/>
        </p:nvSpPr>
        <p:spPr>
          <a:xfrm>
            <a:off x="512260" y="1550799"/>
            <a:ext cx="280383" cy="485681"/>
          </a:xfrm>
          <a:custGeom>
            <a:rect b="b" l="l" r="r" t="t"/>
            <a:pathLst>
              <a:path extrusionOk="0" fill="none" h="20508" w="11838">
                <a:moveTo>
                  <a:pt x="10547" y="1"/>
                </a:moveTo>
                <a:lnTo>
                  <a:pt x="1292" y="1"/>
                </a:lnTo>
                <a:lnTo>
                  <a:pt x="1292" y="1"/>
                </a:lnTo>
                <a:lnTo>
                  <a:pt x="1024" y="25"/>
                </a:lnTo>
                <a:lnTo>
                  <a:pt x="780" y="98"/>
                </a:lnTo>
                <a:lnTo>
                  <a:pt x="561" y="220"/>
                </a:lnTo>
                <a:lnTo>
                  <a:pt x="366" y="366"/>
                </a:lnTo>
                <a:lnTo>
                  <a:pt x="220" y="561"/>
                </a:lnTo>
                <a:lnTo>
                  <a:pt x="98" y="780"/>
                </a:lnTo>
                <a:lnTo>
                  <a:pt x="25" y="1024"/>
                </a:lnTo>
                <a:lnTo>
                  <a:pt x="1" y="1292"/>
                </a:lnTo>
                <a:lnTo>
                  <a:pt x="1" y="19217"/>
                </a:lnTo>
                <a:lnTo>
                  <a:pt x="1" y="19217"/>
                </a:lnTo>
                <a:lnTo>
                  <a:pt x="25" y="19485"/>
                </a:lnTo>
                <a:lnTo>
                  <a:pt x="98" y="19728"/>
                </a:lnTo>
                <a:lnTo>
                  <a:pt x="220" y="19948"/>
                </a:lnTo>
                <a:lnTo>
                  <a:pt x="366" y="20142"/>
                </a:lnTo>
                <a:lnTo>
                  <a:pt x="561" y="20289"/>
                </a:lnTo>
                <a:lnTo>
                  <a:pt x="780" y="20410"/>
                </a:lnTo>
                <a:lnTo>
                  <a:pt x="1024" y="20483"/>
                </a:lnTo>
                <a:lnTo>
                  <a:pt x="1292" y="20508"/>
                </a:lnTo>
                <a:lnTo>
                  <a:pt x="10547" y="20508"/>
                </a:lnTo>
                <a:lnTo>
                  <a:pt x="10547" y="20508"/>
                </a:lnTo>
                <a:lnTo>
                  <a:pt x="10814" y="20483"/>
                </a:lnTo>
                <a:lnTo>
                  <a:pt x="11058" y="20410"/>
                </a:lnTo>
                <a:lnTo>
                  <a:pt x="11277" y="20289"/>
                </a:lnTo>
                <a:lnTo>
                  <a:pt x="11472" y="20142"/>
                </a:lnTo>
                <a:lnTo>
                  <a:pt x="11618" y="19948"/>
                </a:lnTo>
                <a:lnTo>
                  <a:pt x="11740" y="19728"/>
                </a:lnTo>
                <a:lnTo>
                  <a:pt x="11813" y="19485"/>
                </a:lnTo>
                <a:lnTo>
                  <a:pt x="11837" y="19217"/>
                </a:lnTo>
                <a:lnTo>
                  <a:pt x="11837" y="1292"/>
                </a:lnTo>
                <a:lnTo>
                  <a:pt x="11837" y="1292"/>
                </a:lnTo>
                <a:lnTo>
                  <a:pt x="11813" y="1024"/>
                </a:lnTo>
                <a:lnTo>
                  <a:pt x="11740" y="780"/>
                </a:lnTo>
                <a:lnTo>
                  <a:pt x="11618" y="561"/>
                </a:lnTo>
                <a:lnTo>
                  <a:pt x="11472" y="366"/>
                </a:lnTo>
                <a:lnTo>
                  <a:pt x="11277" y="220"/>
                </a:lnTo>
                <a:lnTo>
                  <a:pt x="11058" y="98"/>
                </a:lnTo>
                <a:lnTo>
                  <a:pt x="10814" y="25"/>
                </a:lnTo>
                <a:lnTo>
                  <a:pt x="10547" y="1"/>
                </a:lnTo>
                <a:lnTo>
                  <a:pt x="10547" y="1"/>
                </a:lnTo>
                <a:close/>
                <a:moveTo>
                  <a:pt x="5554" y="975"/>
                </a:moveTo>
                <a:lnTo>
                  <a:pt x="6284" y="975"/>
                </a:lnTo>
                <a:lnTo>
                  <a:pt x="6284" y="975"/>
                </a:lnTo>
                <a:lnTo>
                  <a:pt x="6406" y="999"/>
                </a:lnTo>
                <a:lnTo>
                  <a:pt x="6479" y="1073"/>
                </a:lnTo>
                <a:lnTo>
                  <a:pt x="6552" y="1146"/>
                </a:lnTo>
                <a:lnTo>
                  <a:pt x="6577" y="1267"/>
                </a:lnTo>
                <a:lnTo>
                  <a:pt x="6577" y="1267"/>
                </a:lnTo>
                <a:lnTo>
                  <a:pt x="6552" y="1365"/>
                </a:lnTo>
                <a:lnTo>
                  <a:pt x="6479" y="1462"/>
                </a:lnTo>
                <a:lnTo>
                  <a:pt x="6406" y="1511"/>
                </a:lnTo>
                <a:lnTo>
                  <a:pt x="6284" y="1535"/>
                </a:lnTo>
                <a:lnTo>
                  <a:pt x="5554" y="1535"/>
                </a:lnTo>
                <a:lnTo>
                  <a:pt x="5554" y="1535"/>
                </a:lnTo>
                <a:lnTo>
                  <a:pt x="5432" y="1511"/>
                </a:lnTo>
                <a:lnTo>
                  <a:pt x="5359" y="1462"/>
                </a:lnTo>
                <a:lnTo>
                  <a:pt x="5286" y="1365"/>
                </a:lnTo>
                <a:lnTo>
                  <a:pt x="5262" y="1267"/>
                </a:lnTo>
                <a:lnTo>
                  <a:pt x="5262" y="1267"/>
                </a:lnTo>
                <a:lnTo>
                  <a:pt x="5286" y="1146"/>
                </a:lnTo>
                <a:lnTo>
                  <a:pt x="5359" y="1073"/>
                </a:lnTo>
                <a:lnTo>
                  <a:pt x="5432" y="999"/>
                </a:lnTo>
                <a:lnTo>
                  <a:pt x="5554" y="975"/>
                </a:lnTo>
                <a:lnTo>
                  <a:pt x="5554" y="975"/>
                </a:lnTo>
                <a:close/>
                <a:moveTo>
                  <a:pt x="5919" y="19436"/>
                </a:moveTo>
                <a:lnTo>
                  <a:pt x="5919" y="19436"/>
                </a:lnTo>
                <a:lnTo>
                  <a:pt x="5749" y="19412"/>
                </a:lnTo>
                <a:lnTo>
                  <a:pt x="5578" y="19363"/>
                </a:lnTo>
                <a:lnTo>
                  <a:pt x="5432" y="19290"/>
                </a:lnTo>
                <a:lnTo>
                  <a:pt x="5310" y="19193"/>
                </a:lnTo>
                <a:lnTo>
                  <a:pt x="5213" y="19071"/>
                </a:lnTo>
                <a:lnTo>
                  <a:pt x="5140" y="18925"/>
                </a:lnTo>
                <a:lnTo>
                  <a:pt x="5091" y="18754"/>
                </a:lnTo>
                <a:lnTo>
                  <a:pt x="5067" y="18584"/>
                </a:lnTo>
                <a:lnTo>
                  <a:pt x="5067" y="18584"/>
                </a:lnTo>
                <a:lnTo>
                  <a:pt x="5091" y="18413"/>
                </a:lnTo>
                <a:lnTo>
                  <a:pt x="5140" y="18243"/>
                </a:lnTo>
                <a:lnTo>
                  <a:pt x="5213" y="18097"/>
                </a:lnTo>
                <a:lnTo>
                  <a:pt x="5310" y="17975"/>
                </a:lnTo>
                <a:lnTo>
                  <a:pt x="5432" y="17877"/>
                </a:lnTo>
                <a:lnTo>
                  <a:pt x="5578" y="17804"/>
                </a:lnTo>
                <a:lnTo>
                  <a:pt x="5749" y="17756"/>
                </a:lnTo>
                <a:lnTo>
                  <a:pt x="5919" y="17731"/>
                </a:lnTo>
                <a:lnTo>
                  <a:pt x="5919" y="17731"/>
                </a:lnTo>
                <a:lnTo>
                  <a:pt x="6090" y="17756"/>
                </a:lnTo>
                <a:lnTo>
                  <a:pt x="6260" y="17804"/>
                </a:lnTo>
                <a:lnTo>
                  <a:pt x="6406" y="17877"/>
                </a:lnTo>
                <a:lnTo>
                  <a:pt x="6528" y="17975"/>
                </a:lnTo>
                <a:lnTo>
                  <a:pt x="6625" y="18097"/>
                </a:lnTo>
                <a:lnTo>
                  <a:pt x="6699" y="18243"/>
                </a:lnTo>
                <a:lnTo>
                  <a:pt x="6747" y="18413"/>
                </a:lnTo>
                <a:lnTo>
                  <a:pt x="6772" y="18584"/>
                </a:lnTo>
                <a:lnTo>
                  <a:pt x="6772" y="18584"/>
                </a:lnTo>
                <a:lnTo>
                  <a:pt x="6747" y="18754"/>
                </a:lnTo>
                <a:lnTo>
                  <a:pt x="6699" y="18925"/>
                </a:lnTo>
                <a:lnTo>
                  <a:pt x="6625" y="19071"/>
                </a:lnTo>
                <a:lnTo>
                  <a:pt x="6528" y="19193"/>
                </a:lnTo>
                <a:lnTo>
                  <a:pt x="6406" y="19290"/>
                </a:lnTo>
                <a:lnTo>
                  <a:pt x="6260" y="19363"/>
                </a:lnTo>
                <a:lnTo>
                  <a:pt x="6090" y="19412"/>
                </a:lnTo>
                <a:lnTo>
                  <a:pt x="5919" y="19436"/>
                </a:lnTo>
                <a:lnTo>
                  <a:pt x="5919" y="19436"/>
                </a:lnTo>
                <a:close/>
                <a:moveTo>
                  <a:pt x="10547" y="16660"/>
                </a:moveTo>
                <a:lnTo>
                  <a:pt x="1292" y="16660"/>
                </a:lnTo>
                <a:lnTo>
                  <a:pt x="1292" y="2558"/>
                </a:lnTo>
                <a:lnTo>
                  <a:pt x="10547" y="2558"/>
                </a:lnTo>
                <a:lnTo>
                  <a:pt x="10547" y="16660"/>
                </a:lnTo>
                <a:close/>
              </a:path>
            </a:pathLst>
          </a:custGeom>
          <a:noFill/>
          <a:ln cap="rnd" cmpd="sng" w="121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EB3B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5"/>
          <p:cNvSpPr/>
          <p:nvPr/>
        </p:nvSpPr>
        <p:spPr>
          <a:xfrm>
            <a:off x="6062196" y="629123"/>
            <a:ext cx="1863608" cy="3921828"/>
          </a:xfrm>
          <a:custGeom>
            <a:rect b="b" l="l" r="r" t="t"/>
            <a:pathLst>
              <a:path extrusionOk="0" h="54713" w="25999">
                <a:moveTo>
                  <a:pt x="12966" y="2173"/>
                </a:moveTo>
                <a:lnTo>
                  <a:pt x="13169" y="2240"/>
                </a:lnTo>
                <a:lnTo>
                  <a:pt x="13373" y="2308"/>
                </a:lnTo>
                <a:lnTo>
                  <a:pt x="13441" y="2512"/>
                </a:lnTo>
                <a:lnTo>
                  <a:pt x="13509" y="2716"/>
                </a:lnTo>
                <a:lnTo>
                  <a:pt x="13441" y="2919"/>
                </a:lnTo>
                <a:lnTo>
                  <a:pt x="13373" y="3123"/>
                </a:lnTo>
                <a:lnTo>
                  <a:pt x="13169" y="3191"/>
                </a:lnTo>
                <a:lnTo>
                  <a:pt x="12966" y="3259"/>
                </a:lnTo>
                <a:lnTo>
                  <a:pt x="12762" y="3191"/>
                </a:lnTo>
                <a:lnTo>
                  <a:pt x="12626" y="3123"/>
                </a:lnTo>
                <a:lnTo>
                  <a:pt x="12491" y="2919"/>
                </a:lnTo>
                <a:lnTo>
                  <a:pt x="12423" y="2716"/>
                </a:lnTo>
                <a:lnTo>
                  <a:pt x="12491" y="2512"/>
                </a:lnTo>
                <a:lnTo>
                  <a:pt x="12626" y="2308"/>
                </a:lnTo>
                <a:lnTo>
                  <a:pt x="12762" y="2240"/>
                </a:lnTo>
                <a:lnTo>
                  <a:pt x="12966" y="2173"/>
                </a:lnTo>
                <a:close/>
                <a:moveTo>
                  <a:pt x="14934" y="4480"/>
                </a:moveTo>
                <a:lnTo>
                  <a:pt x="15002" y="4548"/>
                </a:lnTo>
                <a:lnTo>
                  <a:pt x="15070" y="4684"/>
                </a:lnTo>
                <a:lnTo>
                  <a:pt x="15138" y="4752"/>
                </a:lnTo>
                <a:lnTo>
                  <a:pt x="15070" y="4888"/>
                </a:lnTo>
                <a:lnTo>
                  <a:pt x="15002" y="5024"/>
                </a:lnTo>
                <a:lnTo>
                  <a:pt x="14934" y="5024"/>
                </a:lnTo>
                <a:lnTo>
                  <a:pt x="14799" y="5091"/>
                </a:lnTo>
                <a:lnTo>
                  <a:pt x="11065" y="5091"/>
                </a:lnTo>
                <a:lnTo>
                  <a:pt x="10929" y="5024"/>
                </a:lnTo>
                <a:lnTo>
                  <a:pt x="10861" y="5024"/>
                </a:lnTo>
                <a:lnTo>
                  <a:pt x="10794" y="4888"/>
                </a:lnTo>
                <a:lnTo>
                  <a:pt x="10726" y="4752"/>
                </a:lnTo>
                <a:lnTo>
                  <a:pt x="10794" y="4684"/>
                </a:lnTo>
                <a:lnTo>
                  <a:pt x="10861" y="4548"/>
                </a:lnTo>
                <a:lnTo>
                  <a:pt x="10929" y="4480"/>
                </a:lnTo>
                <a:close/>
                <a:moveTo>
                  <a:pt x="23963" y="7807"/>
                </a:moveTo>
                <a:lnTo>
                  <a:pt x="23963" y="7875"/>
                </a:lnTo>
                <a:lnTo>
                  <a:pt x="23963" y="46771"/>
                </a:lnTo>
                <a:lnTo>
                  <a:pt x="23963" y="46838"/>
                </a:lnTo>
                <a:lnTo>
                  <a:pt x="1969" y="46838"/>
                </a:lnTo>
                <a:lnTo>
                  <a:pt x="1969" y="46771"/>
                </a:lnTo>
                <a:lnTo>
                  <a:pt x="1969" y="7875"/>
                </a:lnTo>
                <a:lnTo>
                  <a:pt x="1969" y="7807"/>
                </a:lnTo>
                <a:close/>
                <a:moveTo>
                  <a:pt x="12558" y="48536"/>
                </a:moveTo>
                <a:lnTo>
                  <a:pt x="12151" y="48671"/>
                </a:lnTo>
                <a:lnTo>
                  <a:pt x="11812" y="48875"/>
                </a:lnTo>
                <a:lnTo>
                  <a:pt x="11472" y="49146"/>
                </a:lnTo>
                <a:lnTo>
                  <a:pt x="11269" y="49418"/>
                </a:lnTo>
                <a:lnTo>
                  <a:pt x="11065" y="49825"/>
                </a:lnTo>
                <a:lnTo>
                  <a:pt x="10929" y="50165"/>
                </a:lnTo>
                <a:lnTo>
                  <a:pt x="10861" y="50640"/>
                </a:lnTo>
                <a:lnTo>
                  <a:pt x="10929" y="51047"/>
                </a:lnTo>
                <a:lnTo>
                  <a:pt x="11065" y="51454"/>
                </a:lnTo>
                <a:lnTo>
                  <a:pt x="11269" y="51794"/>
                </a:lnTo>
                <a:lnTo>
                  <a:pt x="11472" y="52065"/>
                </a:lnTo>
                <a:lnTo>
                  <a:pt x="11812" y="52337"/>
                </a:lnTo>
                <a:lnTo>
                  <a:pt x="12151" y="52541"/>
                </a:lnTo>
                <a:lnTo>
                  <a:pt x="12558" y="52676"/>
                </a:lnTo>
                <a:lnTo>
                  <a:pt x="12966" y="52744"/>
                </a:lnTo>
                <a:lnTo>
                  <a:pt x="13373" y="52676"/>
                </a:lnTo>
                <a:lnTo>
                  <a:pt x="13780" y="52541"/>
                </a:lnTo>
                <a:lnTo>
                  <a:pt x="14120" y="52337"/>
                </a:lnTo>
                <a:lnTo>
                  <a:pt x="14459" y="52065"/>
                </a:lnTo>
                <a:lnTo>
                  <a:pt x="14731" y="51794"/>
                </a:lnTo>
                <a:lnTo>
                  <a:pt x="14934" y="51454"/>
                </a:lnTo>
                <a:lnTo>
                  <a:pt x="15002" y="51047"/>
                </a:lnTo>
                <a:lnTo>
                  <a:pt x="15070" y="50640"/>
                </a:lnTo>
                <a:lnTo>
                  <a:pt x="15002" y="50165"/>
                </a:lnTo>
                <a:lnTo>
                  <a:pt x="14934" y="49825"/>
                </a:lnTo>
                <a:lnTo>
                  <a:pt x="14731" y="49418"/>
                </a:lnTo>
                <a:lnTo>
                  <a:pt x="14459" y="49146"/>
                </a:lnTo>
                <a:lnTo>
                  <a:pt x="14120" y="48875"/>
                </a:lnTo>
                <a:lnTo>
                  <a:pt x="13780" y="48671"/>
                </a:lnTo>
                <a:lnTo>
                  <a:pt x="13373" y="48536"/>
                </a:lnTo>
                <a:close/>
                <a:moveTo>
                  <a:pt x="12966" y="48332"/>
                </a:moveTo>
                <a:lnTo>
                  <a:pt x="13441" y="48400"/>
                </a:lnTo>
                <a:lnTo>
                  <a:pt x="13848" y="48536"/>
                </a:lnTo>
                <a:lnTo>
                  <a:pt x="14256" y="48739"/>
                </a:lnTo>
                <a:lnTo>
                  <a:pt x="14595" y="49011"/>
                </a:lnTo>
                <a:lnTo>
                  <a:pt x="14866" y="49350"/>
                </a:lnTo>
                <a:lnTo>
                  <a:pt x="15070" y="49757"/>
                </a:lnTo>
                <a:lnTo>
                  <a:pt x="15206" y="50165"/>
                </a:lnTo>
                <a:lnTo>
                  <a:pt x="15274" y="50640"/>
                </a:lnTo>
                <a:lnTo>
                  <a:pt x="15206" y="51047"/>
                </a:lnTo>
                <a:lnTo>
                  <a:pt x="15070" y="51522"/>
                </a:lnTo>
                <a:lnTo>
                  <a:pt x="14866" y="51862"/>
                </a:lnTo>
                <a:lnTo>
                  <a:pt x="14595" y="52201"/>
                </a:lnTo>
                <a:lnTo>
                  <a:pt x="14256" y="52473"/>
                </a:lnTo>
                <a:lnTo>
                  <a:pt x="13848" y="52676"/>
                </a:lnTo>
                <a:lnTo>
                  <a:pt x="13441" y="52812"/>
                </a:lnTo>
                <a:lnTo>
                  <a:pt x="12966" y="52880"/>
                </a:lnTo>
                <a:lnTo>
                  <a:pt x="12558" y="52812"/>
                </a:lnTo>
                <a:lnTo>
                  <a:pt x="12083" y="52676"/>
                </a:lnTo>
                <a:lnTo>
                  <a:pt x="11744" y="52473"/>
                </a:lnTo>
                <a:lnTo>
                  <a:pt x="11404" y="52201"/>
                </a:lnTo>
                <a:lnTo>
                  <a:pt x="11133" y="51862"/>
                </a:lnTo>
                <a:lnTo>
                  <a:pt x="10929" y="51522"/>
                </a:lnTo>
                <a:lnTo>
                  <a:pt x="10794" y="51047"/>
                </a:lnTo>
                <a:lnTo>
                  <a:pt x="10726" y="50640"/>
                </a:lnTo>
                <a:lnTo>
                  <a:pt x="10794" y="50165"/>
                </a:lnTo>
                <a:lnTo>
                  <a:pt x="10929" y="49757"/>
                </a:lnTo>
                <a:lnTo>
                  <a:pt x="11133" y="49350"/>
                </a:lnTo>
                <a:lnTo>
                  <a:pt x="11404" y="49011"/>
                </a:lnTo>
                <a:lnTo>
                  <a:pt x="11744" y="48739"/>
                </a:lnTo>
                <a:lnTo>
                  <a:pt x="12083" y="48536"/>
                </a:lnTo>
                <a:lnTo>
                  <a:pt x="12558" y="48400"/>
                </a:lnTo>
                <a:lnTo>
                  <a:pt x="12966" y="48332"/>
                </a:lnTo>
                <a:close/>
                <a:moveTo>
                  <a:pt x="3938" y="679"/>
                </a:moveTo>
                <a:lnTo>
                  <a:pt x="3259" y="747"/>
                </a:lnTo>
                <a:lnTo>
                  <a:pt x="2648" y="951"/>
                </a:lnTo>
                <a:lnTo>
                  <a:pt x="2105" y="1222"/>
                </a:lnTo>
                <a:lnTo>
                  <a:pt x="1630" y="1629"/>
                </a:lnTo>
                <a:lnTo>
                  <a:pt x="1290" y="2105"/>
                </a:lnTo>
                <a:lnTo>
                  <a:pt x="951" y="2648"/>
                </a:lnTo>
                <a:lnTo>
                  <a:pt x="747" y="3259"/>
                </a:lnTo>
                <a:lnTo>
                  <a:pt x="747" y="3870"/>
                </a:lnTo>
                <a:lnTo>
                  <a:pt x="747" y="50776"/>
                </a:lnTo>
                <a:lnTo>
                  <a:pt x="747" y="51387"/>
                </a:lnTo>
                <a:lnTo>
                  <a:pt x="951" y="51997"/>
                </a:lnTo>
                <a:lnTo>
                  <a:pt x="1290" y="52541"/>
                </a:lnTo>
                <a:lnTo>
                  <a:pt x="1630" y="53016"/>
                </a:lnTo>
                <a:lnTo>
                  <a:pt x="2105" y="53423"/>
                </a:lnTo>
                <a:lnTo>
                  <a:pt x="2648" y="53695"/>
                </a:lnTo>
                <a:lnTo>
                  <a:pt x="3259" y="53898"/>
                </a:lnTo>
                <a:lnTo>
                  <a:pt x="3938" y="53966"/>
                </a:lnTo>
                <a:lnTo>
                  <a:pt x="22062" y="53966"/>
                </a:lnTo>
                <a:lnTo>
                  <a:pt x="22741" y="53898"/>
                </a:lnTo>
                <a:lnTo>
                  <a:pt x="23352" y="53695"/>
                </a:lnTo>
                <a:lnTo>
                  <a:pt x="23895" y="53423"/>
                </a:lnTo>
                <a:lnTo>
                  <a:pt x="24370" y="53016"/>
                </a:lnTo>
                <a:lnTo>
                  <a:pt x="24709" y="52541"/>
                </a:lnTo>
                <a:lnTo>
                  <a:pt x="25049" y="51997"/>
                </a:lnTo>
                <a:lnTo>
                  <a:pt x="25252" y="51387"/>
                </a:lnTo>
                <a:lnTo>
                  <a:pt x="25320" y="50776"/>
                </a:lnTo>
                <a:lnTo>
                  <a:pt x="25320" y="3870"/>
                </a:lnTo>
                <a:lnTo>
                  <a:pt x="25252" y="3259"/>
                </a:lnTo>
                <a:lnTo>
                  <a:pt x="25049" y="2648"/>
                </a:lnTo>
                <a:lnTo>
                  <a:pt x="24709" y="2105"/>
                </a:lnTo>
                <a:lnTo>
                  <a:pt x="24370" y="1629"/>
                </a:lnTo>
                <a:lnTo>
                  <a:pt x="23895" y="1222"/>
                </a:lnTo>
                <a:lnTo>
                  <a:pt x="23352" y="951"/>
                </a:lnTo>
                <a:lnTo>
                  <a:pt x="22741" y="747"/>
                </a:lnTo>
                <a:lnTo>
                  <a:pt x="22062" y="679"/>
                </a:lnTo>
                <a:close/>
                <a:moveTo>
                  <a:pt x="22062" y="543"/>
                </a:moveTo>
                <a:lnTo>
                  <a:pt x="22741" y="611"/>
                </a:lnTo>
                <a:lnTo>
                  <a:pt x="23419" y="815"/>
                </a:lnTo>
                <a:lnTo>
                  <a:pt x="23963" y="1086"/>
                </a:lnTo>
                <a:lnTo>
                  <a:pt x="24438" y="1494"/>
                </a:lnTo>
                <a:lnTo>
                  <a:pt x="24845" y="2037"/>
                </a:lnTo>
                <a:lnTo>
                  <a:pt x="25184" y="2580"/>
                </a:lnTo>
                <a:lnTo>
                  <a:pt x="25388" y="3191"/>
                </a:lnTo>
                <a:lnTo>
                  <a:pt x="25456" y="3870"/>
                </a:lnTo>
                <a:lnTo>
                  <a:pt x="25456" y="50776"/>
                </a:lnTo>
                <a:lnTo>
                  <a:pt x="25388" y="51454"/>
                </a:lnTo>
                <a:lnTo>
                  <a:pt x="25184" y="52065"/>
                </a:lnTo>
                <a:lnTo>
                  <a:pt x="24845" y="52676"/>
                </a:lnTo>
                <a:lnTo>
                  <a:pt x="24438" y="53151"/>
                </a:lnTo>
                <a:lnTo>
                  <a:pt x="23963" y="53559"/>
                </a:lnTo>
                <a:lnTo>
                  <a:pt x="23419" y="53898"/>
                </a:lnTo>
                <a:lnTo>
                  <a:pt x="22741" y="54102"/>
                </a:lnTo>
                <a:lnTo>
                  <a:pt x="22062" y="54170"/>
                </a:lnTo>
                <a:lnTo>
                  <a:pt x="3938" y="54170"/>
                </a:lnTo>
                <a:lnTo>
                  <a:pt x="3259" y="54102"/>
                </a:lnTo>
                <a:lnTo>
                  <a:pt x="2580" y="53898"/>
                </a:lnTo>
                <a:lnTo>
                  <a:pt x="2037" y="53559"/>
                </a:lnTo>
                <a:lnTo>
                  <a:pt x="1562" y="53151"/>
                </a:lnTo>
                <a:lnTo>
                  <a:pt x="1154" y="52676"/>
                </a:lnTo>
                <a:lnTo>
                  <a:pt x="815" y="52065"/>
                </a:lnTo>
                <a:lnTo>
                  <a:pt x="611" y="51454"/>
                </a:lnTo>
                <a:lnTo>
                  <a:pt x="543" y="50776"/>
                </a:lnTo>
                <a:lnTo>
                  <a:pt x="543" y="3870"/>
                </a:lnTo>
                <a:lnTo>
                  <a:pt x="611" y="3191"/>
                </a:lnTo>
                <a:lnTo>
                  <a:pt x="815" y="2580"/>
                </a:lnTo>
                <a:lnTo>
                  <a:pt x="1154" y="2037"/>
                </a:lnTo>
                <a:lnTo>
                  <a:pt x="1562" y="1494"/>
                </a:lnTo>
                <a:lnTo>
                  <a:pt x="2037" y="1086"/>
                </a:lnTo>
                <a:lnTo>
                  <a:pt x="2580" y="815"/>
                </a:lnTo>
                <a:lnTo>
                  <a:pt x="3259" y="611"/>
                </a:lnTo>
                <a:lnTo>
                  <a:pt x="3938" y="543"/>
                </a:lnTo>
                <a:close/>
                <a:moveTo>
                  <a:pt x="3938" y="0"/>
                </a:moveTo>
                <a:lnTo>
                  <a:pt x="3123" y="68"/>
                </a:lnTo>
                <a:lnTo>
                  <a:pt x="2444" y="272"/>
                </a:lnTo>
                <a:lnTo>
                  <a:pt x="1765" y="611"/>
                </a:lnTo>
                <a:lnTo>
                  <a:pt x="1154" y="1154"/>
                </a:lnTo>
                <a:lnTo>
                  <a:pt x="679" y="1697"/>
                </a:lnTo>
                <a:lnTo>
                  <a:pt x="272" y="2376"/>
                </a:lnTo>
                <a:lnTo>
                  <a:pt x="68" y="3123"/>
                </a:lnTo>
                <a:lnTo>
                  <a:pt x="0" y="3870"/>
                </a:lnTo>
                <a:lnTo>
                  <a:pt x="0" y="50776"/>
                </a:lnTo>
                <a:lnTo>
                  <a:pt x="68" y="51522"/>
                </a:lnTo>
                <a:lnTo>
                  <a:pt x="272" y="52269"/>
                </a:lnTo>
                <a:lnTo>
                  <a:pt x="679" y="52948"/>
                </a:lnTo>
                <a:lnTo>
                  <a:pt x="1154" y="53559"/>
                </a:lnTo>
                <a:lnTo>
                  <a:pt x="1765" y="54034"/>
                </a:lnTo>
                <a:lnTo>
                  <a:pt x="2444" y="54373"/>
                </a:lnTo>
                <a:lnTo>
                  <a:pt x="3123" y="54645"/>
                </a:lnTo>
                <a:lnTo>
                  <a:pt x="3938" y="54713"/>
                </a:lnTo>
                <a:lnTo>
                  <a:pt x="22062" y="54713"/>
                </a:lnTo>
                <a:lnTo>
                  <a:pt x="22876" y="54645"/>
                </a:lnTo>
                <a:lnTo>
                  <a:pt x="23555" y="54373"/>
                </a:lnTo>
                <a:lnTo>
                  <a:pt x="24234" y="54034"/>
                </a:lnTo>
                <a:lnTo>
                  <a:pt x="24845" y="53559"/>
                </a:lnTo>
                <a:lnTo>
                  <a:pt x="25320" y="52948"/>
                </a:lnTo>
                <a:lnTo>
                  <a:pt x="25727" y="52269"/>
                </a:lnTo>
                <a:lnTo>
                  <a:pt x="25931" y="51522"/>
                </a:lnTo>
                <a:lnTo>
                  <a:pt x="25999" y="50776"/>
                </a:lnTo>
                <a:lnTo>
                  <a:pt x="25999" y="3870"/>
                </a:lnTo>
                <a:lnTo>
                  <a:pt x="25931" y="3123"/>
                </a:lnTo>
                <a:lnTo>
                  <a:pt x="25727" y="2376"/>
                </a:lnTo>
                <a:lnTo>
                  <a:pt x="25320" y="1697"/>
                </a:lnTo>
                <a:lnTo>
                  <a:pt x="24845" y="1154"/>
                </a:lnTo>
                <a:lnTo>
                  <a:pt x="24234" y="611"/>
                </a:lnTo>
                <a:lnTo>
                  <a:pt x="23555" y="272"/>
                </a:lnTo>
                <a:lnTo>
                  <a:pt x="22876" y="68"/>
                </a:lnTo>
                <a:lnTo>
                  <a:pt x="22062" y="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5"/>
          <p:cNvSpPr/>
          <p:nvPr/>
        </p:nvSpPr>
        <p:spPr>
          <a:xfrm>
            <a:off x="6199150" y="1188850"/>
            <a:ext cx="1589700" cy="2811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Place your screenshot here</a:t>
            </a:r>
            <a:endParaRPr sz="1000"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49" name="Google Shape;349;p35"/>
          <p:cNvSpPr txBox="1"/>
          <p:nvPr>
            <p:ph type="title"/>
          </p:nvPr>
        </p:nvSpPr>
        <p:spPr>
          <a:xfrm>
            <a:off x="838309" y="1807900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EB3B"/>
                </a:solidFill>
              </a:rPr>
              <a:t>IPHONE</a:t>
            </a:r>
            <a:br>
              <a:rPr lang="en"/>
            </a:br>
            <a:r>
              <a:rPr lang="en"/>
              <a:t>PROJECT</a:t>
            </a:r>
            <a:endParaRPr/>
          </a:p>
        </p:txBody>
      </p:sp>
      <p:sp>
        <p:nvSpPr>
          <p:cNvPr id="350" name="Google Shape;350;p35"/>
          <p:cNvSpPr txBox="1"/>
          <p:nvPr>
            <p:ph idx="1" type="body"/>
          </p:nvPr>
        </p:nvSpPr>
        <p:spPr>
          <a:xfrm>
            <a:off x="838250" y="2419350"/>
            <a:ext cx="31482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Show and explain your web, app or software projects using these gadget templates.</a:t>
            </a:r>
            <a:endParaRPr/>
          </a:p>
        </p:txBody>
      </p:sp>
      <p:sp>
        <p:nvSpPr>
          <p:cNvPr id="351" name="Google Shape;351;p35"/>
          <p:cNvSpPr/>
          <p:nvPr/>
        </p:nvSpPr>
        <p:spPr>
          <a:xfrm>
            <a:off x="512260" y="1550799"/>
            <a:ext cx="280383" cy="485681"/>
          </a:xfrm>
          <a:custGeom>
            <a:rect b="b" l="l" r="r" t="t"/>
            <a:pathLst>
              <a:path extrusionOk="0" fill="none" h="20508" w="11838">
                <a:moveTo>
                  <a:pt x="10547" y="1"/>
                </a:moveTo>
                <a:lnTo>
                  <a:pt x="1292" y="1"/>
                </a:lnTo>
                <a:lnTo>
                  <a:pt x="1292" y="1"/>
                </a:lnTo>
                <a:lnTo>
                  <a:pt x="1024" y="25"/>
                </a:lnTo>
                <a:lnTo>
                  <a:pt x="780" y="98"/>
                </a:lnTo>
                <a:lnTo>
                  <a:pt x="561" y="220"/>
                </a:lnTo>
                <a:lnTo>
                  <a:pt x="366" y="366"/>
                </a:lnTo>
                <a:lnTo>
                  <a:pt x="220" y="561"/>
                </a:lnTo>
                <a:lnTo>
                  <a:pt x="98" y="780"/>
                </a:lnTo>
                <a:lnTo>
                  <a:pt x="25" y="1024"/>
                </a:lnTo>
                <a:lnTo>
                  <a:pt x="1" y="1292"/>
                </a:lnTo>
                <a:lnTo>
                  <a:pt x="1" y="19217"/>
                </a:lnTo>
                <a:lnTo>
                  <a:pt x="1" y="19217"/>
                </a:lnTo>
                <a:lnTo>
                  <a:pt x="25" y="19485"/>
                </a:lnTo>
                <a:lnTo>
                  <a:pt x="98" y="19728"/>
                </a:lnTo>
                <a:lnTo>
                  <a:pt x="220" y="19948"/>
                </a:lnTo>
                <a:lnTo>
                  <a:pt x="366" y="20142"/>
                </a:lnTo>
                <a:lnTo>
                  <a:pt x="561" y="20289"/>
                </a:lnTo>
                <a:lnTo>
                  <a:pt x="780" y="20410"/>
                </a:lnTo>
                <a:lnTo>
                  <a:pt x="1024" y="20483"/>
                </a:lnTo>
                <a:lnTo>
                  <a:pt x="1292" y="20508"/>
                </a:lnTo>
                <a:lnTo>
                  <a:pt x="10547" y="20508"/>
                </a:lnTo>
                <a:lnTo>
                  <a:pt x="10547" y="20508"/>
                </a:lnTo>
                <a:lnTo>
                  <a:pt x="10814" y="20483"/>
                </a:lnTo>
                <a:lnTo>
                  <a:pt x="11058" y="20410"/>
                </a:lnTo>
                <a:lnTo>
                  <a:pt x="11277" y="20289"/>
                </a:lnTo>
                <a:lnTo>
                  <a:pt x="11472" y="20142"/>
                </a:lnTo>
                <a:lnTo>
                  <a:pt x="11618" y="19948"/>
                </a:lnTo>
                <a:lnTo>
                  <a:pt x="11740" y="19728"/>
                </a:lnTo>
                <a:lnTo>
                  <a:pt x="11813" y="19485"/>
                </a:lnTo>
                <a:lnTo>
                  <a:pt x="11837" y="19217"/>
                </a:lnTo>
                <a:lnTo>
                  <a:pt x="11837" y="1292"/>
                </a:lnTo>
                <a:lnTo>
                  <a:pt x="11837" y="1292"/>
                </a:lnTo>
                <a:lnTo>
                  <a:pt x="11813" y="1024"/>
                </a:lnTo>
                <a:lnTo>
                  <a:pt x="11740" y="780"/>
                </a:lnTo>
                <a:lnTo>
                  <a:pt x="11618" y="561"/>
                </a:lnTo>
                <a:lnTo>
                  <a:pt x="11472" y="366"/>
                </a:lnTo>
                <a:lnTo>
                  <a:pt x="11277" y="220"/>
                </a:lnTo>
                <a:lnTo>
                  <a:pt x="11058" y="98"/>
                </a:lnTo>
                <a:lnTo>
                  <a:pt x="10814" y="25"/>
                </a:lnTo>
                <a:lnTo>
                  <a:pt x="10547" y="1"/>
                </a:lnTo>
                <a:lnTo>
                  <a:pt x="10547" y="1"/>
                </a:lnTo>
                <a:close/>
                <a:moveTo>
                  <a:pt x="5554" y="975"/>
                </a:moveTo>
                <a:lnTo>
                  <a:pt x="6284" y="975"/>
                </a:lnTo>
                <a:lnTo>
                  <a:pt x="6284" y="975"/>
                </a:lnTo>
                <a:lnTo>
                  <a:pt x="6406" y="999"/>
                </a:lnTo>
                <a:lnTo>
                  <a:pt x="6479" y="1073"/>
                </a:lnTo>
                <a:lnTo>
                  <a:pt x="6552" y="1146"/>
                </a:lnTo>
                <a:lnTo>
                  <a:pt x="6577" y="1267"/>
                </a:lnTo>
                <a:lnTo>
                  <a:pt x="6577" y="1267"/>
                </a:lnTo>
                <a:lnTo>
                  <a:pt x="6552" y="1365"/>
                </a:lnTo>
                <a:lnTo>
                  <a:pt x="6479" y="1462"/>
                </a:lnTo>
                <a:lnTo>
                  <a:pt x="6406" y="1511"/>
                </a:lnTo>
                <a:lnTo>
                  <a:pt x="6284" y="1535"/>
                </a:lnTo>
                <a:lnTo>
                  <a:pt x="5554" y="1535"/>
                </a:lnTo>
                <a:lnTo>
                  <a:pt x="5554" y="1535"/>
                </a:lnTo>
                <a:lnTo>
                  <a:pt x="5432" y="1511"/>
                </a:lnTo>
                <a:lnTo>
                  <a:pt x="5359" y="1462"/>
                </a:lnTo>
                <a:lnTo>
                  <a:pt x="5286" y="1365"/>
                </a:lnTo>
                <a:lnTo>
                  <a:pt x="5262" y="1267"/>
                </a:lnTo>
                <a:lnTo>
                  <a:pt x="5262" y="1267"/>
                </a:lnTo>
                <a:lnTo>
                  <a:pt x="5286" y="1146"/>
                </a:lnTo>
                <a:lnTo>
                  <a:pt x="5359" y="1073"/>
                </a:lnTo>
                <a:lnTo>
                  <a:pt x="5432" y="999"/>
                </a:lnTo>
                <a:lnTo>
                  <a:pt x="5554" y="975"/>
                </a:lnTo>
                <a:lnTo>
                  <a:pt x="5554" y="975"/>
                </a:lnTo>
                <a:close/>
                <a:moveTo>
                  <a:pt x="5919" y="19436"/>
                </a:moveTo>
                <a:lnTo>
                  <a:pt x="5919" y="19436"/>
                </a:lnTo>
                <a:lnTo>
                  <a:pt x="5749" y="19412"/>
                </a:lnTo>
                <a:lnTo>
                  <a:pt x="5578" y="19363"/>
                </a:lnTo>
                <a:lnTo>
                  <a:pt x="5432" y="19290"/>
                </a:lnTo>
                <a:lnTo>
                  <a:pt x="5310" y="19193"/>
                </a:lnTo>
                <a:lnTo>
                  <a:pt x="5213" y="19071"/>
                </a:lnTo>
                <a:lnTo>
                  <a:pt x="5140" y="18925"/>
                </a:lnTo>
                <a:lnTo>
                  <a:pt x="5091" y="18754"/>
                </a:lnTo>
                <a:lnTo>
                  <a:pt x="5067" y="18584"/>
                </a:lnTo>
                <a:lnTo>
                  <a:pt x="5067" y="18584"/>
                </a:lnTo>
                <a:lnTo>
                  <a:pt x="5091" y="18413"/>
                </a:lnTo>
                <a:lnTo>
                  <a:pt x="5140" y="18243"/>
                </a:lnTo>
                <a:lnTo>
                  <a:pt x="5213" y="18097"/>
                </a:lnTo>
                <a:lnTo>
                  <a:pt x="5310" y="17975"/>
                </a:lnTo>
                <a:lnTo>
                  <a:pt x="5432" y="17877"/>
                </a:lnTo>
                <a:lnTo>
                  <a:pt x="5578" y="17804"/>
                </a:lnTo>
                <a:lnTo>
                  <a:pt x="5749" y="17756"/>
                </a:lnTo>
                <a:lnTo>
                  <a:pt x="5919" y="17731"/>
                </a:lnTo>
                <a:lnTo>
                  <a:pt x="5919" y="17731"/>
                </a:lnTo>
                <a:lnTo>
                  <a:pt x="6090" y="17756"/>
                </a:lnTo>
                <a:lnTo>
                  <a:pt x="6260" y="17804"/>
                </a:lnTo>
                <a:lnTo>
                  <a:pt x="6406" y="17877"/>
                </a:lnTo>
                <a:lnTo>
                  <a:pt x="6528" y="17975"/>
                </a:lnTo>
                <a:lnTo>
                  <a:pt x="6625" y="18097"/>
                </a:lnTo>
                <a:lnTo>
                  <a:pt x="6699" y="18243"/>
                </a:lnTo>
                <a:lnTo>
                  <a:pt x="6747" y="18413"/>
                </a:lnTo>
                <a:lnTo>
                  <a:pt x="6772" y="18584"/>
                </a:lnTo>
                <a:lnTo>
                  <a:pt x="6772" y="18584"/>
                </a:lnTo>
                <a:lnTo>
                  <a:pt x="6747" y="18754"/>
                </a:lnTo>
                <a:lnTo>
                  <a:pt x="6699" y="18925"/>
                </a:lnTo>
                <a:lnTo>
                  <a:pt x="6625" y="19071"/>
                </a:lnTo>
                <a:lnTo>
                  <a:pt x="6528" y="19193"/>
                </a:lnTo>
                <a:lnTo>
                  <a:pt x="6406" y="19290"/>
                </a:lnTo>
                <a:lnTo>
                  <a:pt x="6260" y="19363"/>
                </a:lnTo>
                <a:lnTo>
                  <a:pt x="6090" y="19412"/>
                </a:lnTo>
                <a:lnTo>
                  <a:pt x="5919" y="19436"/>
                </a:lnTo>
                <a:lnTo>
                  <a:pt x="5919" y="19436"/>
                </a:lnTo>
                <a:close/>
                <a:moveTo>
                  <a:pt x="10547" y="16660"/>
                </a:moveTo>
                <a:lnTo>
                  <a:pt x="1292" y="16660"/>
                </a:lnTo>
                <a:lnTo>
                  <a:pt x="1292" y="2558"/>
                </a:lnTo>
                <a:lnTo>
                  <a:pt x="10547" y="2558"/>
                </a:lnTo>
                <a:lnTo>
                  <a:pt x="10547" y="16660"/>
                </a:lnTo>
                <a:close/>
              </a:path>
            </a:pathLst>
          </a:custGeom>
          <a:noFill/>
          <a:ln cap="rnd" cmpd="sng" w="121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C107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6"/>
          <p:cNvSpPr/>
          <p:nvPr/>
        </p:nvSpPr>
        <p:spPr>
          <a:xfrm>
            <a:off x="5549702" y="535613"/>
            <a:ext cx="2879504" cy="4072345"/>
          </a:xfrm>
          <a:custGeom>
            <a:rect b="b" l="l" r="r" t="t"/>
            <a:pathLst>
              <a:path extrusionOk="0" h="86210" w="60958">
                <a:moveTo>
                  <a:pt x="28985" y="3938"/>
                </a:moveTo>
                <a:lnTo>
                  <a:pt x="29189" y="4006"/>
                </a:lnTo>
                <a:lnTo>
                  <a:pt x="29189" y="4141"/>
                </a:lnTo>
                <a:lnTo>
                  <a:pt x="29189" y="4277"/>
                </a:lnTo>
                <a:lnTo>
                  <a:pt x="28985" y="4345"/>
                </a:lnTo>
                <a:lnTo>
                  <a:pt x="28850" y="4277"/>
                </a:lnTo>
                <a:lnTo>
                  <a:pt x="28782" y="4141"/>
                </a:lnTo>
                <a:lnTo>
                  <a:pt x="28850" y="4006"/>
                </a:lnTo>
                <a:lnTo>
                  <a:pt x="28985" y="3938"/>
                </a:lnTo>
                <a:close/>
                <a:moveTo>
                  <a:pt x="30479" y="3734"/>
                </a:moveTo>
                <a:lnTo>
                  <a:pt x="30615" y="3802"/>
                </a:lnTo>
                <a:lnTo>
                  <a:pt x="30750" y="3870"/>
                </a:lnTo>
                <a:lnTo>
                  <a:pt x="30818" y="4006"/>
                </a:lnTo>
                <a:lnTo>
                  <a:pt x="30818" y="4141"/>
                </a:lnTo>
                <a:lnTo>
                  <a:pt x="30818" y="4277"/>
                </a:lnTo>
                <a:lnTo>
                  <a:pt x="30750" y="4345"/>
                </a:lnTo>
                <a:lnTo>
                  <a:pt x="30615" y="4481"/>
                </a:lnTo>
                <a:lnTo>
                  <a:pt x="30343" y="4481"/>
                </a:lnTo>
                <a:lnTo>
                  <a:pt x="30207" y="4345"/>
                </a:lnTo>
                <a:lnTo>
                  <a:pt x="30139" y="4277"/>
                </a:lnTo>
                <a:lnTo>
                  <a:pt x="30139" y="4141"/>
                </a:lnTo>
                <a:lnTo>
                  <a:pt x="30139" y="4006"/>
                </a:lnTo>
                <a:lnTo>
                  <a:pt x="30207" y="3870"/>
                </a:lnTo>
                <a:lnTo>
                  <a:pt x="30343" y="3802"/>
                </a:lnTo>
                <a:lnTo>
                  <a:pt x="30479" y="3734"/>
                </a:lnTo>
                <a:close/>
                <a:moveTo>
                  <a:pt x="56885" y="7943"/>
                </a:moveTo>
                <a:lnTo>
                  <a:pt x="56885" y="78132"/>
                </a:lnTo>
                <a:lnTo>
                  <a:pt x="56817" y="78200"/>
                </a:lnTo>
                <a:lnTo>
                  <a:pt x="4209" y="78200"/>
                </a:lnTo>
                <a:lnTo>
                  <a:pt x="4141" y="78132"/>
                </a:lnTo>
                <a:lnTo>
                  <a:pt x="4141" y="7943"/>
                </a:lnTo>
                <a:close/>
                <a:moveTo>
                  <a:pt x="30479" y="80440"/>
                </a:moveTo>
                <a:lnTo>
                  <a:pt x="30071" y="80508"/>
                </a:lnTo>
                <a:lnTo>
                  <a:pt x="29732" y="80576"/>
                </a:lnTo>
                <a:lnTo>
                  <a:pt x="29461" y="80779"/>
                </a:lnTo>
                <a:lnTo>
                  <a:pt x="29189" y="80983"/>
                </a:lnTo>
                <a:lnTo>
                  <a:pt x="28917" y="81255"/>
                </a:lnTo>
                <a:lnTo>
                  <a:pt x="28782" y="81594"/>
                </a:lnTo>
                <a:lnTo>
                  <a:pt x="28646" y="81933"/>
                </a:lnTo>
                <a:lnTo>
                  <a:pt x="28646" y="82273"/>
                </a:lnTo>
                <a:lnTo>
                  <a:pt x="28646" y="82341"/>
                </a:lnTo>
                <a:lnTo>
                  <a:pt x="28646" y="82680"/>
                </a:lnTo>
                <a:lnTo>
                  <a:pt x="28782" y="83020"/>
                </a:lnTo>
                <a:lnTo>
                  <a:pt x="28985" y="83291"/>
                </a:lnTo>
                <a:lnTo>
                  <a:pt x="29189" y="83563"/>
                </a:lnTo>
                <a:lnTo>
                  <a:pt x="29461" y="83834"/>
                </a:lnTo>
                <a:lnTo>
                  <a:pt x="29800" y="83970"/>
                </a:lnTo>
                <a:lnTo>
                  <a:pt x="30139" y="84106"/>
                </a:lnTo>
                <a:lnTo>
                  <a:pt x="30818" y="84106"/>
                </a:lnTo>
                <a:lnTo>
                  <a:pt x="31158" y="83970"/>
                </a:lnTo>
                <a:lnTo>
                  <a:pt x="31497" y="83766"/>
                </a:lnTo>
                <a:lnTo>
                  <a:pt x="31768" y="83563"/>
                </a:lnTo>
                <a:lnTo>
                  <a:pt x="31972" y="83291"/>
                </a:lnTo>
                <a:lnTo>
                  <a:pt x="32176" y="83020"/>
                </a:lnTo>
                <a:lnTo>
                  <a:pt x="32244" y="82612"/>
                </a:lnTo>
                <a:lnTo>
                  <a:pt x="32312" y="82273"/>
                </a:lnTo>
                <a:lnTo>
                  <a:pt x="32244" y="81933"/>
                </a:lnTo>
                <a:lnTo>
                  <a:pt x="32176" y="81594"/>
                </a:lnTo>
                <a:lnTo>
                  <a:pt x="31972" y="81255"/>
                </a:lnTo>
                <a:lnTo>
                  <a:pt x="31768" y="80983"/>
                </a:lnTo>
                <a:lnTo>
                  <a:pt x="31497" y="80779"/>
                </a:lnTo>
                <a:lnTo>
                  <a:pt x="31158" y="80576"/>
                </a:lnTo>
                <a:lnTo>
                  <a:pt x="30818" y="80508"/>
                </a:lnTo>
                <a:lnTo>
                  <a:pt x="30479" y="80440"/>
                </a:lnTo>
                <a:close/>
                <a:moveTo>
                  <a:pt x="30886" y="80304"/>
                </a:moveTo>
                <a:lnTo>
                  <a:pt x="31225" y="80440"/>
                </a:lnTo>
                <a:lnTo>
                  <a:pt x="31565" y="80644"/>
                </a:lnTo>
                <a:lnTo>
                  <a:pt x="31904" y="80847"/>
                </a:lnTo>
                <a:lnTo>
                  <a:pt x="32108" y="81187"/>
                </a:lnTo>
                <a:lnTo>
                  <a:pt x="32312" y="81526"/>
                </a:lnTo>
                <a:lnTo>
                  <a:pt x="32447" y="81866"/>
                </a:lnTo>
                <a:lnTo>
                  <a:pt x="32447" y="82273"/>
                </a:lnTo>
                <a:lnTo>
                  <a:pt x="32447" y="82680"/>
                </a:lnTo>
                <a:lnTo>
                  <a:pt x="32312" y="83020"/>
                </a:lnTo>
                <a:lnTo>
                  <a:pt x="32108" y="83359"/>
                </a:lnTo>
                <a:lnTo>
                  <a:pt x="31904" y="83698"/>
                </a:lnTo>
                <a:lnTo>
                  <a:pt x="31565" y="83902"/>
                </a:lnTo>
                <a:lnTo>
                  <a:pt x="31225" y="84106"/>
                </a:lnTo>
                <a:lnTo>
                  <a:pt x="30886" y="84241"/>
                </a:lnTo>
                <a:lnTo>
                  <a:pt x="30479" y="84309"/>
                </a:lnTo>
                <a:lnTo>
                  <a:pt x="30071" y="84241"/>
                </a:lnTo>
                <a:lnTo>
                  <a:pt x="29732" y="84106"/>
                </a:lnTo>
                <a:lnTo>
                  <a:pt x="29393" y="83970"/>
                </a:lnTo>
                <a:lnTo>
                  <a:pt x="29053" y="83698"/>
                </a:lnTo>
                <a:lnTo>
                  <a:pt x="28850" y="83427"/>
                </a:lnTo>
                <a:lnTo>
                  <a:pt x="28646" y="83087"/>
                </a:lnTo>
                <a:lnTo>
                  <a:pt x="28510" y="82748"/>
                </a:lnTo>
                <a:lnTo>
                  <a:pt x="28442" y="82341"/>
                </a:lnTo>
                <a:lnTo>
                  <a:pt x="28442" y="82273"/>
                </a:lnTo>
                <a:lnTo>
                  <a:pt x="28510" y="81866"/>
                </a:lnTo>
                <a:lnTo>
                  <a:pt x="28646" y="81526"/>
                </a:lnTo>
                <a:lnTo>
                  <a:pt x="28782" y="81187"/>
                </a:lnTo>
                <a:lnTo>
                  <a:pt x="29053" y="80847"/>
                </a:lnTo>
                <a:lnTo>
                  <a:pt x="29325" y="80644"/>
                </a:lnTo>
                <a:lnTo>
                  <a:pt x="29664" y="80440"/>
                </a:lnTo>
                <a:lnTo>
                  <a:pt x="30071" y="80304"/>
                </a:lnTo>
                <a:close/>
                <a:moveTo>
                  <a:pt x="3530" y="815"/>
                </a:moveTo>
                <a:lnTo>
                  <a:pt x="2987" y="883"/>
                </a:lnTo>
                <a:lnTo>
                  <a:pt x="2512" y="1019"/>
                </a:lnTo>
                <a:lnTo>
                  <a:pt x="2036" y="1290"/>
                </a:lnTo>
                <a:lnTo>
                  <a:pt x="1629" y="1630"/>
                </a:lnTo>
                <a:lnTo>
                  <a:pt x="1290" y="2037"/>
                </a:lnTo>
                <a:lnTo>
                  <a:pt x="1086" y="2512"/>
                </a:lnTo>
                <a:lnTo>
                  <a:pt x="950" y="2987"/>
                </a:lnTo>
                <a:lnTo>
                  <a:pt x="882" y="3530"/>
                </a:lnTo>
                <a:lnTo>
                  <a:pt x="882" y="82612"/>
                </a:lnTo>
                <a:lnTo>
                  <a:pt x="950" y="83155"/>
                </a:lnTo>
                <a:lnTo>
                  <a:pt x="1086" y="83698"/>
                </a:lnTo>
                <a:lnTo>
                  <a:pt x="1358" y="84174"/>
                </a:lnTo>
                <a:lnTo>
                  <a:pt x="1765" y="84581"/>
                </a:lnTo>
                <a:lnTo>
                  <a:pt x="2172" y="84852"/>
                </a:lnTo>
                <a:lnTo>
                  <a:pt x="2715" y="85124"/>
                </a:lnTo>
                <a:lnTo>
                  <a:pt x="3258" y="85260"/>
                </a:lnTo>
                <a:lnTo>
                  <a:pt x="3869" y="85328"/>
                </a:lnTo>
                <a:lnTo>
                  <a:pt x="57156" y="85328"/>
                </a:lnTo>
                <a:lnTo>
                  <a:pt x="57767" y="85260"/>
                </a:lnTo>
                <a:lnTo>
                  <a:pt x="58310" y="85124"/>
                </a:lnTo>
                <a:lnTo>
                  <a:pt x="58785" y="84852"/>
                </a:lnTo>
                <a:lnTo>
                  <a:pt x="59260" y="84513"/>
                </a:lnTo>
                <a:lnTo>
                  <a:pt x="59600" y="84106"/>
                </a:lnTo>
                <a:lnTo>
                  <a:pt x="59871" y="83631"/>
                </a:lnTo>
                <a:lnTo>
                  <a:pt x="60075" y="83087"/>
                </a:lnTo>
                <a:lnTo>
                  <a:pt x="60143" y="82477"/>
                </a:lnTo>
                <a:lnTo>
                  <a:pt x="60143" y="3530"/>
                </a:lnTo>
                <a:lnTo>
                  <a:pt x="60075" y="2987"/>
                </a:lnTo>
                <a:lnTo>
                  <a:pt x="59939" y="2512"/>
                </a:lnTo>
                <a:lnTo>
                  <a:pt x="59668" y="2037"/>
                </a:lnTo>
                <a:lnTo>
                  <a:pt x="59328" y="1630"/>
                </a:lnTo>
                <a:lnTo>
                  <a:pt x="58921" y="1290"/>
                </a:lnTo>
                <a:lnTo>
                  <a:pt x="58446" y="1019"/>
                </a:lnTo>
                <a:lnTo>
                  <a:pt x="57903" y="883"/>
                </a:lnTo>
                <a:lnTo>
                  <a:pt x="57360" y="815"/>
                </a:lnTo>
                <a:close/>
                <a:moveTo>
                  <a:pt x="57971" y="679"/>
                </a:moveTo>
                <a:lnTo>
                  <a:pt x="58514" y="883"/>
                </a:lnTo>
                <a:lnTo>
                  <a:pt x="58989" y="1155"/>
                </a:lnTo>
                <a:lnTo>
                  <a:pt x="59464" y="1494"/>
                </a:lnTo>
                <a:lnTo>
                  <a:pt x="59804" y="1901"/>
                </a:lnTo>
                <a:lnTo>
                  <a:pt x="60075" y="2444"/>
                </a:lnTo>
                <a:lnTo>
                  <a:pt x="60211" y="2987"/>
                </a:lnTo>
                <a:lnTo>
                  <a:pt x="60279" y="3530"/>
                </a:lnTo>
                <a:lnTo>
                  <a:pt x="60279" y="82477"/>
                </a:lnTo>
                <a:lnTo>
                  <a:pt x="60211" y="83087"/>
                </a:lnTo>
                <a:lnTo>
                  <a:pt x="60075" y="83698"/>
                </a:lnTo>
                <a:lnTo>
                  <a:pt x="59736" y="84174"/>
                </a:lnTo>
                <a:lnTo>
                  <a:pt x="59396" y="84649"/>
                </a:lnTo>
                <a:lnTo>
                  <a:pt x="58921" y="84988"/>
                </a:lnTo>
                <a:lnTo>
                  <a:pt x="58378" y="85260"/>
                </a:lnTo>
                <a:lnTo>
                  <a:pt x="57767" y="85463"/>
                </a:lnTo>
                <a:lnTo>
                  <a:pt x="57156" y="85531"/>
                </a:lnTo>
                <a:lnTo>
                  <a:pt x="3869" y="85531"/>
                </a:lnTo>
                <a:lnTo>
                  <a:pt x="3190" y="85463"/>
                </a:lnTo>
                <a:lnTo>
                  <a:pt x="2647" y="85260"/>
                </a:lnTo>
                <a:lnTo>
                  <a:pt x="2104" y="84988"/>
                </a:lnTo>
                <a:lnTo>
                  <a:pt x="1629" y="84649"/>
                </a:lnTo>
                <a:lnTo>
                  <a:pt x="1222" y="84241"/>
                </a:lnTo>
                <a:lnTo>
                  <a:pt x="950" y="83766"/>
                </a:lnTo>
                <a:lnTo>
                  <a:pt x="747" y="83223"/>
                </a:lnTo>
                <a:lnTo>
                  <a:pt x="679" y="82612"/>
                </a:lnTo>
                <a:lnTo>
                  <a:pt x="679" y="3530"/>
                </a:lnTo>
                <a:lnTo>
                  <a:pt x="747" y="2987"/>
                </a:lnTo>
                <a:lnTo>
                  <a:pt x="950" y="2444"/>
                </a:lnTo>
                <a:lnTo>
                  <a:pt x="1154" y="1901"/>
                </a:lnTo>
                <a:lnTo>
                  <a:pt x="1561" y="1494"/>
                </a:lnTo>
                <a:lnTo>
                  <a:pt x="1969" y="1155"/>
                </a:lnTo>
                <a:lnTo>
                  <a:pt x="2444" y="883"/>
                </a:lnTo>
                <a:lnTo>
                  <a:pt x="2987" y="679"/>
                </a:lnTo>
                <a:close/>
                <a:moveTo>
                  <a:pt x="3530" y="1"/>
                </a:moveTo>
                <a:lnTo>
                  <a:pt x="2851" y="68"/>
                </a:lnTo>
                <a:lnTo>
                  <a:pt x="2172" y="204"/>
                </a:lnTo>
                <a:lnTo>
                  <a:pt x="1561" y="544"/>
                </a:lnTo>
                <a:lnTo>
                  <a:pt x="1018" y="1019"/>
                </a:lnTo>
                <a:lnTo>
                  <a:pt x="611" y="1562"/>
                </a:lnTo>
                <a:lnTo>
                  <a:pt x="272" y="2173"/>
                </a:lnTo>
                <a:lnTo>
                  <a:pt x="68" y="2852"/>
                </a:lnTo>
                <a:lnTo>
                  <a:pt x="0" y="3530"/>
                </a:lnTo>
                <a:lnTo>
                  <a:pt x="0" y="82612"/>
                </a:lnTo>
                <a:lnTo>
                  <a:pt x="68" y="83359"/>
                </a:lnTo>
                <a:lnTo>
                  <a:pt x="339" y="84038"/>
                </a:lnTo>
                <a:lnTo>
                  <a:pt x="679" y="84649"/>
                </a:lnTo>
                <a:lnTo>
                  <a:pt x="1154" y="85124"/>
                </a:lnTo>
                <a:lnTo>
                  <a:pt x="1697" y="85599"/>
                </a:lnTo>
                <a:lnTo>
                  <a:pt x="2376" y="85938"/>
                </a:lnTo>
                <a:lnTo>
                  <a:pt x="3055" y="86142"/>
                </a:lnTo>
                <a:lnTo>
                  <a:pt x="3869" y="86210"/>
                </a:lnTo>
                <a:lnTo>
                  <a:pt x="57156" y="86210"/>
                </a:lnTo>
                <a:lnTo>
                  <a:pt x="57903" y="86142"/>
                </a:lnTo>
                <a:lnTo>
                  <a:pt x="58582" y="85938"/>
                </a:lnTo>
                <a:lnTo>
                  <a:pt x="59260" y="85599"/>
                </a:lnTo>
                <a:lnTo>
                  <a:pt x="59804" y="85124"/>
                </a:lnTo>
                <a:lnTo>
                  <a:pt x="60347" y="84581"/>
                </a:lnTo>
                <a:lnTo>
                  <a:pt x="60686" y="83970"/>
                </a:lnTo>
                <a:lnTo>
                  <a:pt x="60890" y="83223"/>
                </a:lnTo>
                <a:lnTo>
                  <a:pt x="60957" y="82477"/>
                </a:lnTo>
                <a:lnTo>
                  <a:pt x="60957" y="3530"/>
                </a:lnTo>
                <a:lnTo>
                  <a:pt x="60890" y="2852"/>
                </a:lnTo>
                <a:lnTo>
                  <a:pt x="60686" y="2173"/>
                </a:lnTo>
                <a:lnTo>
                  <a:pt x="60347" y="1562"/>
                </a:lnTo>
                <a:lnTo>
                  <a:pt x="59939" y="1019"/>
                </a:lnTo>
                <a:lnTo>
                  <a:pt x="59396" y="544"/>
                </a:lnTo>
                <a:lnTo>
                  <a:pt x="58785" y="204"/>
                </a:lnTo>
                <a:lnTo>
                  <a:pt x="58106" y="68"/>
                </a:lnTo>
                <a:lnTo>
                  <a:pt x="57360" y="1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6"/>
          <p:cNvSpPr/>
          <p:nvPr/>
        </p:nvSpPr>
        <p:spPr>
          <a:xfrm>
            <a:off x="5748400" y="910325"/>
            <a:ext cx="2493300" cy="333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Place your screenshot here</a:t>
            </a:r>
            <a:endParaRPr sz="1000"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59" name="Google Shape;359;p36"/>
          <p:cNvSpPr txBox="1"/>
          <p:nvPr>
            <p:ph type="title"/>
          </p:nvPr>
        </p:nvSpPr>
        <p:spPr>
          <a:xfrm>
            <a:off x="838309" y="1807900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C107"/>
                </a:solidFill>
              </a:rPr>
              <a:t>TABLET</a:t>
            </a:r>
            <a:br>
              <a:rPr lang="en"/>
            </a:br>
            <a:r>
              <a:rPr lang="en"/>
              <a:t>PROJECT</a:t>
            </a:r>
            <a:endParaRPr/>
          </a:p>
        </p:txBody>
      </p:sp>
      <p:sp>
        <p:nvSpPr>
          <p:cNvPr id="360" name="Google Shape;360;p36"/>
          <p:cNvSpPr txBox="1"/>
          <p:nvPr>
            <p:ph idx="1" type="body"/>
          </p:nvPr>
        </p:nvSpPr>
        <p:spPr>
          <a:xfrm>
            <a:off x="838250" y="2419350"/>
            <a:ext cx="31482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Show and explain your web, app or software projects using these gadget templates.</a:t>
            </a:r>
            <a:endParaRPr/>
          </a:p>
        </p:txBody>
      </p:sp>
      <p:sp>
        <p:nvSpPr>
          <p:cNvPr id="361" name="Google Shape;361;p36"/>
          <p:cNvSpPr/>
          <p:nvPr/>
        </p:nvSpPr>
        <p:spPr>
          <a:xfrm>
            <a:off x="470763" y="1578210"/>
            <a:ext cx="335738" cy="430924"/>
          </a:xfrm>
          <a:custGeom>
            <a:rect b="b" l="l" r="r" t="t"/>
            <a:pathLst>
              <a:path extrusionOk="0" fill="none" h="20508" w="15978">
                <a:moveTo>
                  <a:pt x="15977" y="1292"/>
                </a:moveTo>
                <a:lnTo>
                  <a:pt x="15977" y="19217"/>
                </a:lnTo>
                <a:lnTo>
                  <a:pt x="15977" y="19217"/>
                </a:lnTo>
                <a:lnTo>
                  <a:pt x="15953" y="19485"/>
                </a:lnTo>
                <a:lnTo>
                  <a:pt x="15880" y="19728"/>
                </a:lnTo>
                <a:lnTo>
                  <a:pt x="15758" y="19948"/>
                </a:lnTo>
                <a:lnTo>
                  <a:pt x="15612" y="20142"/>
                </a:lnTo>
                <a:lnTo>
                  <a:pt x="15417" y="20289"/>
                </a:lnTo>
                <a:lnTo>
                  <a:pt x="15198" y="20410"/>
                </a:lnTo>
                <a:lnTo>
                  <a:pt x="14955" y="20483"/>
                </a:lnTo>
                <a:lnTo>
                  <a:pt x="14711" y="20508"/>
                </a:lnTo>
                <a:lnTo>
                  <a:pt x="1267" y="20508"/>
                </a:lnTo>
                <a:lnTo>
                  <a:pt x="1267" y="20508"/>
                </a:lnTo>
                <a:lnTo>
                  <a:pt x="1023" y="20483"/>
                </a:lnTo>
                <a:lnTo>
                  <a:pt x="780" y="20410"/>
                </a:lnTo>
                <a:lnTo>
                  <a:pt x="561" y="20289"/>
                </a:lnTo>
                <a:lnTo>
                  <a:pt x="366" y="20142"/>
                </a:lnTo>
                <a:lnTo>
                  <a:pt x="220" y="19948"/>
                </a:lnTo>
                <a:lnTo>
                  <a:pt x="98" y="19728"/>
                </a:lnTo>
                <a:lnTo>
                  <a:pt x="25" y="19485"/>
                </a:lnTo>
                <a:lnTo>
                  <a:pt x="1" y="19217"/>
                </a:lnTo>
                <a:lnTo>
                  <a:pt x="1" y="1292"/>
                </a:lnTo>
                <a:lnTo>
                  <a:pt x="1" y="1292"/>
                </a:lnTo>
                <a:lnTo>
                  <a:pt x="25" y="1024"/>
                </a:lnTo>
                <a:lnTo>
                  <a:pt x="98" y="780"/>
                </a:lnTo>
                <a:lnTo>
                  <a:pt x="220" y="561"/>
                </a:lnTo>
                <a:lnTo>
                  <a:pt x="366" y="366"/>
                </a:lnTo>
                <a:lnTo>
                  <a:pt x="561" y="220"/>
                </a:lnTo>
                <a:lnTo>
                  <a:pt x="780" y="98"/>
                </a:lnTo>
                <a:lnTo>
                  <a:pt x="1023" y="25"/>
                </a:lnTo>
                <a:lnTo>
                  <a:pt x="1267" y="1"/>
                </a:lnTo>
                <a:lnTo>
                  <a:pt x="14711" y="1"/>
                </a:lnTo>
                <a:lnTo>
                  <a:pt x="14711" y="1"/>
                </a:lnTo>
                <a:lnTo>
                  <a:pt x="14955" y="25"/>
                </a:lnTo>
                <a:lnTo>
                  <a:pt x="15198" y="98"/>
                </a:lnTo>
                <a:lnTo>
                  <a:pt x="15417" y="220"/>
                </a:lnTo>
                <a:lnTo>
                  <a:pt x="15612" y="366"/>
                </a:lnTo>
                <a:lnTo>
                  <a:pt x="15758" y="561"/>
                </a:lnTo>
                <a:lnTo>
                  <a:pt x="15880" y="780"/>
                </a:lnTo>
                <a:lnTo>
                  <a:pt x="15953" y="1024"/>
                </a:lnTo>
                <a:lnTo>
                  <a:pt x="15977" y="1292"/>
                </a:lnTo>
                <a:lnTo>
                  <a:pt x="15977" y="1292"/>
                </a:lnTo>
                <a:close/>
                <a:moveTo>
                  <a:pt x="7989" y="19899"/>
                </a:moveTo>
                <a:lnTo>
                  <a:pt x="7989" y="19899"/>
                </a:lnTo>
                <a:lnTo>
                  <a:pt x="8159" y="19875"/>
                </a:lnTo>
                <a:lnTo>
                  <a:pt x="8306" y="19826"/>
                </a:lnTo>
                <a:lnTo>
                  <a:pt x="8452" y="19753"/>
                </a:lnTo>
                <a:lnTo>
                  <a:pt x="8574" y="19655"/>
                </a:lnTo>
                <a:lnTo>
                  <a:pt x="8671" y="19534"/>
                </a:lnTo>
                <a:lnTo>
                  <a:pt x="8744" y="19387"/>
                </a:lnTo>
                <a:lnTo>
                  <a:pt x="8793" y="19241"/>
                </a:lnTo>
                <a:lnTo>
                  <a:pt x="8817" y="19071"/>
                </a:lnTo>
                <a:lnTo>
                  <a:pt x="8817" y="19071"/>
                </a:lnTo>
                <a:lnTo>
                  <a:pt x="8793" y="18900"/>
                </a:lnTo>
                <a:lnTo>
                  <a:pt x="8744" y="18754"/>
                </a:lnTo>
                <a:lnTo>
                  <a:pt x="8671" y="18608"/>
                </a:lnTo>
                <a:lnTo>
                  <a:pt x="8574" y="18486"/>
                </a:lnTo>
                <a:lnTo>
                  <a:pt x="8452" y="18389"/>
                </a:lnTo>
                <a:lnTo>
                  <a:pt x="8306" y="18316"/>
                </a:lnTo>
                <a:lnTo>
                  <a:pt x="8159" y="18267"/>
                </a:lnTo>
                <a:lnTo>
                  <a:pt x="7989" y="18243"/>
                </a:lnTo>
                <a:lnTo>
                  <a:pt x="7989" y="18243"/>
                </a:lnTo>
                <a:lnTo>
                  <a:pt x="7819" y="18267"/>
                </a:lnTo>
                <a:lnTo>
                  <a:pt x="7672" y="18316"/>
                </a:lnTo>
                <a:lnTo>
                  <a:pt x="7526" y="18389"/>
                </a:lnTo>
                <a:lnTo>
                  <a:pt x="7404" y="18486"/>
                </a:lnTo>
                <a:lnTo>
                  <a:pt x="7307" y="18608"/>
                </a:lnTo>
                <a:lnTo>
                  <a:pt x="7234" y="18754"/>
                </a:lnTo>
                <a:lnTo>
                  <a:pt x="7185" y="18900"/>
                </a:lnTo>
                <a:lnTo>
                  <a:pt x="7161" y="19071"/>
                </a:lnTo>
                <a:lnTo>
                  <a:pt x="7161" y="19071"/>
                </a:lnTo>
                <a:lnTo>
                  <a:pt x="7185" y="19241"/>
                </a:lnTo>
                <a:lnTo>
                  <a:pt x="7234" y="19387"/>
                </a:lnTo>
                <a:lnTo>
                  <a:pt x="7307" y="19534"/>
                </a:lnTo>
                <a:lnTo>
                  <a:pt x="7404" y="19655"/>
                </a:lnTo>
                <a:lnTo>
                  <a:pt x="7526" y="19753"/>
                </a:lnTo>
                <a:lnTo>
                  <a:pt x="7672" y="19826"/>
                </a:lnTo>
                <a:lnTo>
                  <a:pt x="7819" y="19875"/>
                </a:lnTo>
                <a:lnTo>
                  <a:pt x="7989" y="19899"/>
                </a:lnTo>
                <a:lnTo>
                  <a:pt x="7989" y="19899"/>
                </a:lnTo>
                <a:close/>
                <a:moveTo>
                  <a:pt x="14394" y="1584"/>
                </a:moveTo>
                <a:lnTo>
                  <a:pt x="1584" y="1584"/>
                </a:lnTo>
                <a:lnTo>
                  <a:pt x="1584" y="17634"/>
                </a:lnTo>
                <a:lnTo>
                  <a:pt x="14394" y="17634"/>
                </a:lnTo>
                <a:lnTo>
                  <a:pt x="14394" y="1584"/>
                </a:lnTo>
                <a:close/>
              </a:path>
            </a:pathLst>
          </a:custGeom>
          <a:noFill/>
          <a:ln cap="rnd" cmpd="sng" w="121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9800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/>
          <p:nvPr/>
        </p:nvSpPr>
        <p:spPr>
          <a:xfrm>
            <a:off x="3864701" y="713790"/>
            <a:ext cx="4871019" cy="3792143"/>
          </a:xfrm>
          <a:custGeom>
            <a:rect b="b" l="l" r="r" t="t"/>
            <a:pathLst>
              <a:path extrusionOk="0" h="111665" w="143434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7"/>
          <p:cNvSpPr/>
          <p:nvPr/>
        </p:nvSpPr>
        <p:spPr>
          <a:xfrm>
            <a:off x="4068509" y="916921"/>
            <a:ext cx="4463700" cy="28503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Place your screenshot here</a:t>
            </a:r>
            <a:endParaRPr sz="1000"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69" name="Google Shape;369;p37"/>
          <p:cNvSpPr txBox="1"/>
          <p:nvPr>
            <p:ph type="title"/>
          </p:nvPr>
        </p:nvSpPr>
        <p:spPr>
          <a:xfrm>
            <a:off x="838309" y="1807900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800"/>
                </a:solidFill>
              </a:rPr>
              <a:t>DESKTOP</a:t>
            </a:r>
            <a:r>
              <a:rPr lang="en"/>
              <a:t> PROJECT</a:t>
            </a:r>
            <a:endParaRPr/>
          </a:p>
        </p:txBody>
      </p:sp>
      <p:sp>
        <p:nvSpPr>
          <p:cNvPr id="370" name="Google Shape;370;p37"/>
          <p:cNvSpPr txBox="1"/>
          <p:nvPr>
            <p:ph idx="1" type="body"/>
          </p:nvPr>
        </p:nvSpPr>
        <p:spPr>
          <a:xfrm>
            <a:off x="838250" y="2419350"/>
            <a:ext cx="23349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Show and explain your web, app or software projects using these gadget templates.</a:t>
            </a:r>
            <a:endParaRPr/>
          </a:p>
        </p:txBody>
      </p:sp>
      <p:grpSp>
        <p:nvGrpSpPr>
          <p:cNvPr id="371" name="Google Shape;371;p37"/>
          <p:cNvGrpSpPr/>
          <p:nvPr/>
        </p:nvGrpSpPr>
        <p:grpSpPr>
          <a:xfrm>
            <a:off x="358787" y="1566259"/>
            <a:ext cx="460581" cy="436282"/>
            <a:chOff x="2583100" y="2973775"/>
            <a:chExt cx="461550" cy="437200"/>
          </a:xfrm>
        </p:grpSpPr>
        <p:sp>
          <p:nvSpPr>
            <p:cNvPr id="372" name="Google Shape;372;p37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7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4" name="Google Shape;374;p3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5722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8"/>
          <p:cNvSpPr txBox="1"/>
          <p:nvPr>
            <p:ph idx="4294967295" type="ctrTitle"/>
          </p:nvPr>
        </p:nvSpPr>
        <p:spPr>
          <a:xfrm>
            <a:off x="685800" y="1964350"/>
            <a:ext cx="45315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5722"/>
                </a:solidFill>
              </a:rPr>
              <a:t>THANKS!</a:t>
            </a:r>
            <a:endParaRPr sz="3600">
              <a:solidFill>
                <a:srgbClr val="FF5722"/>
              </a:solidFill>
            </a:endParaRPr>
          </a:p>
        </p:txBody>
      </p:sp>
      <p:sp>
        <p:nvSpPr>
          <p:cNvPr id="380" name="Google Shape;380;p38"/>
          <p:cNvSpPr txBox="1"/>
          <p:nvPr>
            <p:ph idx="4294967295" type="subTitle"/>
          </p:nvPr>
        </p:nvSpPr>
        <p:spPr>
          <a:xfrm>
            <a:off x="685800" y="3163925"/>
            <a:ext cx="45315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/>
              <a:t>Any questions?</a:t>
            </a:r>
            <a:endParaRPr sz="3600"/>
          </a:p>
        </p:txBody>
      </p:sp>
      <p:sp>
        <p:nvSpPr>
          <p:cNvPr id="381" name="Google Shape;381;p38"/>
          <p:cNvSpPr txBox="1"/>
          <p:nvPr>
            <p:ph idx="4294967295" type="body"/>
          </p:nvPr>
        </p:nvSpPr>
        <p:spPr>
          <a:xfrm>
            <a:off x="685800" y="3836000"/>
            <a:ext cx="6576000" cy="10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 can find me at @username &amp; user@mail.me</a:t>
            </a:r>
            <a:endParaRPr/>
          </a:p>
        </p:txBody>
      </p:sp>
      <p:grpSp>
        <p:nvGrpSpPr>
          <p:cNvPr id="382" name="Google Shape;382;p38"/>
          <p:cNvGrpSpPr/>
          <p:nvPr/>
        </p:nvGrpSpPr>
        <p:grpSpPr>
          <a:xfrm>
            <a:off x="785305" y="1555467"/>
            <a:ext cx="462632" cy="462632"/>
            <a:chOff x="1278900" y="2333250"/>
            <a:chExt cx="381175" cy="381175"/>
          </a:xfrm>
        </p:grpSpPr>
        <p:sp>
          <p:nvSpPr>
            <p:cNvPr id="383" name="Google Shape;383;p38"/>
            <p:cNvSpPr/>
            <p:nvPr/>
          </p:nvSpPr>
          <p:spPr>
            <a:xfrm>
              <a:off x="1278900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8"/>
            <p:cNvSpPr/>
            <p:nvPr/>
          </p:nvSpPr>
          <p:spPr>
            <a:xfrm>
              <a:off x="15254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8"/>
            <p:cNvSpPr/>
            <p:nvPr/>
          </p:nvSpPr>
          <p:spPr>
            <a:xfrm>
              <a:off x="13696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8"/>
            <p:cNvSpPr/>
            <p:nvPr/>
          </p:nvSpPr>
          <p:spPr>
            <a:xfrm>
              <a:off x="1369600" y="2604200"/>
              <a:ext cx="199750" cy="40825"/>
            </a:xfrm>
            <a:custGeom>
              <a:rect b="b" l="l" r="r" t="t"/>
              <a:pathLst>
                <a:path extrusionOk="0" fill="none" h="1633" w="799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7" name="Google Shape;387;p3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44336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9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44336"/>
                </a:solidFill>
              </a:rPr>
              <a:t>CREDITS</a:t>
            </a:r>
            <a:endParaRPr>
              <a:solidFill>
                <a:srgbClr val="F44336"/>
              </a:solidFill>
            </a:endParaRPr>
          </a:p>
        </p:txBody>
      </p:sp>
      <p:sp>
        <p:nvSpPr>
          <p:cNvPr id="393" name="Google Shape;393;p39"/>
          <p:cNvSpPr txBox="1"/>
          <p:nvPr>
            <p:ph idx="1" type="body"/>
          </p:nvPr>
        </p:nvSpPr>
        <p:spPr>
          <a:xfrm>
            <a:off x="838250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Special thanks to all the people who made and released these awesome resources for free: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▸"/>
            </a:pPr>
            <a:r>
              <a:rPr lang="en" sz="1400"/>
              <a:t>Presentation template by </a:t>
            </a:r>
            <a:r>
              <a:rPr lang="en" sz="1400" u="sng">
                <a:hlinkClick r:id="rId3"/>
              </a:rPr>
              <a:t>SlidesCarnival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▸"/>
            </a:pPr>
            <a:r>
              <a:rPr lang="en" sz="1400"/>
              <a:t>Photographs by </a:t>
            </a:r>
            <a:r>
              <a:rPr lang="en" sz="1400" u="sng">
                <a:hlinkClick r:id="rId4"/>
              </a:rPr>
              <a:t>Death to the Stock Photo</a:t>
            </a:r>
            <a:r>
              <a:rPr lang="en" sz="1400"/>
              <a:t> (</a:t>
            </a:r>
            <a:r>
              <a:rPr lang="en" sz="1400" u="sng">
                <a:hlinkClick r:id="rId5"/>
              </a:rPr>
              <a:t>license</a:t>
            </a:r>
            <a:r>
              <a:rPr lang="en" sz="1400"/>
              <a:t>)</a:t>
            </a:r>
            <a:endParaRPr sz="1400"/>
          </a:p>
        </p:txBody>
      </p:sp>
      <p:grpSp>
        <p:nvGrpSpPr>
          <p:cNvPr id="394" name="Google Shape;394;p39"/>
          <p:cNvGrpSpPr/>
          <p:nvPr/>
        </p:nvGrpSpPr>
        <p:grpSpPr>
          <a:xfrm>
            <a:off x="349679" y="869068"/>
            <a:ext cx="449033" cy="449033"/>
            <a:chOff x="2594050" y="1631825"/>
            <a:chExt cx="439625" cy="439625"/>
          </a:xfrm>
        </p:grpSpPr>
        <p:sp>
          <p:nvSpPr>
            <p:cNvPr id="395" name="Google Shape;395;p39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9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9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9"/>
            <p:cNvSpPr/>
            <p:nvPr/>
          </p:nvSpPr>
          <p:spPr>
            <a:xfrm>
              <a:off x="2801675" y="1740825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9" name="Google Shape;399;p3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E91E63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0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</a:t>
            </a:r>
            <a:r>
              <a:rPr lang="en">
                <a:solidFill>
                  <a:srgbClr val="E91E63"/>
                </a:solidFill>
              </a:rPr>
              <a:t>DESIGN</a:t>
            </a:r>
            <a:endParaRPr>
              <a:solidFill>
                <a:srgbClr val="E91E63"/>
              </a:solidFill>
            </a:endParaRPr>
          </a:p>
        </p:txBody>
      </p:sp>
      <p:sp>
        <p:nvSpPr>
          <p:cNvPr id="405" name="Google Shape;405;p40"/>
          <p:cNvSpPr txBox="1"/>
          <p:nvPr>
            <p:ph idx="1" type="body"/>
          </p:nvPr>
        </p:nvSpPr>
        <p:spPr>
          <a:xfrm>
            <a:off x="868475" y="1717275"/>
            <a:ext cx="6638700" cy="26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This presentations uses the following typographies and colors:</a:t>
            </a: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▸"/>
            </a:pPr>
            <a:r>
              <a:rPr lang="en" sz="1000"/>
              <a:t>Titles: </a:t>
            </a:r>
            <a:r>
              <a:rPr b="1" lang="en" sz="1000"/>
              <a:t>Montserrat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▸"/>
            </a:pPr>
            <a:r>
              <a:rPr lang="en" sz="1000"/>
              <a:t>Body copy: </a:t>
            </a:r>
            <a:r>
              <a:rPr b="1" lang="en" sz="1000"/>
              <a:t>Karla</a:t>
            </a:r>
            <a:endParaRPr b="1"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You can download the fonts on these pages: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E91E63"/>
                </a:solidFill>
                <a:hlinkClick r:id="rId3"/>
              </a:rPr>
              <a:t>https://www.fontsquirrel.com/fonts/montserrat</a:t>
            </a:r>
            <a:endParaRPr sz="1000">
              <a:solidFill>
                <a:srgbClr val="E91E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E91E63"/>
                </a:solidFill>
                <a:hlinkClick r:id="rId4"/>
              </a:rPr>
              <a:t>https://www.fontsquirrel.com/fonts/karla</a:t>
            </a:r>
            <a:endParaRPr sz="1000">
              <a:solidFill>
                <a:srgbClr val="E91E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Red </a:t>
            </a:r>
            <a:r>
              <a:rPr lang="en" sz="1000">
                <a:solidFill>
                  <a:srgbClr val="FFFFFF"/>
                </a:solidFill>
                <a:highlight>
                  <a:srgbClr val="F44336"/>
                </a:highlight>
              </a:rPr>
              <a:t>#F44336</a:t>
            </a:r>
            <a:r>
              <a:rPr lang="en" sz="1000"/>
              <a:t>		Deep orange </a:t>
            </a:r>
            <a:r>
              <a:rPr lang="en" sz="1000">
                <a:solidFill>
                  <a:srgbClr val="FFFFFF"/>
                </a:solidFill>
                <a:highlight>
                  <a:srgbClr val="FF5722"/>
                </a:highlight>
              </a:rPr>
              <a:t>#FF5722</a:t>
            </a:r>
            <a:r>
              <a:rPr lang="en" sz="1000"/>
              <a:t>	Orange </a:t>
            </a:r>
            <a:r>
              <a:rPr lang="en" sz="1000">
                <a:solidFill>
                  <a:srgbClr val="FFFFFF"/>
                </a:solidFill>
                <a:highlight>
                  <a:srgbClr val="FF9800"/>
                </a:highlight>
              </a:rPr>
              <a:t>#FF9800</a:t>
            </a:r>
            <a:r>
              <a:rPr lang="en" sz="1000"/>
              <a:t>	Amber </a:t>
            </a:r>
            <a:r>
              <a:rPr lang="en" sz="1000">
                <a:solidFill>
                  <a:schemeClr val="dk1"/>
                </a:solidFill>
                <a:highlight>
                  <a:srgbClr val="FFC107"/>
                </a:highlight>
              </a:rPr>
              <a:t>#FFC107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Yellow </a:t>
            </a:r>
            <a:r>
              <a:rPr lang="en" sz="1000">
                <a:solidFill>
                  <a:schemeClr val="dk1"/>
                </a:solidFill>
                <a:highlight>
                  <a:srgbClr val="FFEB3B"/>
                </a:highlight>
              </a:rPr>
              <a:t>#FFEB3B</a:t>
            </a:r>
            <a:r>
              <a:rPr lang="en" sz="1000"/>
              <a:t>		Lime </a:t>
            </a:r>
            <a:r>
              <a:rPr lang="en" sz="1000">
                <a:solidFill>
                  <a:schemeClr val="dk1"/>
                </a:solidFill>
                <a:highlight>
                  <a:srgbClr val="CDDC39"/>
                </a:highlight>
              </a:rPr>
              <a:t>#CDDC39</a:t>
            </a:r>
            <a:r>
              <a:rPr lang="en" sz="1000"/>
              <a:t>		Green </a:t>
            </a:r>
            <a:r>
              <a:rPr lang="en" sz="1000">
                <a:solidFill>
                  <a:srgbClr val="FFFFFF"/>
                </a:solidFill>
                <a:highlight>
                  <a:srgbClr val="8BC34A"/>
                </a:highlight>
              </a:rPr>
              <a:t>#8BC34A</a:t>
            </a:r>
            <a:r>
              <a:rPr lang="en" sz="1000"/>
              <a:t>		Dark green </a:t>
            </a:r>
            <a:r>
              <a:rPr lang="en" sz="1000">
                <a:solidFill>
                  <a:srgbClr val="FFFFFF"/>
                </a:solidFill>
                <a:highlight>
                  <a:srgbClr val="4CAF50"/>
                </a:highlight>
              </a:rPr>
              <a:t>#4CAF50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Teal </a:t>
            </a:r>
            <a:r>
              <a:rPr lang="en" sz="1000">
                <a:solidFill>
                  <a:srgbClr val="FFFFFF"/>
                </a:solidFill>
                <a:highlight>
                  <a:srgbClr val="009688"/>
                </a:highlight>
              </a:rPr>
              <a:t>#009688</a:t>
            </a:r>
            <a:r>
              <a:rPr lang="en" sz="1000"/>
              <a:t>		Cyan </a:t>
            </a:r>
            <a:r>
              <a:rPr lang="en" sz="1000">
                <a:solidFill>
                  <a:srgbClr val="FFFFFF"/>
                </a:solidFill>
                <a:highlight>
                  <a:srgbClr val="00BCD4"/>
                </a:highlight>
              </a:rPr>
              <a:t>#00BCD4</a:t>
            </a:r>
            <a:r>
              <a:rPr lang="en" sz="1000"/>
              <a:t>		Blue </a:t>
            </a:r>
            <a:r>
              <a:rPr lang="en" sz="1000">
                <a:solidFill>
                  <a:srgbClr val="FFFFFF"/>
                </a:solidFill>
                <a:highlight>
                  <a:srgbClr val="03A9F4"/>
                </a:highlight>
              </a:rPr>
              <a:t>#03A9F4</a:t>
            </a:r>
            <a:r>
              <a:rPr lang="en" sz="1000"/>
              <a:t>		Dark blue </a:t>
            </a:r>
            <a:r>
              <a:rPr lang="en" sz="1000">
                <a:solidFill>
                  <a:srgbClr val="FFFFFF"/>
                </a:solidFill>
                <a:highlight>
                  <a:srgbClr val="2196F3"/>
                </a:highlight>
              </a:rPr>
              <a:t>#2196F3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Indigo</a:t>
            </a:r>
            <a:r>
              <a:rPr lang="en" sz="10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  <a:highlight>
                  <a:srgbClr val="3F51B5"/>
                </a:highlight>
              </a:rPr>
              <a:t>#3F51B5</a:t>
            </a:r>
            <a:r>
              <a:rPr lang="en" sz="1000"/>
              <a:t>		Deep Purple </a:t>
            </a:r>
            <a:r>
              <a:rPr lang="en" sz="1000">
                <a:solidFill>
                  <a:srgbClr val="FFFFFF"/>
                </a:solidFill>
                <a:highlight>
                  <a:srgbClr val="673AB7"/>
                </a:highlight>
              </a:rPr>
              <a:t>#673AB7</a:t>
            </a:r>
            <a:r>
              <a:rPr lang="en" sz="1000"/>
              <a:t>	Purple </a:t>
            </a:r>
            <a:r>
              <a:rPr lang="en" sz="1000">
                <a:solidFill>
                  <a:srgbClr val="FFFFFF"/>
                </a:solidFill>
                <a:highlight>
                  <a:srgbClr val="9C27B0"/>
                </a:highlight>
              </a:rPr>
              <a:t>#9C27B0</a:t>
            </a:r>
            <a:r>
              <a:rPr lang="en" sz="1000"/>
              <a:t>	Magenta </a:t>
            </a:r>
            <a:r>
              <a:rPr lang="en" sz="1000">
                <a:solidFill>
                  <a:srgbClr val="FFFFFF"/>
                </a:solidFill>
                <a:highlight>
                  <a:srgbClr val="E91E63"/>
                </a:highlight>
              </a:rPr>
              <a:t>#E91E63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Blue gray</a:t>
            </a:r>
            <a:r>
              <a:rPr b="1" lang="en" sz="1000"/>
              <a:t> </a:t>
            </a:r>
            <a:r>
              <a:rPr lang="en" sz="1000">
                <a:solidFill>
                  <a:srgbClr val="FFFFFF"/>
                </a:solidFill>
                <a:highlight>
                  <a:srgbClr val="607D8B"/>
                </a:highlight>
              </a:rPr>
              <a:t>#607D8B</a:t>
            </a:r>
            <a:endParaRPr b="1" sz="1000"/>
          </a:p>
        </p:txBody>
      </p:sp>
      <p:sp>
        <p:nvSpPr>
          <p:cNvPr id="406" name="Google Shape;406;p40"/>
          <p:cNvSpPr txBox="1"/>
          <p:nvPr/>
        </p:nvSpPr>
        <p:spPr>
          <a:xfrm>
            <a:off x="7256751" y="260392"/>
            <a:ext cx="16116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407" name="Google Shape;407;p40"/>
          <p:cNvGrpSpPr/>
          <p:nvPr/>
        </p:nvGrpSpPr>
        <p:grpSpPr>
          <a:xfrm>
            <a:off x="313129" y="869043"/>
            <a:ext cx="449033" cy="449033"/>
            <a:chOff x="2594050" y="1631825"/>
            <a:chExt cx="439625" cy="439625"/>
          </a:xfrm>
        </p:grpSpPr>
        <p:sp>
          <p:nvSpPr>
            <p:cNvPr id="408" name="Google Shape;408;p40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0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0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0"/>
            <p:cNvSpPr/>
            <p:nvPr/>
          </p:nvSpPr>
          <p:spPr>
            <a:xfrm>
              <a:off x="2801675" y="1740825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2" name="Google Shape;412;p4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607D8B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1"/>
          <p:cNvSpPr txBox="1"/>
          <p:nvPr/>
        </p:nvSpPr>
        <p:spPr>
          <a:xfrm>
            <a:off x="6248575" y="312075"/>
            <a:ext cx="2592000" cy="1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SlidesCarnival icons are editable shapes</a:t>
            </a:r>
            <a:r>
              <a:rPr lang="en" sz="9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. </a:t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This means that you can:</a:t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Karla"/>
              <a:buChar char="●"/>
            </a:pPr>
            <a:r>
              <a:rPr lang="en" sz="9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Resize them without losing quality.</a:t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Karla"/>
              <a:buChar char="●"/>
            </a:pPr>
            <a:r>
              <a:rPr lang="en" sz="9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Change line color, width and style.</a:t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Isn’t that nice? :)</a:t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Examples:</a:t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418" name="Google Shape;418;p41"/>
          <p:cNvGrpSpPr/>
          <p:nvPr/>
        </p:nvGrpSpPr>
        <p:grpSpPr>
          <a:xfrm>
            <a:off x="348747" y="333019"/>
            <a:ext cx="342903" cy="447293"/>
            <a:chOff x="590250" y="244200"/>
            <a:chExt cx="407975" cy="532175"/>
          </a:xfrm>
        </p:grpSpPr>
        <p:sp>
          <p:nvSpPr>
            <p:cNvPr id="419" name="Google Shape;419;p41"/>
            <p:cNvSpPr/>
            <p:nvPr/>
          </p:nvSpPr>
          <p:spPr>
            <a:xfrm>
              <a:off x="623125" y="313625"/>
              <a:ext cx="375100" cy="462750"/>
            </a:xfrm>
            <a:custGeom>
              <a:rect b="b" l="l" r="r" t="t"/>
              <a:pathLst>
                <a:path extrusionOk="0" fill="none" h="18510" w="15004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41"/>
            <p:cNvSpPr/>
            <p:nvPr/>
          </p:nvSpPr>
          <p:spPr>
            <a:xfrm>
              <a:off x="590250" y="2697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41"/>
            <p:cNvSpPr/>
            <p:nvPr/>
          </p:nvSpPr>
          <p:spPr>
            <a:xfrm>
              <a:off x="796650" y="274025"/>
              <a:ext cx="45100" cy="45100"/>
            </a:xfrm>
            <a:custGeom>
              <a:rect b="b" l="l" r="r" t="t"/>
              <a:pathLst>
                <a:path extrusionOk="0" fill="none" h="1804" w="1804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1"/>
            <p:cNvSpPr/>
            <p:nvPr/>
          </p:nvSpPr>
          <p:spPr>
            <a:xfrm>
              <a:off x="713850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1"/>
            <p:cNvSpPr/>
            <p:nvPr/>
          </p:nvSpPr>
          <p:spPr>
            <a:xfrm>
              <a:off x="631050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41"/>
            <p:cNvSpPr/>
            <p:nvPr/>
          </p:nvSpPr>
          <p:spPr>
            <a:xfrm>
              <a:off x="649925" y="5900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1"/>
            <p:cNvSpPr/>
            <p:nvPr/>
          </p:nvSpPr>
          <p:spPr>
            <a:xfrm>
              <a:off x="649925" y="5346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41"/>
            <p:cNvSpPr/>
            <p:nvPr/>
          </p:nvSpPr>
          <p:spPr>
            <a:xfrm>
              <a:off x="649925" y="4798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1"/>
            <p:cNvSpPr/>
            <p:nvPr/>
          </p:nvSpPr>
          <p:spPr>
            <a:xfrm>
              <a:off x="649925" y="4244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1"/>
            <p:cNvSpPr/>
            <p:nvPr/>
          </p:nvSpPr>
          <p:spPr>
            <a:xfrm>
              <a:off x="879475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1"/>
            <p:cNvSpPr/>
            <p:nvPr/>
          </p:nvSpPr>
          <p:spPr>
            <a:xfrm>
              <a:off x="6548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1"/>
            <p:cNvSpPr/>
            <p:nvPr/>
          </p:nvSpPr>
          <p:spPr>
            <a:xfrm>
              <a:off x="7376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1"/>
            <p:cNvSpPr/>
            <p:nvPr/>
          </p:nvSpPr>
          <p:spPr>
            <a:xfrm>
              <a:off x="8204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1"/>
            <p:cNvSpPr/>
            <p:nvPr/>
          </p:nvSpPr>
          <p:spPr>
            <a:xfrm>
              <a:off x="903225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3" name="Google Shape;433;p41"/>
          <p:cNvGrpSpPr/>
          <p:nvPr/>
        </p:nvGrpSpPr>
        <p:grpSpPr>
          <a:xfrm>
            <a:off x="901439" y="399041"/>
            <a:ext cx="372594" cy="310144"/>
            <a:chOff x="1247825" y="322750"/>
            <a:chExt cx="443300" cy="369000"/>
          </a:xfrm>
        </p:grpSpPr>
        <p:sp>
          <p:nvSpPr>
            <p:cNvPr id="434" name="Google Shape;434;p41"/>
            <p:cNvSpPr/>
            <p:nvPr/>
          </p:nvSpPr>
          <p:spPr>
            <a:xfrm>
              <a:off x="1247825" y="322750"/>
              <a:ext cx="443300" cy="369000"/>
            </a:xfrm>
            <a:custGeom>
              <a:rect b="b" l="l" r="r" t="t"/>
              <a:pathLst>
                <a:path extrusionOk="0" fill="none" h="14760" w="17732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1"/>
            <p:cNvSpPr/>
            <p:nvPr/>
          </p:nvSpPr>
          <p:spPr>
            <a:xfrm>
              <a:off x="1398225" y="386675"/>
              <a:ext cx="142500" cy="25"/>
            </a:xfrm>
            <a:custGeom>
              <a:rect b="b" l="l" r="r" t="t"/>
              <a:pathLst>
                <a:path extrusionOk="0" fill="none" h="1" w="570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41"/>
            <p:cNvSpPr/>
            <p:nvPr/>
          </p:nvSpPr>
          <p:spPr>
            <a:xfrm>
              <a:off x="1370225" y="450000"/>
              <a:ext cx="198500" cy="197900"/>
            </a:xfrm>
            <a:custGeom>
              <a:rect b="b" l="l" r="r" t="t"/>
              <a:pathLst>
                <a:path extrusionOk="0" fill="none" h="7916" w="794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41"/>
            <p:cNvSpPr/>
            <p:nvPr/>
          </p:nvSpPr>
          <p:spPr>
            <a:xfrm>
              <a:off x="1403100" y="482875"/>
              <a:ext cx="132750" cy="132150"/>
            </a:xfrm>
            <a:custGeom>
              <a:rect b="b" l="l" r="r" t="t"/>
              <a:pathLst>
                <a:path extrusionOk="0" fill="none" h="5286" w="531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41"/>
            <p:cNvSpPr/>
            <p:nvPr/>
          </p:nvSpPr>
          <p:spPr>
            <a:xfrm>
              <a:off x="1588800" y="435400"/>
              <a:ext cx="66400" cy="43850"/>
            </a:xfrm>
            <a:custGeom>
              <a:rect b="b" l="l" r="r" t="t"/>
              <a:pathLst>
                <a:path extrusionOk="0" fill="none" h="1754" w="2656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9" name="Google Shape;439;p41"/>
          <p:cNvGrpSpPr/>
          <p:nvPr/>
        </p:nvGrpSpPr>
        <p:grpSpPr>
          <a:xfrm>
            <a:off x="1474618" y="397507"/>
            <a:ext cx="356204" cy="313212"/>
            <a:chOff x="1929775" y="320925"/>
            <a:chExt cx="423800" cy="372650"/>
          </a:xfrm>
        </p:grpSpPr>
        <p:sp>
          <p:nvSpPr>
            <p:cNvPr id="440" name="Google Shape;440;p41"/>
            <p:cNvSpPr/>
            <p:nvPr/>
          </p:nvSpPr>
          <p:spPr>
            <a:xfrm>
              <a:off x="1929775" y="320925"/>
              <a:ext cx="423800" cy="372650"/>
            </a:xfrm>
            <a:custGeom>
              <a:rect b="b" l="l" r="r" t="t"/>
              <a:pathLst>
                <a:path extrusionOk="0" fill="none" h="14906" w="16952">
                  <a:moveTo>
                    <a:pt x="16172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3"/>
                  </a:lnTo>
                  <a:lnTo>
                    <a:pt x="341" y="146"/>
                  </a:lnTo>
                  <a:lnTo>
                    <a:pt x="220" y="244"/>
                  </a:lnTo>
                  <a:lnTo>
                    <a:pt x="122" y="341"/>
                  </a:lnTo>
                  <a:lnTo>
                    <a:pt x="74" y="487"/>
                  </a:lnTo>
                  <a:lnTo>
                    <a:pt x="25" y="634"/>
                  </a:lnTo>
                  <a:lnTo>
                    <a:pt x="0" y="780"/>
                  </a:lnTo>
                  <a:lnTo>
                    <a:pt x="0" y="14126"/>
                  </a:lnTo>
                  <a:lnTo>
                    <a:pt x="0" y="14126"/>
                  </a:lnTo>
                  <a:lnTo>
                    <a:pt x="25" y="14272"/>
                  </a:lnTo>
                  <a:lnTo>
                    <a:pt x="74" y="14418"/>
                  </a:lnTo>
                  <a:lnTo>
                    <a:pt x="122" y="14565"/>
                  </a:lnTo>
                  <a:lnTo>
                    <a:pt x="220" y="14662"/>
                  </a:lnTo>
                  <a:lnTo>
                    <a:pt x="341" y="14759"/>
                  </a:lnTo>
                  <a:lnTo>
                    <a:pt x="488" y="14832"/>
                  </a:lnTo>
                  <a:lnTo>
                    <a:pt x="634" y="14881"/>
                  </a:lnTo>
                  <a:lnTo>
                    <a:pt x="780" y="14906"/>
                  </a:lnTo>
                  <a:lnTo>
                    <a:pt x="16172" y="14906"/>
                  </a:lnTo>
                  <a:lnTo>
                    <a:pt x="16172" y="14906"/>
                  </a:lnTo>
                  <a:lnTo>
                    <a:pt x="16318" y="14881"/>
                  </a:lnTo>
                  <a:lnTo>
                    <a:pt x="16464" y="14832"/>
                  </a:lnTo>
                  <a:lnTo>
                    <a:pt x="16611" y="14759"/>
                  </a:lnTo>
                  <a:lnTo>
                    <a:pt x="16732" y="14662"/>
                  </a:lnTo>
                  <a:lnTo>
                    <a:pt x="16830" y="14565"/>
                  </a:lnTo>
                  <a:lnTo>
                    <a:pt x="16878" y="14418"/>
                  </a:lnTo>
                  <a:lnTo>
                    <a:pt x="16927" y="14272"/>
                  </a:lnTo>
                  <a:lnTo>
                    <a:pt x="16952" y="14126"/>
                  </a:lnTo>
                  <a:lnTo>
                    <a:pt x="16952" y="780"/>
                  </a:lnTo>
                  <a:lnTo>
                    <a:pt x="16952" y="780"/>
                  </a:lnTo>
                  <a:lnTo>
                    <a:pt x="16927" y="634"/>
                  </a:lnTo>
                  <a:lnTo>
                    <a:pt x="16878" y="487"/>
                  </a:lnTo>
                  <a:lnTo>
                    <a:pt x="16830" y="341"/>
                  </a:lnTo>
                  <a:lnTo>
                    <a:pt x="16732" y="244"/>
                  </a:lnTo>
                  <a:lnTo>
                    <a:pt x="16611" y="146"/>
                  </a:lnTo>
                  <a:lnTo>
                    <a:pt x="16464" y="73"/>
                  </a:lnTo>
                  <a:lnTo>
                    <a:pt x="16318" y="25"/>
                  </a:lnTo>
                  <a:lnTo>
                    <a:pt x="16172" y="0"/>
                  </a:lnTo>
                  <a:lnTo>
                    <a:pt x="16172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1"/>
            <p:cNvSpPr/>
            <p:nvPr/>
          </p:nvSpPr>
          <p:spPr>
            <a:xfrm>
              <a:off x="1954125" y="345275"/>
              <a:ext cx="375100" cy="323950"/>
            </a:xfrm>
            <a:custGeom>
              <a:rect b="b" l="l" r="r" t="t"/>
              <a:pathLst>
                <a:path extrusionOk="0" fill="none" h="12958" w="15004">
                  <a:moveTo>
                    <a:pt x="15003" y="12957"/>
                  </a:moveTo>
                  <a:lnTo>
                    <a:pt x="1" y="12957"/>
                  </a:lnTo>
                  <a:lnTo>
                    <a:pt x="1" y="0"/>
                  </a:lnTo>
                  <a:lnTo>
                    <a:pt x="15003" y="0"/>
                  </a:lnTo>
                  <a:lnTo>
                    <a:pt x="15003" y="12957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1"/>
            <p:cNvSpPr/>
            <p:nvPr/>
          </p:nvSpPr>
          <p:spPr>
            <a:xfrm>
              <a:off x="2162375" y="534625"/>
              <a:ext cx="146750" cy="113275"/>
            </a:xfrm>
            <a:custGeom>
              <a:rect b="b" l="l" r="r" t="t"/>
              <a:pathLst>
                <a:path extrusionOk="0" fill="none" h="4531" w="5870">
                  <a:moveTo>
                    <a:pt x="0" y="2266"/>
                  </a:moveTo>
                  <a:lnTo>
                    <a:pt x="1534" y="244"/>
                  </a:lnTo>
                  <a:lnTo>
                    <a:pt x="1534" y="244"/>
                  </a:lnTo>
                  <a:lnTo>
                    <a:pt x="1632" y="147"/>
                  </a:lnTo>
                  <a:lnTo>
                    <a:pt x="1754" y="50"/>
                  </a:lnTo>
                  <a:lnTo>
                    <a:pt x="1875" y="1"/>
                  </a:lnTo>
                  <a:lnTo>
                    <a:pt x="2022" y="1"/>
                  </a:lnTo>
                  <a:lnTo>
                    <a:pt x="2143" y="1"/>
                  </a:lnTo>
                  <a:lnTo>
                    <a:pt x="2289" y="50"/>
                  </a:lnTo>
                  <a:lnTo>
                    <a:pt x="2411" y="147"/>
                  </a:lnTo>
                  <a:lnTo>
                    <a:pt x="2509" y="244"/>
                  </a:lnTo>
                  <a:lnTo>
                    <a:pt x="5870" y="453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1"/>
            <p:cNvSpPr/>
            <p:nvPr/>
          </p:nvSpPr>
          <p:spPr>
            <a:xfrm>
              <a:off x="1974225" y="468875"/>
              <a:ext cx="232600" cy="179025"/>
            </a:xfrm>
            <a:custGeom>
              <a:rect b="b" l="l" r="r" t="t"/>
              <a:pathLst>
                <a:path extrusionOk="0" fill="none" h="7161" w="9304">
                  <a:moveTo>
                    <a:pt x="0" y="3995"/>
                  </a:moveTo>
                  <a:lnTo>
                    <a:pt x="2923" y="244"/>
                  </a:lnTo>
                  <a:lnTo>
                    <a:pt x="2923" y="244"/>
                  </a:lnTo>
                  <a:lnTo>
                    <a:pt x="3020" y="147"/>
                  </a:lnTo>
                  <a:lnTo>
                    <a:pt x="3142" y="49"/>
                  </a:lnTo>
                  <a:lnTo>
                    <a:pt x="3264" y="1"/>
                  </a:lnTo>
                  <a:lnTo>
                    <a:pt x="3410" y="1"/>
                  </a:lnTo>
                  <a:lnTo>
                    <a:pt x="3532" y="1"/>
                  </a:lnTo>
                  <a:lnTo>
                    <a:pt x="3678" y="49"/>
                  </a:lnTo>
                  <a:lnTo>
                    <a:pt x="3800" y="147"/>
                  </a:lnTo>
                  <a:lnTo>
                    <a:pt x="3897" y="244"/>
                  </a:lnTo>
                  <a:lnTo>
                    <a:pt x="9304" y="716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1"/>
            <p:cNvSpPr/>
            <p:nvPr/>
          </p:nvSpPr>
          <p:spPr>
            <a:xfrm>
              <a:off x="2169675" y="396425"/>
              <a:ext cx="97450" cy="97450"/>
            </a:xfrm>
            <a:custGeom>
              <a:rect b="b" l="l" r="r" t="t"/>
              <a:pathLst>
                <a:path extrusionOk="0" fill="none" h="3898" w="3898">
                  <a:moveTo>
                    <a:pt x="1949" y="3897"/>
                  </a:moveTo>
                  <a:lnTo>
                    <a:pt x="1949" y="3897"/>
                  </a:lnTo>
                  <a:lnTo>
                    <a:pt x="1754" y="3897"/>
                  </a:lnTo>
                  <a:lnTo>
                    <a:pt x="1559" y="3873"/>
                  </a:lnTo>
                  <a:lnTo>
                    <a:pt x="1364" y="3824"/>
                  </a:lnTo>
                  <a:lnTo>
                    <a:pt x="1194" y="3751"/>
                  </a:lnTo>
                  <a:lnTo>
                    <a:pt x="1023" y="3678"/>
                  </a:lnTo>
                  <a:lnTo>
                    <a:pt x="853" y="3580"/>
                  </a:lnTo>
                  <a:lnTo>
                    <a:pt x="707" y="3459"/>
                  </a:lnTo>
                  <a:lnTo>
                    <a:pt x="560" y="3337"/>
                  </a:lnTo>
                  <a:lnTo>
                    <a:pt x="439" y="3191"/>
                  </a:lnTo>
                  <a:lnTo>
                    <a:pt x="317" y="3045"/>
                  </a:lnTo>
                  <a:lnTo>
                    <a:pt x="220" y="2874"/>
                  </a:lnTo>
                  <a:lnTo>
                    <a:pt x="146" y="2704"/>
                  </a:lnTo>
                  <a:lnTo>
                    <a:pt x="73" y="2533"/>
                  </a:lnTo>
                  <a:lnTo>
                    <a:pt x="25" y="2338"/>
                  </a:lnTo>
                  <a:lnTo>
                    <a:pt x="0" y="2168"/>
                  </a:lnTo>
                  <a:lnTo>
                    <a:pt x="0" y="1949"/>
                  </a:lnTo>
                  <a:lnTo>
                    <a:pt x="0" y="1949"/>
                  </a:lnTo>
                  <a:lnTo>
                    <a:pt x="0" y="1754"/>
                  </a:lnTo>
                  <a:lnTo>
                    <a:pt x="25" y="1559"/>
                  </a:lnTo>
                  <a:lnTo>
                    <a:pt x="73" y="1389"/>
                  </a:lnTo>
                  <a:lnTo>
                    <a:pt x="146" y="1194"/>
                  </a:lnTo>
                  <a:lnTo>
                    <a:pt x="220" y="1023"/>
                  </a:lnTo>
                  <a:lnTo>
                    <a:pt x="317" y="877"/>
                  </a:lnTo>
                  <a:lnTo>
                    <a:pt x="439" y="707"/>
                  </a:lnTo>
                  <a:lnTo>
                    <a:pt x="560" y="585"/>
                  </a:lnTo>
                  <a:lnTo>
                    <a:pt x="707" y="463"/>
                  </a:lnTo>
                  <a:lnTo>
                    <a:pt x="853" y="341"/>
                  </a:lnTo>
                  <a:lnTo>
                    <a:pt x="1023" y="244"/>
                  </a:lnTo>
                  <a:lnTo>
                    <a:pt x="1194" y="171"/>
                  </a:lnTo>
                  <a:lnTo>
                    <a:pt x="1364" y="98"/>
                  </a:lnTo>
                  <a:lnTo>
                    <a:pt x="1559" y="49"/>
                  </a:lnTo>
                  <a:lnTo>
                    <a:pt x="1754" y="25"/>
                  </a:lnTo>
                  <a:lnTo>
                    <a:pt x="1949" y="0"/>
                  </a:lnTo>
                  <a:lnTo>
                    <a:pt x="1949" y="0"/>
                  </a:lnTo>
                  <a:lnTo>
                    <a:pt x="2144" y="25"/>
                  </a:lnTo>
                  <a:lnTo>
                    <a:pt x="2338" y="49"/>
                  </a:lnTo>
                  <a:lnTo>
                    <a:pt x="2533" y="98"/>
                  </a:lnTo>
                  <a:lnTo>
                    <a:pt x="2704" y="171"/>
                  </a:lnTo>
                  <a:lnTo>
                    <a:pt x="2874" y="244"/>
                  </a:lnTo>
                  <a:lnTo>
                    <a:pt x="3020" y="341"/>
                  </a:lnTo>
                  <a:lnTo>
                    <a:pt x="3191" y="463"/>
                  </a:lnTo>
                  <a:lnTo>
                    <a:pt x="3313" y="585"/>
                  </a:lnTo>
                  <a:lnTo>
                    <a:pt x="3459" y="707"/>
                  </a:lnTo>
                  <a:lnTo>
                    <a:pt x="3556" y="877"/>
                  </a:lnTo>
                  <a:lnTo>
                    <a:pt x="3654" y="1023"/>
                  </a:lnTo>
                  <a:lnTo>
                    <a:pt x="3727" y="1194"/>
                  </a:lnTo>
                  <a:lnTo>
                    <a:pt x="3800" y="1389"/>
                  </a:lnTo>
                  <a:lnTo>
                    <a:pt x="3848" y="1559"/>
                  </a:lnTo>
                  <a:lnTo>
                    <a:pt x="3873" y="1754"/>
                  </a:lnTo>
                  <a:lnTo>
                    <a:pt x="3897" y="1949"/>
                  </a:lnTo>
                  <a:lnTo>
                    <a:pt x="3897" y="1949"/>
                  </a:lnTo>
                  <a:lnTo>
                    <a:pt x="3873" y="2168"/>
                  </a:lnTo>
                  <a:lnTo>
                    <a:pt x="3848" y="2338"/>
                  </a:lnTo>
                  <a:lnTo>
                    <a:pt x="3800" y="2533"/>
                  </a:lnTo>
                  <a:lnTo>
                    <a:pt x="3727" y="2704"/>
                  </a:lnTo>
                  <a:lnTo>
                    <a:pt x="3654" y="2874"/>
                  </a:lnTo>
                  <a:lnTo>
                    <a:pt x="3556" y="3045"/>
                  </a:lnTo>
                  <a:lnTo>
                    <a:pt x="3459" y="3191"/>
                  </a:lnTo>
                  <a:lnTo>
                    <a:pt x="3313" y="3337"/>
                  </a:lnTo>
                  <a:lnTo>
                    <a:pt x="3191" y="3459"/>
                  </a:lnTo>
                  <a:lnTo>
                    <a:pt x="3020" y="3580"/>
                  </a:lnTo>
                  <a:lnTo>
                    <a:pt x="2874" y="3678"/>
                  </a:lnTo>
                  <a:lnTo>
                    <a:pt x="2704" y="3751"/>
                  </a:lnTo>
                  <a:lnTo>
                    <a:pt x="2533" y="3824"/>
                  </a:lnTo>
                  <a:lnTo>
                    <a:pt x="2338" y="3873"/>
                  </a:lnTo>
                  <a:lnTo>
                    <a:pt x="2144" y="3897"/>
                  </a:lnTo>
                  <a:lnTo>
                    <a:pt x="1949" y="3897"/>
                  </a:lnTo>
                  <a:lnTo>
                    <a:pt x="1949" y="3897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5" name="Google Shape;445;p41"/>
          <p:cNvSpPr/>
          <p:nvPr/>
        </p:nvSpPr>
        <p:spPr>
          <a:xfrm>
            <a:off x="2071920" y="386254"/>
            <a:ext cx="291717" cy="335738"/>
          </a:xfrm>
          <a:custGeom>
            <a:rect b="b" l="l" r="r" t="t"/>
            <a:pathLst>
              <a:path extrusionOk="0" fill="none" h="15978" w="13883">
                <a:moveTo>
                  <a:pt x="3240" y="3240"/>
                </a:moveTo>
                <a:lnTo>
                  <a:pt x="3240" y="12616"/>
                </a:lnTo>
                <a:lnTo>
                  <a:pt x="3240" y="12616"/>
                </a:lnTo>
                <a:lnTo>
                  <a:pt x="2899" y="12592"/>
                </a:lnTo>
                <a:lnTo>
                  <a:pt x="2558" y="12592"/>
                </a:lnTo>
                <a:lnTo>
                  <a:pt x="2193" y="12641"/>
                </a:lnTo>
                <a:lnTo>
                  <a:pt x="1827" y="12738"/>
                </a:lnTo>
                <a:lnTo>
                  <a:pt x="1827" y="12738"/>
                </a:lnTo>
                <a:lnTo>
                  <a:pt x="1608" y="12811"/>
                </a:lnTo>
                <a:lnTo>
                  <a:pt x="1389" y="12909"/>
                </a:lnTo>
                <a:lnTo>
                  <a:pt x="1194" y="13030"/>
                </a:lnTo>
                <a:lnTo>
                  <a:pt x="999" y="13128"/>
                </a:lnTo>
                <a:lnTo>
                  <a:pt x="804" y="13274"/>
                </a:lnTo>
                <a:lnTo>
                  <a:pt x="658" y="13396"/>
                </a:lnTo>
                <a:lnTo>
                  <a:pt x="512" y="13542"/>
                </a:lnTo>
                <a:lnTo>
                  <a:pt x="390" y="13688"/>
                </a:lnTo>
                <a:lnTo>
                  <a:pt x="269" y="13858"/>
                </a:lnTo>
                <a:lnTo>
                  <a:pt x="171" y="14005"/>
                </a:lnTo>
                <a:lnTo>
                  <a:pt x="98" y="14175"/>
                </a:lnTo>
                <a:lnTo>
                  <a:pt x="49" y="14346"/>
                </a:lnTo>
                <a:lnTo>
                  <a:pt x="25" y="14492"/>
                </a:lnTo>
                <a:lnTo>
                  <a:pt x="1" y="14662"/>
                </a:lnTo>
                <a:lnTo>
                  <a:pt x="25" y="14833"/>
                </a:lnTo>
                <a:lnTo>
                  <a:pt x="49" y="14979"/>
                </a:lnTo>
                <a:lnTo>
                  <a:pt x="49" y="14979"/>
                </a:lnTo>
                <a:lnTo>
                  <a:pt x="122" y="15149"/>
                </a:lnTo>
                <a:lnTo>
                  <a:pt x="196" y="15295"/>
                </a:lnTo>
                <a:lnTo>
                  <a:pt x="293" y="15417"/>
                </a:lnTo>
                <a:lnTo>
                  <a:pt x="415" y="15539"/>
                </a:lnTo>
                <a:lnTo>
                  <a:pt x="561" y="15636"/>
                </a:lnTo>
                <a:lnTo>
                  <a:pt x="707" y="15734"/>
                </a:lnTo>
                <a:lnTo>
                  <a:pt x="877" y="15807"/>
                </a:lnTo>
                <a:lnTo>
                  <a:pt x="1072" y="15880"/>
                </a:lnTo>
                <a:lnTo>
                  <a:pt x="1243" y="15929"/>
                </a:lnTo>
                <a:lnTo>
                  <a:pt x="1462" y="15953"/>
                </a:lnTo>
                <a:lnTo>
                  <a:pt x="1657" y="15977"/>
                </a:lnTo>
                <a:lnTo>
                  <a:pt x="1876" y="15977"/>
                </a:lnTo>
                <a:lnTo>
                  <a:pt x="2095" y="15953"/>
                </a:lnTo>
                <a:lnTo>
                  <a:pt x="2339" y="15929"/>
                </a:lnTo>
                <a:lnTo>
                  <a:pt x="2558" y="15880"/>
                </a:lnTo>
                <a:lnTo>
                  <a:pt x="2801" y="15831"/>
                </a:lnTo>
                <a:lnTo>
                  <a:pt x="2801" y="15831"/>
                </a:lnTo>
                <a:lnTo>
                  <a:pt x="3216" y="15661"/>
                </a:lnTo>
                <a:lnTo>
                  <a:pt x="3581" y="15466"/>
                </a:lnTo>
                <a:lnTo>
                  <a:pt x="3897" y="15247"/>
                </a:lnTo>
                <a:lnTo>
                  <a:pt x="4165" y="14979"/>
                </a:lnTo>
                <a:lnTo>
                  <a:pt x="4360" y="14711"/>
                </a:lnTo>
                <a:lnTo>
                  <a:pt x="4458" y="14565"/>
                </a:lnTo>
                <a:lnTo>
                  <a:pt x="4531" y="14419"/>
                </a:lnTo>
                <a:lnTo>
                  <a:pt x="4579" y="14272"/>
                </a:lnTo>
                <a:lnTo>
                  <a:pt x="4604" y="14126"/>
                </a:lnTo>
                <a:lnTo>
                  <a:pt x="4628" y="13980"/>
                </a:lnTo>
                <a:lnTo>
                  <a:pt x="4628" y="13834"/>
                </a:lnTo>
                <a:lnTo>
                  <a:pt x="4628" y="6187"/>
                </a:lnTo>
                <a:lnTo>
                  <a:pt x="12470" y="3727"/>
                </a:lnTo>
                <a:lnTo>
                  <a:pt x="12470" y="10108"/>
                </a:lnTo>
                <a:lnTo>
                  <a:pt x="12470" y="10108"/>
                </a:lnTo>
                <a:lnTo>
                  <a:pt x="12154" y="10083"/>
                </a:lnTo>
                <a:lnTo>
                  <a:pt x="11813" y="10083"/>
                </a:lnTo>
                <a:lnTo>
                  <a:pt x="11447" y="10132"/>
                </a:lnTo>
                <a:lnTo>
                  <a:pt x="11082" y="10230"/>
                </a:lnTo>
                <a:lnTo>
                  <a:pt x="11082" y="10230"/>
                </a:lnTo>
                <a:lnTo>
                  <a:pt x="10863" y="10303"/>
                </a:lnTo>
                <a:lnTo>
                  <a:pt x="10644" y="10400"/>
                </a:lnTo>
                <a:lnTo>
                  <a:pt x="10425" y="10522"/>
                </a:lnTo>
                <a:lnTo>
                  <a:pt x="10254" y="10619"/>
                </a:lnTo>
                <a:lnTo>
                  <a:pt x="10059" y="10765"/>
                </a:lnTo>
                <a:lnTo>
                  <a:pt x="9913" y="10887"/>
                </a:lnTo>
                <a:lnTo>
                  <a:pt x="9767" y="11033"/>
                </a:lnTo>
                <a:lnTo>
                  <a:pt x="9621" y="11179"/>
                </a:lnTo>
                <a:lnTo>
                  <a:pt x="9523" y="11350"/>
                </a:lnTo>
                <a:lnTo>
                  <a:pt x="9426" y="11496"/>
                </a:lnTo>
                <a:lnTo>
                  <a:pt x="9353" y="11666"/>
                </a:lnTo>
                <a:lnTo>
                  <a:pt x="9304" y="11837"/>
                </a:lnTo>
                <a:lnTo>
                  <a:pt x="9280" y="11983"/>
                </a:lnTo>
                <a:lnTo>
                  <a:pt x="9256" y="12154"/>
                </a:lnTo>
                <a:lnTo>
                  <a:pt x="9280" y="12324"/>
                </a:lnTo>
                <a:lnTo>
                  <a:pt x="9304" y="12470"/>
                </a:lnTo>
                <a:lnTo>
                  <a:pt x="9304" y="12470"/>
                </a:lnTo>
                <a:lnTo>
                  <a:pt x="9377" y="12641"/>
                </a:lnTo>
                <a:lnTo>
                  <a:pt x="9450" y="12787"/>
                </a:lnTo>
                <a:lnTo>
                  <a:pt x="9548" y="12909"/>
                </a:lnTo>
                <a:lnTo>
                  <a:pt x="9670" y="13030"/>
                </a:lnTo>
                <a:lnTo>
                  <a:pt x="9816" y="13128"/>
                </a:lnTo>
                <a:lnTo>
                  <a:pt x="9962" y="13225"/>
                </a:lnTo>
                <a:lnTo>
                  <a:pt x="10132" y="13298"/>
                </a:lnTo>
                <a:lnTo>
                  <a:pt x="10303" y="13371"/>
                </a:lnTo>
                <a:lnTo>
                  <a:pt x="10498" y="13420"/>
                </a:lnTo>
                <a:lnTo>
                  <a:pt x="10717" y="13444"/>
                </a:lnTo>
                <a:lnTo>
                  <a:pt x="10912" y="13469"/>
                </a:lnTo>
                <a:lnTo>
                  <a:pt x="11131" y="13469"/>
                </a:lnTo>
                <a:lnTo>
                  <a:pt x="11350" y="13444"/>
                </a:lnTo>
                <a:lnTo>
                  <a:pt x="11594" y="13420"/>
                </a:lnTo>
                <a:lnTo>
                  <a:pt x="11813" y="13371"/>
                </a:lnTo>
                <a:lnTo>
                  <a:pt x="12056" y="13323"/>
                </a:lnTo>
                <a:lnTo>
                  <a:pt x="12056" y="13323"/>
                </a:lnTo>
                <a:lnTo>
                  <a:pt x="12422" y="13176"/>
                </a:lnTo>
                <a:lnTo>
                  <a:pt x="12763" y="13006"/>
                </a:lnTo>
                <a:lnTo>
                  <a:pt x="13055" y="12787"/>
                </a:lnTo>
                <a:lnTo>
                  <a:pt x="13323" y="12568"/>
                </a:lnTo>
                <a:lnTo>
                  <a:pt x="13542" y="12324"/>
                </a:lnTo>
                <a:lnTo>
                  <a:pt x="13713" y="12056"/>
                </a:lnTo>
                <a:lnTo>
                  <a:pt x="13810" y="11788"/>
                </a:lnTo>
                <a:lnTo>
                  <a:pt x="13859" y="11642"/>
                </a:lnTo>
                <a:lnTo>
                  <a:pt x="13883" y="11520"/>
                </a:lnTo>
                <a:lnTo>
                  <a:pt x="13883" y="0"/>
                </a:lnTo>
                <a:lnTo>
                  <a:pt x="3240" y="3240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1"/>
          <p:cNvSpPr/>
          <p:nvPr/>
        </p:nvSpPr>
        <p:spPr>
          <a:xfrm>
            <a:off x="2656888" y="387284"/>
            <a:ext cx="251793" cy="333678"/>
          </a:xfrm>
          <a:custGeom>
            <a:rect b="b" l="l" r="r" t="t"/>
            <a:pathLst>
              <a:path extrusionOk="0" fill="none" h="15880" w="11983">
                <a:moveTo>
                  <a:pt x="5992" y="0"/>
                </a:moveTo>
                <a:lnTo>
                  <a:pt x="5992" y="0"/>
                </a:lnTo>
                <a:lnTo>
                  <a:pt x="5675" y="0"/>
                </a:lnTo>
                <a:lnTo>
                  <a:pt x="5383" y="25"/>
                </a:lnTo>
                <a:lnTo>
                  <a:pt x="5091" y="73"/>
                </a:lnTo>
                <a:lnTo>
                  <a:pt x="4774" y="122"/>
                </a:lnTo>
                <a:lnTo>
                  <a:pt x="4506" y="195"/>
                </a:lnTo>
                <a:lnTo>
                  <a:pt x="4214" y="268"/>
                </a:lnTo>
                <a:lnTo>
                  <a:pt x="3654" y="463"/>
                </a:lnTo>
                <a:lnTo>
                  <a:pt x="3142" y="731"/>
                </a:lnTo>
                <a:lnTo>
                  <a:pt x="2631" y="1023"/>
                </a:lnTo>
                <a:lnTo>
                  <a:pt x="2192" y="1364"/>
                </a:lnTo>
                <a:lnTo>
                  <a:pt x="1754" y="1754"/>
                </a:lnTo>
                <a:lnTo>
                  <a:pt x="1364" y="2192"/>
                </a:lnTo>
                <a:lnTo>
                  <a:pt x="1023" y="2631"/>
                </a:lnTo>
                <a:lnTo>
                  <a:pt x="731" y="3142"/>
                </a:lnTo>
                <a:lnTo>
                  <a:pt x="463" y="3653"/>
                </a:lnTo>
                <a:lnTo>
                  <a:pt x="268" y="4214"/>
                </a:lnTo>
                <a:lnTo>
                  <a:pt x="195" y="4506"/>
                </a:lnTo>
                <a:lnTo>
                  <a:pt x="122" y="4774"/>
                </a:lnTo>
                <a:lnTo>
                  <a:pt x="73" y="5090"/>
                </a:lnTo>
                <a:lnTo>
                  <a:pt x="25" y="5383"/>
                </a:lnTo>
                <a:lnTo>
                  <a:pt x="0" y="5675"/>
                </a:lnTo>
                <a:lnTo>
                  <a:pt x="0" y="5991"/>
                </a:lnTo>
                <a:lnTo>
                  <a:pt x="0" y="5991"/>
                </a:lnTo>
                <a:lnTo>
                  <a:pt x="25" y="6430"/>
                </a:lnTo>
                <a:lnTo>
                  <a:pt x="73" y="6868"/>
                </a:lnTo>
                <a:lnTo>
                  <a:pt x="147" y="7331"/>
                </a:lnTo>
                <a:lnTo>
                  <a:pt x="268" y="7769"/>
                </a:lnTo>
                <a:lnTo>
                  <a:pt x="390" y="8208"/>
                </a:lnTo>
                <a:lnTo>
                  <a:pt x="561" y="8646"/>
                </a:lnTo>
                <a:lnTo>
                  <a:pt x="731" y="9085"/>
                </a:lnTo>
                <a:lnTo>
                  <a:pt x="926" y="9523"/>
                </a:lnTo>
                <a:lnTo>
                  <a:pt x="1145" y="9937"/>
                </a:lnTo>
                <a:lnTo>
                  <a:pt x="1389" y="10375"/>
                </a:lnTo>
                <a:lnTo>
                  <a:pt x="1900" y="11179"/>
                </a:lnTo>
                <a:lnTo>
                  <a:pt x="2436" y="11958"/>
                </a:lnTo>
                <a:lnTo>
                  <a:pt x="2996" y="12689"/>
                </a:lnTo>
                <a:lnTo>
                  <a:pt x="3556" y="13371"/>
                </a:lnTo>
                <a:lnTo>
                  <a:pt x="4092" y="13980"/>
                </a:lnTo>
                <a:lnTo>
                  <a:pt x="4603" y="14540"/>
                </a:lnTo>
                <a:lnTo>
                  <a:pt x="5066" y="15003"/>
                </a:lnTo>
                <a:lnTo>
                  <a:pt x="5724" y="15636"/>
                </a:lnTo>
                <a:lnTo>
                  <a:pt x="5992" y="15880"/>
                </a:lnTo>
                <a:lnTo>
                  <a:pt x="5992" y="15880"/>
                </a:lnTo>
                <a:lnTo>
                  <a:pt x="6260" y="15636"/>
                </a:lnTo>
                <a:lnTo>
                  <a:pt x="6917" y="15003"/>
                </a:lnTo>
                <a:lnTo>
                  <a:pt x="7380" y="14540"/>
                </a:lnTo>
                <a:lnTo>
                  <a:pt x="7891" y="13980"/>
                </a:lnTo>
                <a:lnTo>
                  <a:pt x="8427" y="13371"/>
                </a:lnTo>
                <a:lnTo>
                  <a:pt x="8987" y="12689"/>
                </a:lnTo>
                <a:lnTo>
                  <a:pt x="9548" y="11958"/>
                </a:lnTo>
                <a:lnTo>
                  <a:pt x="10083" y="11179"/>
                </a:lnTo>
                <a:lnTo>
                  <a:pt x="10595" y="10375"/>
                </a:lnTo>
                <a:lnTo>
                  <a:pt x="10838" y="9937"/>
                </a:lnTo>
                <a:lnTo>
                  <a:pt x="11058" y="9523"/>
                </a:lnTo>
                <a:lnTo>
                  <a:pt x="11252" y="9085"/>
                </a:lnTo>
                <a:lnTo>
                  <a:pt x="11423" y="8646"/>
                </a:lnTo>
                <a:lnTo>
                  <a:pt x="11593" y="8208"/>
                </a:lnTo>
                <a:lnTo>
                  <a:pt x="11715" y="7769"/>
                </a:lnTo>
                <a:lnTo>
                  <a:pt x="11837" y="7331"/>
                </a:lnTo>
                <a:lnTo>
                  <a:pt x="11910" y="6868"/>
                </a:lnTo>
                <a:lnTo>
                  <a:pt x="11959" y="6430"/>
                </a:lnTo>
                <a:lnTo>
                  <a:pt x="11983" y="5991"/>
                </a:lnTo>
                <a:lnTo>
                  <a:pt x="11983" y="5991"/>
                </a:lnTo>
                <a:lnTo>
                  <a:pt x="11983" y="5675"/>
                </a:lnTo>
                <a:lnTo>
                  <a:pt x="11959" y="5383"/>
                </a:lnTo>
                <a:lnTo>
                  <a:pt x="11910" y="5090"/>
                </a:lnTo>
                <a:lnTo>
                  <a:pt x="11861" y="4774"/>
                </a:lnTo>
                <a:lnTo>
                  <a:pt x="11788" y="4506"/>
                </a:lnTo>
                <a:lnTo>
                  <a:pt x="11715" y="4214"/>
                </a:lnTo>
                <a:lnTo>
                  <a:pt x="11520" y="3653"/>
                </a:lnTo>
                <a:lnTo>
                  <a:pt x="11252" y="3142"/>
                </a:lnTo>
                <a:lnTo>
                  <a:pt x="10960" y="2631"/>
                </a:lnTo>
                <a:lnTo>
                  <a:pt x="10619" y="2192"/>
                </a:lnTo>
                <a:lnTo>
                  <a:pt x="10229" y="1754"/>
                </a:lnTo>
                <a:lnTo>
                  <a:pt x="9791" y="1364"/>
                </a:lnTo>
                <a:lnTo>
                  <a:pt x="9353" y="1023"/>
                </a:lnTo>
                <a:lnTo>
                  <a:pt x="8841" y="731"/>
                </a:lnTo>
                <a:lnTo>
                  <a:pt x="8330" y="463"/>
                </a:lnTo>
                <a:lnTo>
                  <a:pt x="7770" y="268"/>
                </a:lnTo>
                <a:lnTo>
                  <a:pt x="7477" y="195"/>
                </a:lnTo>
                <a:lnTo>
                  <a:pt x="7209" y="122"/>
                </a:lnTo>
                <a:lnTo>
                  <a:pt x="6893" y="73"/>
                </a:lnTo>
                <a:lnTo>
                  <a:pt x="6601" y="25"/>
                </a:lnTo>
                <a:lnTo>
                  <a:pt x="6308" y="0"/>
                </a:lnTo>
                <a:lnTo>
                  <a:pt x="5992" y="0"/>
                </a:lnTo>
                <a:lnTo>
                  <a:pt x="5992" y="0"/>
                </a:lnTo>
                <a:close/>
                <a:moveTo>
                  <a:pt x="5992" y="8549"/>
                </a:moveTo>
                <a:lnTo>
                  <a:pt x="5992" y="8549"/>
                </a:lnTo>
                <a:lnTo>
                  <a:pt x="5724" y="8549"/>
                </a:lnTo>
                <a:lnTo>
                  <a:pt x="5480" y="8500"/>
                </a:lnTo>
                <a:lnTo>
                  <a:pt x="5237" y="8451"/>
                </a:lnTo>
                <a:lnTo>
                  <a:pt x="4993" y="8354"/>
                </a:lnTo>
                <a:lnTo>
                  <a:pt x="4774" y="8257"/>
                </a:lnTo>
                <a:lnTo>
                  <a:pt x="4555" y="8110"/>
                </a:lnTo>
                <a:lnTo>
                  <a:pt x="4360" y="7964"/>
                </a:lnTo>
                <a:lnTo>
                  <a:pt x="4189" y="7794"/>
                </a:lnTo>
                <a:lnTo>
                  <a:pt x="4019" y="7623"/>
                </a:lnTo>
                <a:lnTo>
                  <a:pt x="3873" y="7428"/>
                </a:lnTo>
                <a:lnTo>
                  <a:pt x="3727" y="7209"/>
                </a:lnTo>
                <a:lnTo>
                  <a:pt x="3629" y="6990"/>
                </a:lnTo>
                <a:lnTo>
                  <a:pt x="3532" y="6746"/>
                </a:lnTo>
                <a:lnTo>
                  <a:pt x="3483" y="6503"/>
                </a:lnTo>
                <a:lnTo>
                  <a:pt x="3434" y="6259"/>
                </a:lnTo>
                <a:lnTo>
                  <a:pt x="3434" y="5991"/>
                </a:lnTo>
                <a:lnTo>
                  <a:pt x="3434" y="5991"/>
                </a:lnTo>
                <a:lnTo>
                  <a:pt x="3434" y="5724"/>
                </a:lnTo>
                <a:lnTo>
                  <a:pt x="3483" y="5480"/>
                </a:lnTo>
                <a:lnTo>
                  <a:pt x="3532" y="5236"/>
                </a:lnTo>
                <a:lnTo>
                  <a:pt x="3629" y="4993"/>
                </a:lnTo>
                <a:lnTo>
                  <a:pt x="3727" y="4774"/>
                </a:lnTo>
                <a:lnTo>
                  <a:pt x="3873" y="4555"/>
                </a:lnTo>
                <a:lnTo>
                  <a:pt x="4019" y="4360"/>
                </a:lnTo>
                <a:lnTo>
                  <a:pt x="4189" y="4189"/>
                </a:lnTo>
                <a:lnTo>
                  <a:pt x="4360" y="4019"/>
                </a:lnTo>
                <a:lnTo>
                  <a:pt x="4555" y="3873"/>
                </a:lnTo>
                <a:lnTo>
                  <a:pt x="4774" y="3726"/>
                </a:lnTo>
                <a:lnTo>
                  <a:pt x="4993" y="3629"/>
                </a:lnTo>
                <a:lnTo>
                  <a:pt x="5237" y="3532"/>
                </a:lnTo>
                <a:lnTo>
                  <a:pt x="5480" y="3483"/>
                </a:lnTo>
                <a:lnTo>
                  <a:pt x="5724" y="3434"/>
                </a:lnTo>
                <a:lnTo>
                  <a:pt x="5992" y="3434"/>
                </a:lnTo>
                <a:lnTo>
                  <a:pt x="5992" y="3434"/>
                </a:lnTo>
                <a:lnTo>
                  <a:pt x="6260" y="3434"/>
                </a:lnTo>
                <a:lnTo>
                  <a:pt x="6503" y="3483"/>
                </a:lnTo>
                <a:lnTo>
                  <a:pt x="6747" y="3532"/>
                </a:lnTo>
                <a:lnTo>
                  <a:pt x="6990" y="3629"/>
                </a:lnTo>
                <a:lnTo>
                  <a:pt x="7209" y="3726"/>
                </a:lnTo>
                <a:lnTo>
                  <a:pt x="7429" y="3873"/>
                </a:lnTo>
                <a:lnTo>
                  <a:pt x="7623" y="4019"/>
                </a:lnTo>
                <a:lnTo>
                  <a:pt x="7794" y="4189"/>
                </a:lnTo>
                <a:lnTo>
                  <a:pt x="7964" y="4360"/>
                </a:lnTo>
                <a:lnTo>
                  <a:pt x="8111" y="4555"/>
                </a:lnTo>
                <a:lnTo>
                  <a:pt x="8257" y="4774"/>
                </a:lnTo>
                <a:lnTo>
                  <a:pt x="8354" y="4993"/>
                </a:lnTo>
                <a:lnTo>
                  <a:pt x="8452" y="5236"/>
                </a:lnTo>
                <a:lnTo>
                  <a:pt x="8500" y="5480"/>
                </a:lnTo>
                <a:lnTo>
                  <a:pt x="8549" y="5724"/>
                </a:lnTo>
                <a:lnTo>
                  <a:pt x="8549" y="5991"/>
                </a:lnTo>
                <a:lnTo>
                  <a:pt x="8549" y="5991"/>
                </a:lnTo>
                <a:lnTo>
                  <a:pt x="8549" y="6259"/>
                </a:lnTo>
                <a:lnTo>
                  <a:pt x="8500" y="6503"/>
                </a:lnTo>
                <a:lnTo>
                  <a:pt x="8452" y="6746"/>
                </a:lnTo>
                <a:lnTo>
                  <a:pt x="8354" y="6990"/>
                </a:lnTo>
                <a:lnTo>
                  <a:pt x="8257" y="7209"/>
                </a:lnTo>
                <a:lnTo>
                  <a:pt x="8111" y="7428"/>
                </a:lnTo>
                <a:lnTo>
                  <a:pt x="7964" y="7623"/>
                </a:lnTo>
                <a:lnTo>
                  <a:pt x="7794" y="7794"/>
                </a:lnTo>
                <a:lnTo>
                  <a:pt x="7623" y="7964"/>
                </a:lnTo>
                <a:lnTo>
                  <a:pt x="7429" y="8110"/>
                </a:lnTo>
                <a:lnTo>
                  <a:pt x="7209" y="8257"/>
                </a:lnTo>
                <a:lnTo>
                  <a:pt x="6990" y="8354"/>
                </a:lnTo>
                <a:lnTo>
                  <a:pt x="6747" y="8451"/>
                </a:lnTo>
                <a:lnTo>
                  <a:pt x="6503" y="8500"/>
                </a:lnTo>
                <a:lnTo>
                  <a:pt x="6260" y="8549"/>
                </a:lnTo>
                <a:lnTo>
                  <a:pt x="5992" y="8549"/>
                </a:lnTo>
                <a:lnTo>
                  <a:pt x="5992" y="8549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7" name="Google Shape;447;p41"/>
          <p:cNvGrpSpPr/>
          <p:nvPr/>
        </p:nvGrpSpPr>
        <p:grpSpPr>
          <a:xfrm>
            <a:off x="3744262" y="362185"/>
            <a:ext cx="336767" cy="383835"/>
            <a:chOff x="4630125" y="278900"/>
            <a:chExt cx="400675" cy="456675"/>
          </a:xfrm>
        </p:grpSpPr>
        <p:sp>
          <p:nvSpPr>
            <p:cNvPr id="448" name="Google Shape;448;p41"/>
            <p:cNvSpPr/>
            <p:nvPr/>
          </p:nvSpPr>
          <p:spPr>
            <a:xfrm>
              <a:off x="4659350" y="3288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12763" y="1"/>
                  </a:moveTo>
                  <a:lnTo>
                    <a:pt x="926" y="1"/>
                  </a:lnTo>
                  <a:lnTo>
                    <a:pt x="926" y="1"/>
                  </a:lnTo>
                  <a:lnTo>
                    <a:pt x="731" y="25"/>
                  </a:lnTo>
                  <a:lnTo>
                    <a:pt x="561" y="74"/>
                  </a:lnTo>
                  <a:lnTo>
                    <a:pt x="390" y="171"/>
                  </a:lnTo>
                  <a:lnTo>
                    <a:pt x="269" y="269"/>
                  </a:lnTo>
                  <a:lnTo>
                    <a:pt x="147" y="415"/>
                  </a:lnTo>
                  <a:lnTo>
                    <a:pt x="74" y="561"/>
                  </a:lnTo>
                  <a:lnTo>
                    <a:pt x="1" y="732"/>
                  </a:lnTo>
                  <a:lnTo>
                    <a:pt x="1" y="926"/>
                  </a:lnTo>
                  <a:lnTo>
                    <a:pt x="1" y="2948"/>
                  </a:lnTo>
                  <a:lnTo>
                    <a:pt x="1" y="2948"/>
                  </a:lnTo>
                  <a:lnTo>
                    <a:pt x="1" y="3143"/>
                  </a:lnTo>
                  <a:lnTo>
                    <a:pt x="74" y="3313"/>
                  </a:lnTo>
                  <a:lnTo>
                    <a:pt x="147" y="3459"/>
                  </a:lnTo>
                  <a:lnTo>
                    <a:pt x="269" y="3605"/>
                  </a:lnTo>
                  <a:lnTo>
                    <a:pt x="390" y="3727"/>
                  </a:lnTo>
                  <a:lnTo>
                    <a:pt x="561" y="3800"/>
                  </a:lnTo>
                  <a:lnTo>
                    <a:pt x="731" y="3849"/>
                  </a:lnTo>
                  <a:lnTo>
                    <a:pt x="926" y="3873"/>
                  </a:lnTo>
                  <a:lnTo>
                    <a:pt x="12763" y="3873"/>
                  </a:lnTo>
                  <a:lnTo>
                    <a:pt x="14857" y="1949"/>
                  </a:lnTo>
                  <a:lnTo>
                    <a:pt x="12763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1"/>
            <p:cNvSpPr/>
            <p:nvPr/>
          </p:nvSpPr>
          <p:spPr>
            <a:xfrm>
              <a:off x="4630125" y="4524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2095" y="1"/>
                  </a:moveTo>
                  <a:lnTo>
                    <a:pt x="13932" y="1"/>
                  </a:lnTo>
                  <a:lnTo>
                    <a:pt x="13932" y="1"/>
                  </a:lnTo>
                  <a:lnTo>
                    <a:pt x="14126" y="25"/>
                  </a:lnTo>
                  <a:lnTo>
                    <a:pt x="14297" y="74"/>
                  </a:lnTo>
                  <a:lnTo>
                    <a:pt x="14467" y="147"/>
                  </a:lnTo>
                  <a:lnTo>
                    <a:pt x="14589" y="269"/>
                  </a:lnTo>
                  <a:lnTo>
                    <a:pt x="14711" y="415"/>
                  </a:lnTo>
                  <a:lnTo>
                    <a:pt x="14784" y="561"/>
                  </a:lnTo>
                  <a:lnTo>
                    <a:pt x="14857" y="732"/>
                  </a:lnTo>
                  <a:lnTo>
                    <a:pt x="14857" y="926"/>
                  </a:lnTo>
                  <a:lnTo>
                    <a:pt x="14857" y="2948"/>
                  </a:lnTo>
                  <a:lnTo>
                    <a:pt x="14857" y="2948"/>
                  </a:lnTo>
                  <a:lnTo>
                    <a:pt x="14857" y="3143"/>
                  </a:lnTo>
                  <a:lnTo>
                    <a:pt x="14784" y="3313"/>
                  </a:lnTo>
                  <a:lnTo>
                    <a:pt x="14711" y="3459"/>
                  </a:lnTo>
                  <a:lnTo>
                    <a:pt x="14589" y="3605"/>
                  </a:lnTo>
                  <a:lnTo>
                    <a:pt x="14467" y="3703"/>
                  </a:lnTo>
                  <a:lnTo>
                    <a:pt x="14297" y="3800"/>
                  </a:lnTo>
                  <a:lnTo>
                    <a:pt x="14126" y="3849"/>
                  </a:lnTo>
                  <a:lnTo>
                    <a:pt x="13932" y="3873"/>
                  </a:lnTo>
                  <a:lnTo>
                    <a:pt x="2095" y="3873"/>
                  </a:lnTo>
                  <a:lnTo>
                    <a:pt x="1" y="1925"/>
                  </a:lnTo>
                  <a:lnTo>
                    <a:pt x="2095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1"/>
            <p:cNvSpPr/>
            <p:nvPr/>
          </p:nvSpPr>
          <p:spPr>
            <a:xfrm>
              <a:off x="4808525" y="278900"/>
              <a:ext cx="43875" cy="49950"/>
            </a:xfrm>
            <a:custGeom>
              <a:rect b="b" l="l" r="r" t="t"/>
              <a:pathLst>
                <a:path extrusionOk="0" fill="none" h="1998" w="1755">
                  <a:moveTo>
                    <a:pt x="1754" y="1998"/>
                  </a:moveTo>
                  <a:lnTo>
                    <a:pt x="1754" y="585"/>
                  </a:lnTo>
                  <a:lnTo>
                    <a:pt x="1754" y="585"/>
                  </a:lnTo>
                  <a:lnTo>
                    <a:pt x="1754" y="464"/>
                  </a:lnTo>
                  <a:lnTo>
                    <a:pt x="1730" y="366"/>
                  </a:lnTo>
                  <a:lnTo>
                    <a:pt x="1657" y="269"/>
                  </a:lnTo>
                  <a:lnTo>
                    <a:pt x="1584" y="171"/>
                  </a:lnTo>
                  <a:lnTo>
                    <a:pt x="1511" y="98"/>
                  </a:lnTo>
                  <a:lnTo>
                    <a:pt x="1413" y="49"/>
                  </a:lnTo>
                  <a:lnTo>
                    <a:pt x="1291" y="25"/>
                  </a:lnTo>
                  <a:lnTo>
                    <a:pt x="1194" y="1"/>
                  </a:lnTo>
                  <a:lnTo>
                    <a:pt x="561" y="1"/>
                  </a:lnTo>
                  <a:lnTo>
                    <a:pt x="561" y="1"/>
                  </a:lnTo>
                  <a:lnTo>
                    <a:pt x="463" y="25"/>
                  </a:lnTo>
                  <a:lnTo>
                    <a:pt x="342" y="49"/>
                  </a:lnTo>
                  <a:lnTo>
                    <a:pt x="244" y="98"/>
                  </a:lnTo>
                  <a:lnTo>
                    <a:pt x="171" y="171"/>
                  </a:lnTo>
                  <a:lnTo>
                    <a:pt x="98" y="269"/>
                  </a:lnTo>
                  <a:lnTo>
                    <a:pt x="25" y="366"/>
                  </a:lnTo>
                  <a:lnTo>
                    <a:pt x="1" y="464"/>
                  </a:lnTo>
                  <a:lnTo>
                    <a:pt x="1" y="585"/>
                  </a:lnTo>
                  <a:lnTo>
                    <a:pt x="1" y="1998"/>
                  </a:lnTo>
                  <a:lnTo>
                    <a:pt x="1754" y="199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41"/>
            <p:cNvSpPr/>
            <p:nvPr/>
          </p:nvSpPr>
          <p:spPr>
            <a:xfrm>
              <a:off x="4808525" y="549250"/>
              <a:ext cx="43875" cy="186325"/>
            </a:xfrm>
            <a:custGeom>
              <a:rect b="b" l="l" r="r" t="t"/>
              <a:pathLst>
                <a:path extrusionOk="0" fill="none" h="7453" w="1755">
                  <a:moveTo>
                    <a:pt x="1" y="0"/>
                  </a:moveTo>
                  <a:lnTo>
                    <a:pt x="1" y="7453"/>
                  </a:lnTo>
                  <a:lnTo>
                    <a:pt x="1754" y="7453"/>
                  </a:lnTo>
                  <a:lnTo>
                    <a:pt x="175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2" name="Google Shape;452;p41"/>
          <p:cNvSpPr/>
          <p:nvPr/>
        </p:nvSpPr>
        <p:spPr>
          <a:xfrm>
            <a:off x="4284851" y="385750"/>
            <a:ext cx="385895" cy="336746"/>
          </a:xfrm>
          <a:custGeom>
            <a:rect b="b" l="l" r="r" t="t"/>
            <a:pathLst>
              <a:path extrusionOk="0" fill="none" h="16026" w="18365">
                <a:moveTo>
                  <a:pt x="9182" y="0"/>
                </a:moveTo>
                <a:lnTo>
                  <a:pt x="0" y="8841"/>
                </a:lnTo>
                <a:lnTo>
                  <a:pt x="2874" y="8841"/>
                </a:lnTo>
                <a:lnTo>
                  <a:pt x="2874" y="15246"/>
                </a:lnTo>
                <a:lnTo>
                  <a:pt x="2874" y="15246"/>
                </a:lnTo>
                <a:lnTo>
                  <a:pt x="2899" y="15417"/>
                </a:lnTo>
                <a:lnTo>
                  <a:pt x="2947" y="15563"/>
                </a:lnTo>
                <a:lnTo>
                  <a:pt x="3020" y="15685"/>
                </a:lnTo>
                <a:lnTo>
                  <a:pt x="3093" y="15806"/>
                </a:lnTo>
                <a:lnTo>
                  <a:pt x="3215" y="15904"/>
                </a:lnTo>
                <a:lnTo>
                  <a:pt x="3361" y="15977"/>
                </a:lnTo>
                <a:lnTo>
                  <a:pt x="3508" y="16026"/>
                </a:lnTo>
                <a:lnTo>
                  <a:pt x="3654" y="16026"/>
                </a:lnTo>
                <a:lnTo>
                  <a:pt x="7404" y="16026"/>
                </a:lnTo>
                <a:lnTo>
                  <a:pt x="7404" y="13420"/>
                </a:lnTo>
                <a:lnTo>
                  <a:pt x="7404" y="13420"/>
                </a:lnTo>
                <a:lnTo>
                  <a:pt x="7429" y="13127"/>
                </a:lnTo>
                <a:lnTo>
                  <a:pt x="7526" y="12860"/>
                </a:lnTo>
                <a:lnTo>
                  <a:pt x="7648" y="12616"/>
                </a:lnTo>
                <a:lnTo>
                  <a:pt x="7818" y="12421"/>
                </a:lnTo>
                <a:lnTo>
                  <a:pt x="8038" y="12251"/>
                </a:lnTo>
                <a:lnTo>
                  <a:pt x="8257" y="12129"/>
                </a:lnTo>
                <a:lnTo>
                  <a:pt x="8525" y="12031"/>
                </a:lnTo>
                <a:lnTo>
                  <a:pt x="8817" y="12007"/>
                </a:lnTo>
                <a:lnTo>
                  <a:pt x="9548" y="12007"/>
                </a:lnTo>
                <a:lnTo>
                  <a:pt x="9548" y="12007"/>
                </a:lnTo>
                <a:lnTo>
                  <a:pt x="9840" y="12031"/>
                </a:lnTo>
                <a:lnTo>
                  <a:pt x="10108" y="12129"/>
                </a:lnTo>
                <a:lnTo>
                  <a:pt x="10327" y="12251"/>
                </a:lnTo>
                <a:lnTo>
                  <a:pt x="10546" y="12421"/>
                </a:lnTo>
                <a:lnTo>
                  <a:pt x="10717" y="12616"/>
                </a:lnTo>
                <a:lnTo>
                  <a:pt x="10838" y="12860"/>
                </a:lnTo>
                <a:lnTo>
                  <a:pt x="10936" y="13127"/>
                </a:lnTo>
                <a:lnTo>
                  <a:pt x="10960" y="13420"/>
                </a:lnTo>
                <a:lnTo>
                  <a:pt x="10960" y="16026"/>
                </a:lnTo>
                <a:lnTo>
                  <a:pt x="14711" y="16026"/>
                </a:lnTo>
                <a:lnTo>
                  <a:pt x="14711" y="16026"/>
                </a:lnTo>
                <a:lnTo>
                  <a:pt x="14857" y="16026"/>
                </a:lnTo>
                <a:lnTo>
                  <a:pt x="15003" y="15977"/>
                </a:lnTo>
                <a:lnTo>
                  <a:pt x="15149" y="15904"/>
                </a:lnTo>
                <a:lnTo>
                  <a:pt x="15271" y="15806"/>
                </a:lnTo>
                <a:lnTo>
                  <a:pt x="15344" y="15685"/>
                </a:lnTo>
                <a:lnTo>
                  <a:pt x="15417" y="15563"/>
                </a:lnTo>
                <a:lnTo>
                  <a:pt x="15466" y="15417"/>
                </a:lnTo>
                <a:lnTo>
                  <a:pt x="15490" y="15246"/>
                </a:lnTo>
                <a:lnTo>
                  <a:pt x="15490" y="8841"/>
                </a:lnTo>
                <a:lnTo>
                  <a:pt x="18364" y="8841"/>
                </a:lnTo>
                <a:lnTo>
                  <a:pt x="9182" y="0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3" name="Google Shape;453;p41"/>
          <p:cNvGrpSpPr/>
          <p:nvPr/>
        </p:nvGrpSpPr>
        <p:grpSpPr>
          <a:xfrm>
            <a:off x="353874" y="908741"/>
            <a:ext cx="342882" cy="418128"/>
            <a:chOff x="596350" y="929175"/>
            <a:chExt cx="407950" cy="497475"/>
          </a:xfrm>
        </p:grpSpPr>
        <p:sp>
          <p:nvSpPr>
            <p:cNvPr id="454" name="Google Shape;454;p41"/>
            <p:cNvSpPr/>
            <p:nvPr/>
          </p:nvSpPr>
          <p:spPr>
            <a:xfrm>
              <a:off x="5963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41"/>
            <p:cNvSpPr/>
            <p:nvPr/>
          </p:nvSpPr>
          <p:spPr>
            <a:xfrm>
              <a:off x="6267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41"/>
            <p:cNvSpPr/>
            <p:nvPr/>
          </p:nvSpPr>
          <p:spPr>
            <a:xfrm>
              <a:off x="688900" y="12561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41"/>
            <p:cNvSpPr/>
            <p:nvPr/>
          </p:nvSpPr>
          <p:spPr>
            <a:xfrm>
              <a:off x="688900" y="12013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41"/>
            <p:cNvSpPr/>
            <p:nvPr/>
          </p:nvSpPr>
          <p:spPr>
            <a:xfrm>
              <a:off x="688900" y="11459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41"/>
            <p:cNvSpPr/>
            <p:nvPr/>
          </p:nvSpPr>
          <p:spPr>
            <a:xfrm>
              <a:off x="688900" y="10905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41"/>
            <p:cNvSpPr/>
            <p:nvPr/>
          </p:nvSpPr>
          <p:spPr>
            <a:xfrm>
              <a:off x="9202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1" name="Google Shape;461;p41"/>
          <p:cNvGrpSpPr/>
          <p:nvPr/>
        </p:nvGrpSpPr>
        <p:grpSpPr>
          <a:xfrm>
            <a:off x="1478190" y="969656"/>
            <a:ext cx="349060" cy="298882"/>
            <a:chOff x="1934025" y="1001650"/>
            <a:chExt cx="415300" cy="355600"/>
          </a:xfrm>
        </p:grpSpPr>
        <p:sp>
          <p:nvSpPr>
            <p:cNvPr id="462" name="Google Shape;462;p41"/>
            <p:cNvSpPr/>
            <p:nvPr/>
          </p:nvSpPr>
          <p:spPr>
            <a:xfrm>
              <a:off x="1934025" y="1303650"/>
              <a:ext cx="207650" cy="53600"/>
            </a:xfrm>
            <a:custGeom>
              <a:rect b="b" l="l" r="r" t="t"/>
              <a:pathLst>
                <a:path extrusionOk="0" fill="none" h="2144" w="8306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33"/>
                  </a:lnTo>
                  <a:lnTo>
                    <a:pt x="74" y="755"/>
                  </a:lnTo>
                  <a:lnTo>
                    <a:pt x="147" y="853"/>
                  </a:lnTo>
                  <a:lnTo>
                    <a:pt x="245" y="950"/>
                  </a:lnTo>
                  <a:lnTo>
                    <a:pt x="245" y="950"/>
                  </a:lnTo>
                  <a:lnTo>
                    <a:pt x="391" y="1023"/>
                  </a:lnTo>
                  <a:lnTo>
                    <a:pt x="561" y="1047"/>
                  </a:lnTo>
                  <a:lnTo>
                    <a:pt x="561" y="1047"/>
                  </a:lnTo>
                  <a:lnTo>
                    <a:pt x="732" y="1023"/>
                  </a:lnTo>
                  <a:lnTo>
                    <a:pt x="732" y="1023"/>
                  </a:lnTo>
                  <a:lnTo>
                    <a:pt x="1292" y="853"/>
                  </a:lnTo>
                  <a:lnTo>
                    <a:pt x="1657" y="780"/>
                  </a:lnTo>
                  <a:lnTo>
                    <a:pt x="2071" y="682"/>
                  </a:lnTo>
                  <a:lnTo>
                    <a:pt x="2534" y="609"/>
                  </a:lnTo>
                  <a:lnTo>
                    <a:pt x="3021" y="560"/>
                  </a:lnTo>
                  <a:lnTo>
                    <a:pt x="3581" y="512"/>
                  </a:lnTo>
                  <a:lnTo>
                    <a:pt x="4166" y="487"/>
                  </a:lnTo>
                  <a:lnTo>
                    <a:pt x="4166" y="487"/>
                  </a:lnTo>
                  <a:lnTo>
                    <a:pt x="4604" y="512"/>
                  </a:lnTo>
                  <a:lnTo>
                    <a:pt x="5018" y="536"/>
                  </a:lnTo>
                  <a:lnTo>
                    <a:pt x="5408" y="609"/>
                  </a:lnTo>
                  <a:lnTo>
                    <a:pt x="5773" y="682"/>
                  </a:lnTo>
                  <a:lnTo>
                    <a:pt x="6114" y="780"/>
                  </a:lnTo>
                  <a:lnTo>
                    <a:pt x="6431" y="877"/>
                  </a:lnTo>
                  <a:lnTo>
                    <a:pt x="6699" y="999"/>
                  </a:lnTo>
                  <a:lnTo>
                    <a:pt x="6966" y="1120"/>
                  </a:lnTo>
                  <a:lnTo>
                    <a:pt x="7186" y="1242"/>
                  </a:lnTo>
                  <a:lnTo>
                    <a:pt x="7405" y="1388"/>
                  </a:lnTo>
                  <a:lnTo>
                    <a:pt x="7770" y="1656"/>
                  </a:lnTo>
                  <a:lnTo>
                    <a:pt x="8062" y="1924"/>
                  </a:lnTo>
                  <a:lnTo>
                    <a:pt x="8306" y="214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41"/>
            <p:cNvSpPr/>
            <p:nvPr/>
          </p:nvSpPr>
          <p:spPr>
            <a:xfrm>
              <a:off x="2141650" y="1303650"/>
              <a:ext cx="207675" cy="53600"/>
            </a:xfrm>
            <a:custGeom>
              <a:rect b="b" l="l" r="r" t="t"/>
              <a:pathLst>
                <a:path extrusionOk="0" fill="none" h="2144" w="8307">
                  <a:moveTo>
                    <a:pt x="1" y="2143"/>
                  </a:moveTo>
                  <a:lnTo>
                    <a:pt x="1" y="2143"/>
                  </a:lnTo>
                  <a:lnTo>
                    <a:pt x="245" y="1924"/>
                  </a:lnTo>
                  <a:lnTo>
                    <a:pt x="537" y="1656"/>
                  </a:lnTo>
                  <a:lnTo>
                    <a:pt x="902" y="1388"/>
                  </a:lnTo>
                  <a:lnTo>
                    <a:pt x="1121" y="1242"/>
                  </a:lnTo>
                  <a:lnTo>
                    <a:pt x="1341" y="1120"/>
                  </a:lnTo>
                  <a:lnTo>
                    <a:pt x="1608" y="999"/>
                  </a:lnTo>
                  <a:lnTo>
                    <a:pt x="1876" y="877"/>
                  </a:lnTo>
                  <a:lnTo>
                    <a:pt x="2193" y="780"/>
                  </a:lnTo>
                  <a:lnTo>
                    <a:pt x="2534" y="682"/>
                  </a:lnTo>
                  <a:lnTo>
                    <a:pt x="2899" y="609"/>
                  </a:lnTo>
                  <a:lnTo>
                    <a:pt x="3289" y="536"/>
                  </a:lnTo>
                  <a:lnTo>
                    <a:pt x="3703" y="512"/>
                  </a:lnTo>
                  <a:lnTo>
                    <a:pt x="4141" y="487"/>
                  </a:lnTo>
                  <a:lnTo>
                    <a:pt x="4141" y="487"/>
                  </a:lnTo>
                  <a:lnTo>
                    <a:pt x="4726" y="512"/>
                  </a:lnTo>
                  <a:lnTo>
                    <a:pt x="5286" y="560"/>
                  </a:lnTo>
                  <a:lnTo>
                    <a:pt x="5773" y="609"/>
                  </a:lnTo>
                  <a:lnTo>
                    <a:pt x="6236" y="682"/>
                  </a:lnTo>
                  <a:lnTo>
                    <a:pt x="6650" y="780"/>
                  </a:lnTo>
                  <a:lnTo>
                    <a:pt x="7015" y="853"/>
                  </a:lnTo>
                  <a:lnTo>
                    <a:pt x="7575" y="1023"/>
                  </a:lnTo>
                  <a:lnTo>
                    <a:pt x="7575" y="1023"/>
                  </a:lnTo>
                  <a:lnTo>
                    <a:pt x="7746" y="1047"/>
                  </a:lnTo>
                  <a:lnTo>
                    <a:pt x="7746" y="1047"/>
                  </a:lnTo>
                  <a:lnTo>
                    <a:pt x="7916" y="1023"/>
                  </a:lnTo>
                  <a:lnTo>
                    <a:pt x="8062" y="950"/>
                  </a:lnTo>
                  <a:lnTo>
                    <a:pt x="8062" y="950"/>
                  </a:lnTo>
                  <a:lnTo>
                    <a:pt x="8160" y="853"/>
                  </a:lnTo>
                  <a:lnTo>
                    <a:pt x="8233" y="755"/>
                  </a:lnTo>
                  <a:lnTo>
                    <a:pt x="8282" y="633"/>
                  </a:lnTo>
                  <a:lnTo>
                    <a:pt x="8306" y="487"/>
                  </a:lnTo>
                  <a:lnTo>
                    <a:pt x="8306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41"/>
            <p:cNvSpPr/>
            <p:nvPr/>
          </p:nvSpPr>
          <p:spPr>
            <a:xfrm>
              <a:off x="1934025" y="1001650"/>
              <a:ext cx="207650" cy="331250"/>
            </a:xfrm>
            <a:custGeom>
              <a:rect b="b" l="l" r="r" t="t"/>
              <a:pathLst>
                <a:path extrusionOk="0" fill="none" h="13250" w="8306">
                  <a:moveTo>
                    <a:pt x="8306" y="2192"/>
                  </a:moveTo>
                  <a:lnTo>
                    <a:pt x="8306" y="13249"/>
                  </a:lnTo>
                  <a:lnTo>
                    <a:pt x="8306" y="13249"/>
                  </a:lnTo>
                  <a:lnTo>
                    <a:pt x="8062" y="13030"/>
                  </a:lnTo>
                  <a:lnTo>
                    <a:pt x="7770" y="12762"/>
                  </a:lnTo>
                  <a:lnTo>
                    <a:pt x="7405" y="12494"/>
                  </a:lnTo>
                  <a:lnTo>
                    <a:pt x="7186" y="12348"/>
                  </a:lnTo>
                  <a:lnTo>
                    <a:pt x="6966" y="12226"/>
                  </a:lnTo>
                  <a:lnTo>
                    <a:pt x="6699" y="12105"/>
                  </a:lnTo>
                  <a:lnTo>
                    <a:pt x="6431" y="11983"/>
                  </a:lnTo>
                  <a:lnTo>
                    <a:pt x="6114" y="11885"/>
                  </a:lnTo>
                  <a:lnTo>
                    <a:pt x="5773" y="11788"/>
                  </a:lnTo>
                  <a:lnTo>
                    <a:pt x="5408" y="11715"/>
                  </a:lnTo>
                  <a:lnTo>
                    <a:pt x="5018" y="11642"/>
                  </a:lnTo>
                  <a:lnTo>
                    <a:pt x="4604" y="11617"/>
                  </a:lnTo>
                  <a:lnTo>
                    <a:pt x="4166" y="11593"/>
                  </a:lnTo>
                  <a:lnTo>
                    <a:pt x="4166" y="11593"/>
                  </a:lnTo>
                  <a:lnTo>
                    <a:pt x="3581" y="11617"/>
                  </a:lnTo>
                  <a:lnTo>
                    <a:pt x="3021" y="11666"/>
                  </a:lnTo>
                  <a:lnTo>
                    <a:pt x="2534" y="11715"/>
                  </a:lnTo>
                  <a:lnTo>
                    <a:pt x="2071" y="11788"/>
                  </a:lnTo>
                  <a:lnTo>
                    <a:pt x="1657" y="11885"/>
                  </a:lnTo>
                  <a:lnTo>
                    <a:pt x="1292" y="11958"/>
                  </a:lnTo>
                  <a:lnTo>
                    <a:pt x="732" y="12129"/>
                  </a:lnTo>
                  <a:lnTo>
                    <a:pt x="732" y="12129"/>
                  </a:lnTo>
                  <a:lnTo>
                    <a:pt x="561" y="12153"/>
                  </a:lnTo>
                  <a:lnTo>
                    <a:pt x="561" y="12153"/>
                  </a:lnTo>
                  <a:lnTo>
                    <a:pt x="391" y="12129"/>
                  </a:lnTo>
                  <a:lnTo>
                    <a:pt x="245" y="12056"/>
                  </a:lnTo>
                  <a:lnTo>
                    <a:pt x="245" y="12056"/>
                  </a:lnTo>
                  <a:lnTo>
                    <a:pt x="147" y="11958"/>
                  </a:lnTo>
                  <a:lnTo>
                    <a:pt x="74" y="11861"/>
                  </a:lnTo>
                  <a:lnTo>
                    <a:pt x="25" y="11739"/>
                  </a:lnTo>
                  <a:lnTo>
                    <a:pt x="1" y="11593"/>
                  </a:lnTo>
                  <a:lnTo>
                    <a:pt x="1" y="1656"/>
                  </a:lnTo>
                  <a:lnTo>
                    <a:pt x="1" y="1656"/>
                  </a:lnTo>
                  <a:lnTo>
                    <a:pt x="25" y="1534"/>
                  </a:lnTo>
                  <a:lnTo>
                    <a:pt x="50" y="1437"/>
                  </a:lnTo>
                  <a:lnTo>
                    <a:pt x="123" y="1315"/>
                  </a:lnTo>
                  <a:lnTo>
                    <a:pt x="196" y="1242"/>
                  </a:lnTo>
                  <a:lnTo>
                    <a:pt x="196" y="1242"/>
                  </a:lnTo>
                  <a:lnTo>
                    <a:pt x="342" y="1120"/>
                  </a:lnTo>
                  <a:lnTo>
                    <a:pt x="512" y="974"/>
                  </a:lnTo>
                  <a:lnTo>
                    <a:pt x="926" y="755"/>
                  </a:lnTo>
                  <a:lnTo>
                    <a:pt x="1389" y="536"/>
                  </a:lnTo>
                  <a:lnTo>
                    <a:pt x="1901" y="341"/>
                  </a:lnTo>
                  <a:lnTo>
                    <a:pt x="2461" y="195"/>
                  </a:lnTo>
                  <a:lnTo>
                    <a:pt x="3021" y="73"/>
                  </a:lnTo>
                  <a:lnTo>
                    <a:pt x="3581" y="24"/>
                  </a:lnTo>
                  <a:lnTo>
                    <a:pt x="4166" y="0"/>
                  </a:lnTo>
                  <a:lnTo>
                    <a:pt x="4166" y="0"/>
                  </a:lnTo>
                  <a:lnTo>
                    <a:pt x="4531" y="0"/>
                  </a:lnTo>
                  <a:lnTo>
                    <a:pt x="4872" y="49"/>
                  </a:lnTo>
                  <a:lnTo>
                    <a:pt x="5213" y="98"/>
                  </a:lnTo>
                  <a:lnTo>
                    <a:pt x="5530" y="171"/>
                  </a:lnTo>
                  <a:lnTo>
                    <a:pt x="5822" y="268"/>
                  </a:lnTo>
                  <a:lnTo>
                    <a:pt x="6114" y="365"/>
                  </a:lnTo>
                  <a:lnTo>
                    <a:pt x="6358" y="487"/>
                  </a:lnTo>
                  <a:lnTo>
                    <a:pt x="6626" y="609"/>
                  </a:lnTo>
                  <a:lnTo>
                    <a:pt x="7064" y="901"/>
                  </a:lnTo>
                  <a:lnTo>
                    <a:pt x="7429" y="1169"/>
                  </a:lnTo>
                  <a:lnTo>
                    <a:pt x="7746" y="1437"/>
                  </a:lnTo>
                  <a:lnTo>
                    <a:pt x="8014" y="1681"/>
                  </a:lnTo>
                  <a:lnTo>
                    <a:pt x="8014" y="1681"/>
                  </a:lnTo>
                  <a:lnTo>
                    <a:pt x="8136" y="1802"/>
                  </a:lnTo>
                  <a:lnTo>
                    <a:pt x="8136" y="1802"/>
                  </a:lnTo>
                  <a:lnTo>
                    <a:pt x="8209" y="1875"/>
                  </a:lnTo>
                  <a:lnTo>
                    <a:pt x="8257" y="1973"/>
                  </a:lnTo>
                  <a:lnTo>
                    <a:pt x="8306" y="2095"/>
                  </a:lnTo>
                  <a:lnTo>
                    <a:pt x="8306" y="2192"/>
                  </a:lnTo>
                  <a:lnTo>
                    <a:pt x="8306" y="219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41"/>
            <p:cNvSpPr/>
            <p:nvPr/>
          </p:nvSpPr>
          <p:spPr>
            <a:xfrm>
              <a:off x="2141650" y="1001650"/>
              <a:ext cx="207675" cy="331250"/>
            </a:xfrm>
            <a:custGeom>
              <a:rect b="b" l="l" r="r" t="t"/>
              <a:pathLst>
                <a:path extrusionOk="0" fill="none" h="13250" w="8307">
                  <a:moveTo>
                    <a:pt x="1" y="2192"/>
                  </a:moveTo>
                  <a:lnTo>
                    <a:pt x="1" y="13249"/>
                  </a:lnTo>
                  <a:lnTo>
                    <a:pt x="1" y="13249"/>
                  </a:lnTo>
                  <a:lnTo>
                    <a:pt x="245" y="13030"/>
                  </a:lnTo>
                  <a:lnTo>
                    <a:pt x="537" y="12762"/>
                  </a:lnTo>
                  <a:lnTo>
                    <a:pt x="902" y="12494"/>
                  </a:lnTo>
                  <a:lnTo>
                    <a:pt x="1121" y="12348"/>
                  </a:lnTo>
                  <a:lnTo>
                    <a:pt x="1341" y="12226"/>
                  </a:lnTo>
                  <a:lnTo>
                    <a:pt x="1608" y="12105"/>
                  </a:lnTo>
                  <a:lnTo>
                    <a:pt x="1876" y="11983"/>
                  </a:lnTo>
                  <a:lnTo>
                    <a:pt x="2193" y="11885"/>
                  </a:lnTo>
                  <a:lnTo>
                    <a:pt x="2534" y="11788"/>
                  </a:lnTo>
                  <a:lnTo>
                    <a:pt x="2899" y="11715"/>
                  </a:lnTo>
                  <a:lnTo>
                    <a:pt x="3289" y="11642"/>
                  </a:lnTo>
                  <a:lnTo>
                    <a:pt x="3703" y="11617"/>
                  </a:lnTo>
                  <a:lnTo>
                    <a:pt x="4141" y="11593"/>
                  </a:lnTo>
                  <a:lnTo>
                    <a:pt x="4141" y="11593"/>
                  </a:lnTo>
                  <a:lnTo>
                    <a:pt x="4726" y="11617"/>
                  </a:lnTo>
                  <a:lnTo>
                    <a:pt x="5286" y="11666"/>
                  </a:lnTo>
                  <a:lnTo>
                    <a:pt x="5773" y="11715"/>
                  </a:lnTo>
                  <a:lnTo>
                    <a:pt x="6236" y="11788"/>
                  </a:lnTo>
                  <a:lnTo>
                    <a:pt x="6650" y="11885"/>
                  </a:lnTo>
                  <a:lnTo>
                    <a:pt x="7015" y="11958"/>
                  </a:lnTo>
                  <a:lnTo>
                    <a:pt x="7575" y="12129"/>
                  </a:lnTo>
                  <a:lnTo>
                    <a:pt x="7575" y="12129"/>
                  </a:lnTo>
                  <a:lnTo>
                    <a:pt x="7746" y="12153"/>
                  </a:lnTo>
                  <a:lnTo>
                    <a:pt x="7746" y="12153"/>
                  </a:lnTo>
                  <a:lnTo>
                    <a:pt x="7916" y="12129"/>
                  </a:lnTo>
                  <a:lnTo>
                    <a:pt x="8062" y="12056"/>
                  </a:lnTo>
                  <a:lnTo>
                    <a:pt x="8062" y="12056"/>
                  </a:lnTo>
                  <a:lnTo>
                    <a:pt x="8160" y="11958"/>
                  </a:lnTo>
                  <a:lnTo>
                    <a:pt x="8233" y="11861"/>
                  </a:lnTo>
                  <a:lnTo>
                    <a:pt x="8282" y="11739"/>
                  </a:lnTo>
                  <a:lnTo>
                    <a:pt x="8306" y="11593"/>
                  </a:lnTo>
                  <a:lnTo>
                    <a:pt x="8306" y="1656"/>
                  </a:lnTo>
                  <a:lnTo>
                    <a:pt x="8306" y="1656"/>
                  </a:lnTo>
                  <a:lnTo>
                    <a:pt x="8282" y="1534"/>
                  </a:lnTo>
                  <a:lnTo>
                    <a:pt x="8257" y="1437"/>
                  </a:lnTo>
                  <a:lnTo>
                    <a:pt x="8184" y="1315"/>
                  </a:lnTo>
                  <a:lnTo>
                    <a:pt x="8111" y="1242"/>
                  </a:lnTo>
                  <a:lnTo>
                    <a:pt x="8111" y="1242"/>
                  </a:lnTo>
                  <a:lnTo>
                    <a:pt x="7965" y="1120"/>
                  </a:lnTo>
                  <a:lnTo>
                    <a:pt x="7795" y="974"/>
                  </a:lnTo>
                  <a:lnTo>
                    <a:pt x="7381" y="755"/>
                  </a:lnTo>
                  <a:lnTo>
                    <a:pt x="6918" y="536"/>
                  </a:lnTo>
                  <a:lnTo>
                    <a:pt x="6406" y="341"/>
                  </a:lnTo>
                  <a:lnTo>
                    <a:pt x="5846" y="195"/>
                  </a:lnTo>
                  <a:lnTo>
                    <a:pt x="5286" y="73"/>
                  </a:lnTo>
                  <a:lnTo>
                    <a:pt x="4726" y="24"/>
                  </a:lnTo>
                  <a:lnTo>
                    <a:pt x="4141" y="0"/>
                  </a:lnTo>
                  <a:lnTo>
                    <a:pt x="4141" y="0"/>
                  </a:lnTo>
                  <a:lnTo>
                    <a:pt x="3776" y="0"/>
                  </a:lnTo>
                  <a:lnTo>
                    <a:pt x="3435" y="49"/>
                  </a:lnTo>
                  <a:lnTo>
                    <a:pt x="3094" y="98"/>
                  </a:lnTo>
                  <a:lnTo>
                    <a:pt x="2777" y="171"/>
                  </a:lnTo>
                  <a:lnTo>
                    <a:pt x="2485" y="268"/>
                  </a:lnTo>
                  <a:lnTo>
                    <a:pt x="2193" y="365"/>
                  </a:lnTo>
                  <a:lnTo>
                    <a:pt x="1949" y="487"/>
                  </a:lnTo>
                  <a:lnTo>
                    <a:pt x="1681" y="609"/>
                  </a:lnTo>
                  <a:lnTo>
                    <a:pt x="1243" y="901"/>
                  </a:lnTo>
                  <a:lnTo>
                    <a:pt x="878" y="1169"/>
                  </a:lnTo>
                  <a:lnTo>
                    <a:pt x="561" y="1437"/>
                  </a:lnTo>
                  <a:lnTo>
                    <a:pt x="293" y="1681"/>
                  </a:lnTo>
                  <a:lnTo>
                    <a:pt x="293" y="1681"/>
                  </a:lnTo>
                  <a:lnTo>
                    <a:pt x="171" y="1802"/>
                  </a:lnTo>
                  <a:lnTo>
                    <a:pt x="171" y="1802"/>
                  </a:lnTo>
                  <a:lnTo>
                    <a:pt x="98" y="1875"/>
                  </a:lnTo>
                  <a:lnTo>
                    <a:pt x="50" y="1973"/>
                  </a:lnTo>
                  <a:lnTo>
                    <a:pt x="1" y="2095"/>
                  </a:lnTo>
                  <a:lnTo>
                    <a:pt x="1" y="2192"/>
                  </a:lnTo>
                  <a:lnTo>
                    <a:pt x="1" y="219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6" name="Google Shape;466;p41"/>
          <p:cNvSpPr/>
          <p:nvPr/>
        </p:nvSpPr>
        <p:spPr>
          <a:xfrm>
            <a:off x="2042249" y="944598"/>
            <a:ext cx="351077" cy="349039"/>
          </a:xfrm>
          <a:custGeom>
            <a:rect b="b" l="l" r="r" t="t"/>
            <a:pathLst>
              <a:path extrusionOk="0" fill="none" h="16611" w="16708">
                <a:moveTo>
                  <a:pt x="414" y="8842"/>
                </a:moveTo>
                <a:lnTo>
                  <a:pt x="8403" y="1048"/>
                </a:lnTo>
                <a:lnTo>
                  <a:pt x="8403" y="1048"/>
                </a:lnTo>
                <a:lnTo>
                  <a:pt x="8500" y="951"/>
                </a:lnTo>
                <a:lnTo>
                  <a:pt x="8597" y="829"/>
                </a:lnTo>
                <a:lnTo>
                  <a:pt x="8865" y="658"/>
                </a:lnTo>
                <a:lnTo>
                  <a:pt x="9158" y="488"/>
                </a:lnTo>
                <a:lnTo>
                  <a:pt x="9450" y="317"/>
                </a:lnTo>
                <a:lnTo>
                  <a:pt x="9450" y="317"/>
                </a:lnTo>
                <a:lnTo>
                  <a:pt x="9839" y="171"/>
                </a:lnTo>
                <a:lnTo>
                  <a:pt x="10180" y="74"/>
                </a:lnTo>
                <a:lnTo>
                  <a:pt x="10497" y="25"/>
                </a:lnTo>
                <a:lnTo>
                  <a:pt x="10814" y="1"/>
                </a:lnTo>
                <a:lnTo>
                  <a:pt x="15344" y="1"/>
                </a:lnTo>
                <a:lnTo>
                  <a:pt x="15344" y="1"/>
                </a:lnTo>
                <a:lnTo>
                  <a:pt x="15465" y="1"/>
                </a:lnTo>
                <a:lnTo>
                  <a:pt x="15587" y="49"/>
                </a:lnTo>
                <a:lnTo>
                  <a:pt x="15855" y="122"/>
                </a:lnTo>
                <a:lnTo>
                  <a:pt x="16099" y="269"/>
                </a:lnTo>
                <a:lnTo>
                  <a:pt x="16294" y="415"/>
                </a:lnTo>
                <a:lnTo>
                  <a:pt x="16294" y="415"/>
                </a:lnTo>
                <a:lnTo>
                  <a:pt x="16391" y="537"/>
                </a:lnTo>
                <a:lnTo>
                  <a:pt x="16488" y="658"/>
                </a:lnTo>
                <a:lnTo>
                  <a:pt x="16561" y="780"/>
                </a:lnTo>
                <a:lnTo>
                  <a:pt x="16610" y="902"/>
                </a:lnTo>
                <a:lnTo>
                  <a:pt x="16659" y="1048"/>
                </a:lnTo>
                <a:lnTo>
                  <a:pt x="16683" y="1170"/>
                </a:lnTo>
                <a:lnTo>
                  <a:pt x="16708" y="1486"/>
                </a:lnTo>
                <a:lnTo>
                  <a:pt x="16708" y="5992"/>
                </a:lnTo>
                <a:lnTo>
                  <a:pt x="16708" y="5992"/>
                </a:lnTo>
                <a:lnTo>
                  <a:pt x="16683" y="6309"/>
                </a:lnTo>
                <a:lnTo>
                  <a:pt x="16635" y="6625"/>
                </a:lnTo>
                <a:lnTo>
                  <a:pt x="16537" y="6942"/>
                </a:lnTo>
                <a:lnTo>
                  <a:pt x="16391" y="7258"/>
                </a:lnTo>
                <a:lnTo>
                  <a:pt x="16391" y="7258"/>
                </a:lnTo>
                <a:lnTo>
                  <a:pt x="16342" y="7453"/>
                </a:lnTo>
                <a:lnTo>
                  <a:pt x="16294" y="7624"/>
                </a:lnTo>
                <a:lnTo>
                  <a:pt x="16196" y="7770"/>
                </a:lnTo>
                <a:lnTo>
                  <a:pt x="16123" y="7916"/>
                </a:lnTo>
                <a:lnTo>
                  <a:pt x="15928" y="8160"/>
                </a:lnTo>
                <a:lnTo>
                  <a:pt x="15758" y="8403"/>
                </a:lnTo>
                <a:lnTo>
                  <a:pt x="7891" y="16197"/>
                </a:lnTo>
                <a:lnTo>
                  <a:pt x="7891" y="16197"/>
                </a:lnTo>
                <a:lnTo>
                  <a:pt x="7794" y="16294"/>
                </a:lnTo>
                <a:lnTo>
                  <a:pt x="7696" y="16392"/>
                </a:lnTo>
                <a:lnTo>
                  <a:pt x="7574" y="16465"/>
                </a:lnTo>
                <a:lnTo>
                  <a:pt x="7453" y="16513"/>
                </a:lnTo>
                <a:lnTo>
                  <a:pt x="7185" y="16586"/>
                </a:lnTo>
                <a:lnTo>
                  <a:pt x="6941" y="16611"/>
                </a:lnTo>
                <a:lnTo>
                  <a:pt x="6941" y="16611"/>
                </a:lnTo>
                <a:lnTo>
                  <a:pt x="6649" y="16586"/>
                </a:lnTo>
                <a:lnTo>
                  <a:pt x="6503" y="16562"/>
                </a:lnTo>
                <a:lnTo>
                  <a:pt x="6381" y="16513"/>
                </a:lnTo>
                <a:lnTo>
                  <a:pt x="6235" y="16465"/>
                </a:lnTo>
                <a:lnTo>
                  <a:pt x="6113" y="16392"/>
                </a:lnTo>
                <a:lnTo>
                  <a:pt x="5991" y="16294"/>
                </a:lnTo>
                <a:lnTo>
                  <a:pt x="5894" y="16197"/>
                </a:lnTo>
                <a:lnTo>
                  <a:pt x="414" y="10839"/>
                </a:lnTo>
                <a:lnTo>
                  <a:pt x="414" y="10839"/>
                </a:lnTo>
                <a:lnTo>
                  <a:pt x="268" y="10595"/>
                </a:lnTo>
                <a:lnTo>
                  <a:pt x="122" y="10352"/>
                </a:lnTo>
                <a:lnTo>
                  <a:pt x="24" y="10108"/>
                </a:lnTo>
                <a:lnTo>
                  <a:pt x="0" y="10011"/>
                </a:lnTo>
                <a:lnTo>
                  <a:pt x="0" y="9889"/>
                </a:lnTo>
                <a:lnTo>
                  <a:pt x="0" y="9889"/>
                </a:lnTo>
                <a:lnTo>
                  <a:pt x="0" y="9718"/>
                </a:lnTo>
                <a:lnTo>
                  <a:pt x="24" y="9597"/>
                </a:lnTo>
                <a:lnTo>
                  <a:pt x="122" y="9329"/>
                </a:lnTo>
                <a:lnTo>
                  <a:pt x="268" y="9061"/>
                </a:lnTo>
                <a:lnTo>
                  <a:pt x="414" y="8842"/>
                </a:lnTo>
                <a:lnTo>
                  <a:pt x="414" y="8842"/>
                </a:lnTo>
                <a:close/>
                <a:moveTo>
                  <a:pt x="12519" y="4190"/>
                </a:moveTo>
                <a:lnTo>
                  <a:pt x="12519" y="4190"/>
                </a:lnTo>
                <a:lnTo>
                  <a:pt x="12689" y="4336"/>
                </a:lnTo>
                <a:lnTo>
                  <a:pt x="12859" y="4433"/>
                </a:lnTo>
                <a:lnTo>
                  <a:pt x="13030" y="4482"/>
                </a:lnTo>
                <a:lnTo>
                  <a:pt x="13249" y="4482"/>
                </a:lnTo>
                <a:lnTo>
                  <a:pt x="13249" y="4482"/>
                </a:lnTo>
                <a:lnTo>
                  <a:pt x="13444" y="4482"/>
                </a:lnTo>
                <a:lnTo>
                  <a:pt x="13615" y="4433"/>
                </a:lnTo>
                <a:lnTo>
                  <a:pt x="13761" y="4336"/>
                </a:lnTo>
                <a:lnTo>
                  <a:pt x="13882" y="4190"/>
                </a:lnTo>
                <a:lnTo>
                  <a:pt x="13882" y="4190"/>
                </a:lnTo>
                <a:lnTo>
                  <a:pt x="14029" y="4044"/>
                </a:lnTo>
                <a:lnTo>
                  <a:pt x="14102" y="3873"/>
                </a:lnTo>
                <a:lnTo>
                  <a:pt x="14150" y="3727"/>
                </a:lnTo>
                <a:lnTo>
                  <a:pt x="14175" y="3557"/>
                </a:lnTo>
                <a:lnTo>
                  <a:pt x="14175" y="3557"/>
                </a:lnTo>
                <a:lnTo>
                  <a:pt x="14150" y="3362"/>
                </a:lnTo>
                <a:lnTo>
                  <a:pt x="14102" y="3167"/>
                </a:lnTo>
                <a:lnTo>
                  <a:pt x="14029" y="2996"/>
                </a:lnTo>
                <a:lnTo>
                  <a:pt x="13882" y="2850"/>
                </a:lnTo>
                <a:lnTo>
                  <a:pt x="13882" y="2850"/>
                </a:lnTo>
                <a:lnTo>
                  <a:pt x="13761" y="2728"/>
                </a:lnTo>
                <a:lnTo>
                  <a:pt x="13615" y="2655"/>
                </a:lnTo>
                <a:lnTo>
                  <a:pt x="13444" y="2582"/>
                </a:lnTo>
                <a:lnTo>
                  <a:pt x="13249" y="2558"/>
                </a:lnTo>
                <a:lnTo>
                  <a:pt x="13249" y="2558"/>
                </a:lnTo>
                <a:lnTo>
                  <a:pt x="13030" y="2582"/>
                </a:lnTo>
                <a:lnTo>
                  <a:pt x="12859" y="2655"/>
                </a:lnTo>
                <a:lnTo>
                  <a:pt x="12689" y="2728"/>
                </a:lnTo>
                <a:lnTo>
                  <a:pt x="12519" y="2850"/>
                </a:lnTo>
                <a:lnTo>
                  <a:pt x="12519" y="2850"/>
                </a:lnTo>
                <a:lnTo>
                  <a:pt x="12445" y="2996"/>
                </a:lnTo>
                <a:lnTo>
                  <a:pt x="12372" y="3167"/>
                </a:lnTo>
                <a:lnTo>
                  <a:pt x="12324" y="3362"/>
                </a:lnTo>
                <a:lnTo>
                  <a:pt x="12324" y="3557"/>
                </a:lnTo>
                <a:lnTo>
                  <a:pt x="12324" y="3557"/>
                </a:lnTo>
                <a:lnTo>
                  <a:pt x="12324" y="3727"/>
                </a:lnTo>
                <a:lnTo>
                  <a:pt x="12372" y="3873"/>
                </a:lnTo>
                <a:lnTo>
                  <a:pt x="12445" y="4044"/>
                </a:lnTo>
                <a:lnTo>
                  <a:pt x="12519" y="4190"/>
                </a:lnTo>
                <a:lnTo>
                  <a:pt x="12519" y="4190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1"/>
          <p:cNvSpPr/>
          <p:nvPr/>
        </p:nvSpPr>
        <p:spPr>
          <a:xfrm>
            <a:off x="2607759" y="961997"/>
            <a:ext cx="350068" cy="314242"/>
          </a:xfrm>
          <a:custGeom>
            <a:rect b="b" l="l" r="r" t="t"/>
            <a:pathLst>
              <a:path extrusionOk="0" fill="none" h="14955" w="1666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1"/>
          <p:cNvSpPr/>
          <p:nvPr/>
        </p:nvSpPr>
        <p:spPr>
          <a:xfrm>
            <a:off x="3177871" y="964561"/>
            <a:ext cx="339835" cy="309115"/>
          </a:xfrm>
          <a:custGeom>
            <a:rect b="b" l="l" r="r" t="t"/>
            <a:pathLst>
              <a:path extrusionOk="0" fill="none" h="14711" w="16173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1"/>
          <p:cNvSpPr/>
          <p:nvPr/>
        </p:nvSpPr>
        <p:spPr>
          <a:xfrm>
            <a:off x="3754139" y="967629"/>
            <a:ext cx="317310" cy="302979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0" name="Google Shape;470;p41"/>
          <p:cNvGrpSpPr/>
          <p:nvPr/>
        </p:nvGrpSpPr>
        <p:grpSpPr>
          <a:xfrm>
            <a:off x="4302585" y="947131"/>
            <a:ext cx="350068" cy="350573"/>
            <a:chOff x="5294400" y="974850"/>
            <a:chExt cx="416500" cy="417100"/>
          </a:xfrm>
        </p:grpSpPr>
        <p:sp>
          <p:nvSpPr>
            <p:cNvPr id="471" name="Google Shape;471;p41"/>
            <p:cNvSpPr/>
            <p:nvPr/>
          </p:nvSpPr>
          <p:spPr>
            <a:xfrm>
              <a:off x="5325450" y="997975"/>
              <a:ext cx="151650" cy="154700"/>
            </a:xfrm>
            <a:custGeom>
              <a:rect b="b" l="l" r="r" t="t"/>
              <a:pathLst>
                <a:path extrusionOk="0" fill="none" h="6188" w="6066">
                  <a:moveTo>
                    <a:pt x="2680" y="74"/>
                  </a:moveTo>
                  <a:lnTo>
                    <a:pt x="2680" y="74"/>
                  </a:lnTo>
                  <a:lnTo>
                    <a:pt x="2607" y="1"/>
                  </a:lnTo>
                  <a:lnTo>
                    <a:pt x="2534" y="1"/>
                  </a:lnTo>
                  <a:lnTo>
                    <a:pt x="2461" y="25"/>
                  </a:lnTo>
                  <a:lnTo>
                    <a:pt x="2436" y="147"/>
                  </a:lnTo>
                  <a:lnTo>
                    <a:pt x="2095" y="1803"/>
                  </a:lnTo>
                  <a:lnTo>
                    <a:pt x="2095" y="1803"/>
                  </a:lnTo>
                  <a:lnTo>
                    <a:pt x="2047" y="1925"/>
                  </a:lnTo>
                  <a:lnTo>
                    <a:pt x="1974" y="2047"/>
                  </a:lnTo>
                  <a:lnTo>
                    <a:pt x="1852" y="2169"/>
                  </a:lnTo>
                  <a:lnTo>
                    <a:pt x="1730" y="2217"/>
                  </a:lnTo>
                  <a:lnTo>
                    <a:pt x="123" y="2753"/>
                  </a:lnTo>
                  <a:lnTo>
                    <a:pt x="123" y="2753"/>
                  </a:lnTo>
                  <a:lnTo>
                    <a:pt x="25" y="2826"/>
                  </a:lnTo>
                  <a:lnTo>
                    <a:pt x="1" y="2875"/>
                  </a:lnTo>
                  <a:lnTo>
                    <a:pt x="25" y="2948"/>
                  </a:lnTo>
                  <a:lnTo>
                    <a:pt x="98" y="3021"/>
                  </a:lnTo>
                  <a:lnTo>
                    <a:pt x="1584" y="3849"/>
                  </a:lnTo>
                  <a:lnTo>
                    <a:pt x="1584" y="3849"/>
                  </a:lnTo>
                  <a:lnTo>
                    <a:pt x="1706" y="3922"/>
                  </a:lnTo>
                  <a:lnTo>
                    <a:pt x="1803" y="4044"/>
                  </a:lnTo>
                  <a:lnTo>
                    <a:pt x="1852" y="4190"/>
                  </a:lnTo>
                  <a:lnTo>
                    <a:pt x="1876" y="4312"/>
                  </a:lnTo>
                  <a:lnTo>
                    <a:pt x="1901" y="6017"/>
                  </a:lnTo>
                  <a:lnTo>
                    <a:pt x="1901" y="6017"/>
                  </a:lnTo>
                  <a:lnTo>
                    <a:pt x="1925" y="6114"/>
                  </a:lnTo>
                  <a:lnTo>
                    <a:pt x="1974" y="6187"/>
                  </a:lnTo>
                  <a:lnTo>
                    <a:pt x="2047" y="6187"/>
                  </a:lnTo>
                  <a:lnTo>
                    <a:pt x="2120" y="6114"/>
                  </a:lnTo>
                  <a:lnTo>
                    <a:pt x="3362" y="4969"/>
                  </a:lnTo>
                  <a:lnTo>
                    <a:pt x="3362" y="4969"/>
                  </a:lnTo>
                  <a:lnTo>
                    <a:pt x="3484" y="4872"/>
                  </a:lnTo>
                  <a:lnTo>
                    <a:pt x="3630" y="4823"/>
                  </a:lnTo>
                  <a:lnTo>
                    <a:pt x="3776" y="4823"/>
                  </a:lnTo>
                  <a:lnTo>
                    <a:pt x="3922" y="4848"/>
                  </a:lnTo>
                  <a:lnTo>
                    <a:pt x="5530" y="5335"/>
                  </a:lnTo>
                  <a:lnTo>
                    <a:pt x="5530" y="5335"/>
                  </a:lnTo>
                  <a:lnTo>
                    <a:pt x="5651" y="5359"/>
                  </a:lnTo>
                  <a:lnTo>
                    <a:pt x="5700" y="5335"/>
                  </a:lnTo>
                  <a:lnTo>
                    <a:pt x="5724" y="5262"/>
                  </a:lnTo>
                  <a:lnTo>
                    <a:pt x="5700" y="5164"/>
                  </a:lnTo>
                  <a:lnTo>
                    <a:pt x="4994" y="3606"/>
                  </a:lnTo>
                  <a:lnTo>
                    <a:pt x="4994" y="3606"/>
                  </a:lnTo>
                  <a:lnTo>
                    <a:pt x="4945" y="3484"/>
                  </a:lnTo>
                  <a:lnTo>
                    <a:pt x="4945" y="3338"/>
                  </a:lnTo>
                  <a:lnTo>
                    <a:pt x="4969" y="3191"/>
                  </a:lnTo>
                  <a:lnTo>
                    <a:pt x="5042" y="3070"/>
                  </a:lnTo>
                  <a:lnTo>
                    <a:pt x="6017" y="1681"/>
                  </a:lnTo>
                  <a:lnTo>
                    <a:pt x="6017" y="1681"/>
                  </a:lnTo>
                  <a:lnTo>
                    <a:pt x="6065" y="1584"/>
                  </a:lnTo>
                  <a:lnTo>
                    <a:pt x="6065" y="1511"/>
                  </a:lnTo>
                  <a:lnTo>
                    <a:pt x="5992" y="1462"/>
                  </a:lnTo>
                  <a:lnTo>
                    <a:pt x="5895" y="1462"/>
                  </a:lnTo>
                  <a:lnTo>
                    <a:pt x="4190" y="1657"/>
                  </a:lnTo>
                  <a:lnTo>
                    <a:pt x="4190" y="1657"/>
                  </a:lnTo>
                  <a:lnTo>
                    <a:pt x="4068" y="1657"/>
                  </a:lnTo>
                  <a:lnTo>
                    <a:pt x="3922" y="1608"/>
                  </a:lnTo>
                  <a:lnTo>
                    <a:pt x="3800" y="1535"/>
                  </a:lnTo>
                  <a:lnTo>
                    <a:pt x="3703" y="1438"/>
                  </a:lnTo>
                  <a:lnTo>
                    <a:pt x="2680" y="74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41"/>
            <p:cNvSpPr/>
            <p:nvPr/>
          </p:nvSpPr>
          <p:spPr>
            <a:xfrm>
              <a:off x="5294400" y="974850"/>
              <a:ext cx="416500" cy="417100"/>
            </a:xfrm>
            <a:custGeom>
              <a:rect b="b" l="l" r="r" t="t"/>
              <a:pathLst>
                <a:path extrusionOk="0" fill="none" h="16684" w="16660">
                  <a:moveTo>
                    <a:pt x="4872" y="12202"/>
                  </a:moveTo>
                  <a:lnTo>
                    <a:pt x="4872" y="12202"/>
                  </a:lnTo>
                  <a:lnTo>
                    <a:pt x="5261" y="12178"/>
                  </a:lnTo>
                  <a:lnTo>
                    <a:pt x="5627" y="12154"/>
                  </a:lnTo>
                  <a:lnTo>
                    <a:pt x="5992" y="12105"/>
                  </a:lnTo>
                  <a:lnTo>
                    <a:pt x="6357" y="12032"/>
                  </a:lnTo>
                  <a:lnTo>
                    <a:pt x="6698" y="11959"/>
                  </a:lnTo>
                  <a:lnTo>
                    <a:pt x="7039" y="11861"/>
                  </a:lnTo>
                  <a:lnTo>
                    <a:pt x="7380" y="11740"/>
                  </a:lnTo>
                  <a:lnTo>
                    <a:pt x="7721" y="11618"/>
                  </a:lnTo>
                  <a:lnTo>
                    <a:pt x="8038" y="11472"/>
                  </a:lnTo>
                  <a:lnTo>
                    <a:pt x="8355" y="11301"/>
                  </a:lnTo>
                  <a:lnTo>
                    <a:pt x="8671" y="11131"/>
                  </a:lnTo>
                  <a:lnTo>
                    <a:pt x="8963" y="10936"/>
                  </a:lnTo>
                  <a:lnTo>
                    <a:pt x="9256" y="10741"/>
                  </a:lnTo>
                  <a:lnTo>
                    <a:pt x="9524" y="10522"/>
                  </a:lnTo>
                  <a:lnTo>
                    <a:pt x="9792" y="10303"/>
                  </a:lnTo>
                  <a:lnTo>
                    <a:pt x="10035" y="10059"/>
                  </a:lnTo>
                  <a:lnTo>
                    <a:pt x="10279" y="9791"/>
                  </a:lnTo>
                  <a:lnTo>
                    <a:pt x="10522" y="9523"/>
                  </a:lnTo>
                  <a:lnTo>
                    <a:pt x="10741" y="9255"/>
                  </a:lnTo>
                  <a:lnTo>
                    <a:pt x="10936" y="8963"/>
                  </a:lnTo>
                  <a:lnTo>
                    <a:pt x="11131" y="8671"/>
                  </a:lnTo>
                  <a:lnTo>
                    <a:pt x="11302" y="8379"/>
                  </a:lnTo>
                  <a:lnTo>
                    <a:pt x="11472" y="8062"/>
                  </a:lnTo>
                  <a:lnTo>
                    <a:pt x="11618" y="7721"/>
                  </a:lnTo>
                  <a:lnTo>
                    <a:pt x="11740" y="7404"/>
                  </a:lnTo>
                  <a:lnTo>
                    <a:pt x="11862" y="7063"/>
                  </a:lnTo>
                  <a:lnTo>
                    <a:pt x="11959" y="6722"/>
                  </a:lnTo>
                  <a:lnTo>
                    <a:pt x="12032" y="6357"/>
                  </a:lnTo>
                  <a:lnTo>
                    <a:pt x="12105" y="5992"/>
                  </a:lnTo>
                  <a:lnTo>
                    <a:pt x="12154" y="5626"/>
                  </a:lnTo>
                  <a:lnTo>
                    <a:pt x="12178" y="5261"/>
                  </a:lnTo>
                  <a:lnTo>
                    <a:pt x="12178" y="4896"/>
                  </a:lnTo>
                  <a:lnTo>
                    <a:pt x="12178" y="4896"/>
                  </a:lnTo>
                  <a:lnTo>
                    <a:pt x="12178" y="4531"/>
                  </a:lnTo>
                  <a:lnTo>
                    <a:pt x="12154" y="4190"/>
                  </a:lnTo>
                  <a:lnTo>
                    <a:pt x="12105" y="3849"/>
                  </a:lnTo>
                  <a:lnTo>
                    <a:pt x="12057" y="3508"/>
                  </a:lnTo>
                  <a:lnTo>
                    <a:pt x="11983" y="3191"/>
                  </a:lnTo>
                  <a:lnTo>
                    <a:pt x="11886" y="2850"/>
                  </a:lnTo>
                  <a:lnTo>
                    <a:pt x="11789" y="2533"/>
                  </a:lnTo>
                  <a:lnTo>
                    <a:pt x="11691" y="2217"/>
                  </a:lnTo>
                  <a:lnTo>
                    <a:pt x="11545" y="1925"/>
                  </a:lnTo>
                  <a:lnTo>
                    <a:pt x="11423" y="1632"/>
                  </a:lnTo>
                  <a:lnTo>
                    <a:pt x="11253" y="1340"/>
                  </a:lnTo>
                  <a:lnTo>
                    <a:pt x="11107" y="1048"/>
                  </a:lnTo>
                  <a:lnTo>
                    <a:pt x="10912" y="780"/>
                  </a:lnTo>
                  <a:lnTo>
                    <a:pt x="10717" y="512"/>
                  </a:lnTo>
                  <a:lnTo>
                    <a:pt x="10303" y="0"/>
                  </a:lnTo>
                  <a:lnTo>
                    <a:pt x="10303" y="0"/>
                  </a:lnTo>
                  <a:lnTo>
                    <a:pt x="10644" y="98"/>
                  </a:lnTo>
                  <a:lnTo>
                    <a:pt x="10985" y="220"/>
                  </a:lnTo>
                  <a:lnTo>
                    <a:pt x="11642" y="463"/>
                  </a:lnTo>
                  <a:lnTo>
                    <a:pt x="12251" y="780"/>
                  </a:lnTo>
                  <a:lnTo>
                    <a:pt x="12836" y="1121"/>
                  </a:lnTo>
                  <a:lnTo>
                    <a:pt x="13396" y="1535"/>
                  </a:lnTo>
                  <a:lnTo>
                    <a:pt x="13932" y="1973"/>
                  </a:lnTo>
                  <a:lnTo>
                    <a:pt x="14419" y="2460"/>
                  </a:lnTo>
                  <a:lnTo>
                    <a:pt x="14857" y="2972"/>
                  </a:lnTo>
                  <a:lnTo>
                    <a:pt x="15271" y="3532"/>
                  </a:lnTo>
                  <a:lnTo>
                    <a:pt x="15612" y="4116"/>
                  </a:lnTo>
                  <a:lnTo>
                    <a:pt x="15929" y="4750"/>
                  </a:lnTo>
                  <a:lnTo>
                    <a:pt x="16197" y="5383"/>
                  </a:lnTo>
                  <a:lnTo>
                    <a:pt x="16294" y="5724"/>
                  </a:lnTo>
                  <a:lnTo>
                    <a:pt x="16392" y="6065"/>
                  </a:lnTo>
                  <a:lnTo>
                    <a:pt x="16465" y="6406"/>
                  </a:lnTo>
                  <a:lnTo>
                    <a:pt x="16538" y="6771"/>
                  </a:lnTo>
                  <a:lnTo>
                    <a:pt x="16587" y="7112"/>
                  </a:lnTo>
                  <a:lnTo>
                    <a:pt x="16635" y="7477"/>
                  </a:lnTo>
                  <a:lnTo>
                    <a:pt x="16660" y="7843"/>
                  </a:lnTo>
                  <a:lnTo>
                    <a:pt x="16660" y="8208"/>
                  </a:lnTo>
                  <a:lnTo>
                    <a:pt x="16660" y="8208"/>
                  </a:lnTo>
                  <a:lnTo>
                    <a:pt x="16660" y="8647"/>
                  </a:lnTo>
                  <a:lnTo>
                    <a:pt x="16611" y="9061"/>
                  </a:lnTo>
                  <a:lnTo>
                    <a:pt x="16562" y="9499"/>
                  </a:lnTo>
                  <a:lnTo>
                    <a:pt x="16489" y="9913"/>
                  </a:lnTo>
                  <a:lnTo>
                    <a:pt x="16392" y="10327"/>
                  </a:lnTo>
                  <a:lnTo>
                    <a:pt x="16294" y="10717"/>
                  </a:lnTo>
                  <a:lnTo>
                    <a:pt x="16148" y="11131"/>
                  </a:lnTo>
                  <a:lnTo>
                    <a:pt x="16002" y="11496"/>
                  </a:lnTo>
                  <a:lnTo>
                    <a:pt x="15832" y="11886"/>
                  </a:lnTo>
                  <a:lnTo>
                    <a:pt x="15637" y="12251"/>
                  </a:lnTo>
                  <a:lnTo>
                    <a:pt x="15442" y="12592"/>
                  </a:lnTo>
                  <a:lnTo>
                    <a:pt x="15223" y="12933"/>
                  </a:lnTo>
                  <a:lnTo>
                    <a:pt x="14979" y="13274"/>
                  </a:lnTo>
                  <a:lnTo>
                    <a:pt x="14736" y="13591"/>
                  </a:lnTo>
                  <a:lnTo>
                    <a:pt x="14468" y="13907"/>
                  </a:lnTo>
                  <a:lnTo>
                    <a:pt x="14175" y="14199"/>
                  </a:lnTo>
                  <a:lnTo>
                    <a:pt x="13883" y="14467"/>
                  </a:lnTo>
                  <a:lnTo>
                    <a:pt x="13591" y="14735"/>
                  </a:lnTo>
                  <a:lnTo>
                    <a:pt x="13274" y="15003"/>
                  </a:lnTo>
                  <a:lnTo>
                    <a:pt x="12933" y="15222"/>
                  </a:lnTo>
                  <a:lnTo>
                    <a:pt x="12592" y="15442"/>
                  </a:lnTo>
                  <a:lnTo>
                    <a:pt x="12227" y="15661"/>
                  </a:lnTo>
                  <a:lnTo>
                    <a:pt x="11862" y="15831"/>
                  </a:lnTo>
                  <a:lnTo>
                    <a:pt x="11496" y="16002"/>
                  </a:lnTo>
                  <a:lnTo>
                    <a:pt x="11107" y="16172"/>
                  </a:lnTo>
                  <a:lnTo>
                    <a:pt x="10717" y="16294"/>
                  </a:lnTo>
                  <a:lnTo>
                    <a:pt x="10303" y="16416"/>
                  </a:lnTo>
                  <a:lnTo>
                    <a:pt x="9913" y="16513"/>
                  </a:lnTo>
                  <a:lnTo>
                    <a:pt x="9475" y="16586"/>
                  </a:lnTo>
                  <a:lnTo>
                    <a:pt x="9061" y="16635"/>
                  </a:lnTo>
                  <a:lnTo>
                    <a:pt x="8622" y="16659"/>
                  </a:lnTo>
                  <a:lnTo>
                    <a:pt x="8208" y="16684"/>
                  </a:lnTo>
                  <a:lnTo>
                    <a:pt x="8208" y="16684"/>
                  </a:lnTo>
                  <a:lnTo>
                    <a:pt x="7819" y="16659"/>
                  </a:lnTo>
                  <a:lnTo>
                    <a:pt x="7453" y="16635"/>
                  </a:lnTo>
                  <a:lnTo>
                    <a:pt x="7112" y="16611"/>
                  </a:lnTo>
                  <a:lnTo>
                    <a:pt x="6747" y="16562"/>
                  </a:lnTo>
                  <a:lnTo>
                    <a:pt x="6406" y="16489"/>
                  </a:lnTo>
                  <a:lnTo>
                    <a:pt x="6065" y="16391"/>
                  </a:lnTo>
                  <a:lnTo>
                    <a:pt x="5724" y="16294"/>
                  </a:lnTo>
                  <a:lnTo>
                    <a:pt x="5383" y="16197"/>
                  </a:lnTo>
                  <a:lnTo>
                    <a:pt x="4726" y="15929"/>
                  </a:lnTo>
                  <a:lnTo>
                    <a:pt x="4117" y="15636"/>
                  </a:lnTo>
                  <a:lnTo>
                    <a:pt x="3532" y="15271"/>
                  </a:lnTo>
                  <a:lnTo>
                    <a:pt x="2972" y="14857"/>
                  </a:lnTo>
                  <a:lnTo>
                    <a:pt x="2436" y="14419"/>
                  </a:lnTo>
                  <a:lnTo>
                    <a:pt x="1974" y="13932"/>
                  </a:lnTo>
                  <a:lnTo>
                    <a:pt x="1511" y="13420"/>
                  </a:lnTo>
                  <a:lnTo>
                    <a:pt x="1121" y="12860"/>
                  </a:lnTo>
                  <a:lnTo>
                    <a:pt x="756" y="12275"/>
                  </a:lnTo>
                  <a:lnTo>
                    <a:pt x="464" y="11642"/>
                  </a:lnTo>
                  <a:lnTo>
                    <a:pt x="196" y="10985"/>
                  </a:lnTo>
                  <a:lnTo>
                    <a:pt x="98" y="10668"/>
                  </a:lnTo>
                  <a:lnTo>
                    <a:pt x="1" y="10327"/>
                  </a:lnTo>
                  <a:lnTo>
                    <a:pt x="1" y="10327"/>
                  </a:lnTo>
                  <a:lnTo>
                    <a:pt x="488" y="10741"/>
                  </a:lnTo>
                  <a:lnTo>
                    <a:pt x="756" y="10936"/>
                  </a:lnTo>
                  <a:lnTo>
                    <a:pt x="1048" y="11106"/>
                  </a:lnTo>
                  <a:lnTo>
                    <a:pt x="1316" y="11277"/>
                  </a:lnTo>
                  <a:lnTo>
                    <a:pt x="1608" y="11423"/>
                  </a:lnTo>
                  <a:lnTo>
                    <a:pt x="1901" y="11569"/>
                  </a:lnTo>
                  <a:lnTo>
                    <a:pt x="2217" y="11691"/>
                  </a:lnTo>
                  <a:lnTo>
                    <a:pt x="2534" y="11813"/>
                  </a:lnTo>
                  <a:lnTo>
                    <a:pt x="2850" y="11910"/>
                  </a:lnTo>
                  <a:lnTo>
                    <a:pt x="3167" y="11983"/>
                  </a:lnTo>
                  <a:lnTo>
                    <a:pt x="3508" y="12056"/>
                  </a:lnTo>
                  <a:lnTo>
                    <a:pt x="3849" y="12129"/>
                  </a:lnTo>
                  <a:lnTo>
                    <a:pt x="4190" y="12154"/>
                  </a:lnTo>
                  <a:lnTo>
                    <a:pt x="4531" y="12178"/>
                  </a:lnTo>
                  <a:lnTo>
                    <a:pt x="4872" y="12202"/>
                  </a:lnTo>
                  <a:lnTo>
                    <a:pt x="4872" y="1220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3" name="Google Shape;473;p41"/>
          <p:cNvGrpSpPr/>
          <p:nvPr/>
        </p:nvGrpSpPr>
        <p:grpSpPr>
          <a:xfrm>
            <a:off x="4825607" y="907732"/>
            <a:ext cx="433992" cy="422729"/>
            <a:chOff x="5916675" y="927975"/>
            <a:chExt cx="516350" cy="502950"/>
          </a:xfrm>
        </p:grpSpPr>
        <p:sp>
          <p:nvSpPr>
            <p:cNvPr id="474" name="Google Shape;474;p41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41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6" name="Google Shape;476;p41"/>
          <p:cNvGrpSpPr/>
          <p:nvPr/>
        </p:nvGrpSpPr>
        <p:grpSpPr>
          <a:xfrm>
            <a:off x="327251" y="1557145"/>
            <a:ext cx="391001" cy="264085"/>
            <a:chOff x="564675" y="1700625"/>
            <a:chExt cx="465200" cy="314200"/>
          </a:xfrm>
        </p:grpSpPr>
        <p:sp>
          <p:nvSpPr>
            <p:cNvPr id="477" name="Google Shape;477;p41"/>
            <p:cNvSpPr/>
            <p:nvPr/>
          </p:nvSpPr>
          <p:spPr>
            <a:xfrm>
              <a:off x="564675" y="1700625"/>
              <a:ext cx="465200" cy="29250"/>
            </a:xfrm>
            <a:custGeom>
              <a:rect b="b" l="l" r="r" t="t"/>
              <a:pathLst>
                <a:path extrusionOk="0" fill="none" h="1170" w="18608">
                  <a:moveTo>
                    <a:pt x="18608" y="1170"/>
                  </a:moveTo>
                  <a:lnTo>
                    <a:pt x="18608" y="488"/>
                  </a:lnTo>
                  <a:lnTo>
                    <a:pt x="18608" y="488"/>
                  </a:lnTo>
                  <a:lnTo>
                    <a:pt x="18608" y="390"/>
                  </a:lnTo>
                  <a:lnTo>
                    <a:pt x="18559" y="293"/>
                  </a:lnTo>
                  <a:lnTo>
                    <a:pt x="18535" y="220"/>
                  </a:lnTo>
                  <a:lnTo>
                    <a:pt x="18462" y="147"/>
                  </a:lnTo>
                  <a:lnTo>
                    <a:pt x="18389" y="74"/>
                  </a:lnTo>
                  <a:lnTo>
                    <a:pt x="18316" y="49"/>
                  </a:lnTo>
                  <a:lnTo>
                    <a:pt x="18218" y="1"/>
                  </a:lnTo>
                  <a:lnTo>
                    <a:pt x="18121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49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0"/>
                  </a:lnTo>
                  <a:lnTo>
                    <a:pt x="1" y="488"/>
                  </a:lnTo>
                  <a:lnTo>
                    <a:pt x="1" y="117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41"/>
            <p:cNvSpPr/>
            <p:nvPr/>
          </p:nvSpPr>
          <p:spPr>
            <a:xfrm>
              <a:off x="564675" y="1732300"/>
              <a:ext cx="465200" cy="272175"/>
            </a:xfrm>
            <a:custGeom>
              <a:rect b="b" l="l" r="r" t="t"/>
              <a:pathLst>
                <a:path extrusionOk="0" fill="none" h="10887" w="18608">
                  <a:moveTo>
                    <a:pt x="13493" y="7209"/>
                  </a:moveTo>
                  <a:lnTo>
                    <a:pt x="18608" y="10887"/>
                  </a:lnTo>
                  <a:lnTo>
                    <a:pt x="18608" y="10887"/>
                  </a:lnTo>
                  <a:lnTo>
                    <a:pt x="18608" y="10814"/>
                  </a:lnTo>
                  <a:lnTo>
                    <a:pt x="18608" y="0"/>
                  </a:lnTo>
                  <a:lnTo>
                    <a:pt x="9450" y="6625"/>
                  </a:lnTo>
                  <a:lnTo>
                    <a:pt x="9450" y="6625"/>
                  </a:lnTo>
                  <a:lnTo>
                    <a:pt x="9377" y="6673"/>
                  </a:lnTo>
                  <a:lnTo>
                    <a:pt x="9304" y="6673"/>
                  </a:lnTo>
                  <a:lnTo>
                    <a:pt x="9304" y="6673"/>
                  </a:lnTo>
                  <a:lnTo>
                    <a:pt x="9231" y="6673"/>
                  </a:lnTo>
                  <a:lnTo>
                    <a:pt x="9158" y="6625"/>
                  </a:lnTo>
                  <a:lnTo>
                    <a:pt x="1" y="0"/>
                  </a:lnTo>
                  <a:lnTo>
                    <a:pt x="1" y="10814"/>
                  </a:lnTo>
                  <a:lnTo>
                    <a:pt x="1" y="10814"/>
                  </a:lnTo>
                  <a:lnTo>
                    <a:pt x="1" y="10887"/>
                  </a:lnTo>
                  <a:lnTo>
                    <a:pt x="5115" y="720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1"/>
            <p:cNvSpPr/>
            <p:nvPr/>
          </p:nvSpPr>
          <p:spPr>
            <a:xfrm>
              <a:off x="572600" y="2014200"/>
              <a:ext cx="449375" cy="625"/>
            </a:xfrm>
            <a:custGeom>
              <a:rect b="b" l="l" r="r" t="t"/>
              <a:pathLst>
                <a:path extrusionOk="0" fill="none" h="25" w="17975">
                  <a:moveTo>
                    <a:pt x="0" y="0"/>
                  </a:moveTo>
                  <a:lnTo>
                    <a:pt x="0" y="0"/>
                  </a:lnTo>
                  <a:lnTo>
                    <a:pt x="98" y="25"/>
                  </a:lnTo>
                  <a:lnTo>
                    <a:pt x="171" y="25"/>
                  </a:lnTo>
                  <a:lnTo>
                    <a:pt x="17804" y="25"/>
                  </a:lnTo>
                  <a:lnTo>
                    <a:pt x="17804" y="25"/>
                  </a:lnTo>
                  <a:lnTo>
                    <a:pt x="17877" y="25"/>
                  </a:ln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0" name="Google Shape;480;p41"/>
          <p:cNvGrpSpPr/>
          <p:nvPr/>
        </p:nvGrpSpPr>
        <p:grpSpPr>
          <a:xfrm>
            <a:off x="892235" y="1492657"/>
            <a:ext cx="391001" cy="382827"/>
            <a:chOff x="1236875" y="1623900"/>
            <a:chExt cx="465200" cy="455475"/>
          </a:xfrm>
        </p:grpSpPr>
        <p:sp>
          <p:nvSpPr>
            <p:cNvPr id="481" name="Google Shape;481;p41"/>
            <p:cNvSpPr/>
            <p:nvPr/>
          </p:nvSpPr>
          <p:spPr>
            <a:xfrm>
              <a:off x="1236875" y="1623900"/>
              <a:ext cx="465200" cy="445125"/>
            </a:xfrm>
            <a:custGeom>
              <a:rect b="b" l="l" r="r" t="t"/>
              <a:pathLst>
                <a:path extrusionOk="0" fill="none" h="17805" w="18608">
                  <a:moveTo>
                    <a:pt x="13493" y="14127"/>
                  </a:moveTo>
                  <a:lnTo>
                    <a:pt x="18608" y="17804"/>
                  </a:lnTo>
                  <a:lnTo>
                    <a:pt x="18608" y="17804"/>
                  </a:lnTo>
                  <a:lnTo>
                    <a:pt x="18608" y="17731"/>
                  </a:lnTo>
                  <a:lnTo>
                    <a:pt x="18608" y="6723"/>
                  </a:lnTo>
                  <a:lnTo>
                    <a:pt x="9304" y="1"/>
                  </a:lnTo>
                  <a:lnTo>
                    <a:pt x="1" y="6723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1" y="17804"/>
                  </a:lnTo>
                  <a:lnTo>
                    <a:pt x="5115" y="14127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41"/>
            <p:cNvSpPr/>
            <p:nvPr/>
          </p:nvSpPr>
          <p:spPr>
            <a:xfrm>
              <a:off x="1244800" y="2078750"/>
              <a:ext cx="449375" cy="625"/>
            </a:xfrm>
            <a:custGeom>
              <a:rect b="b" l="l" r="r" t="t"/>
              <a:pathLst>
                <a:path extrusionOk="0" fill="none" h="25" w="17975">
                  <a:moveTo>
                    <a:pt x="0" y="0"/>
                  </a:moveTo>
                  <a:lnTo>
                    <a:pt x="0" y="0"/>
                  </a:lnTo>
                  <a:lnTo>
                    <a:pt x="98" y="0"/>
                  </a:lnTo>
                  <a:lnTo>
                    <a:pt x="171" y="24"/>
                  </a:lnTo>
                  <a:lnTo>
                    <a:pt x="17804" y="24"/>
                  </a:lnTo>
                  <a:lnTo>
                    <a:pt x="17804" y="24"/>
                  </a:lnTo>
                  <a:lnTo>
                    <a:pt x="17877" y="0"/>
                  </a:ln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41"/>
            <p:cNvSpPr/>
            <p:nvPr/>
          </p:nvSpPr>
          <p:spPr>
            <a:xfrm>
              <a:off x="1236875" y="1791950"/>
              <a:ext cx="465200" cy="171725"/>
            </a:xfrm>
            <a:custGeom>
              <a:rect b="b" l="l" r="r" t="t"/>
              <a:pathLst>
                <a:path extrusionOk="0" fill="none" h="6869" w="18608">
                  <a:moveTo>
                    <a:pt x="18608" y="1"/>
                  </a:moveTo>
                  <a:lnTo>
                    <a:pt x="9450" y="6820"/>
                  </a:lnTo>
                  <a:lnTo>
                    <a:pt x="9450" y="6820"/>
                  </a:lnTo>
                  <a:lnTo>
                    <a:pt x="9377" y="6845"/>
                  </a:lnTo>
                  <a:lnTo>
                    <a:pt x="9304" y="6869"/>
                  </a:lnTo>
                  <a:lnTo>
                    <a:pt x="9304" y="6869"/>
                  </a:lnTo>
                  <a:lnTo>
                    <a:pt x="9231" y="6845"/>
                  </a:lnTo>
                  <a:lnTo>
                    <a:pt x="9158" y="682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41"/>
            <p:cNvSpPr/>
            <p:nvPr/>
          </p:nvSpPr>
          <p:spPr>
            <a:xfrm>
              <a:off x="1330025" y="1750550"/>
              <a:ext cx="278900" cy="110850"/>
            </a:xfrm>
            <a:custGeom>
              <a:rect b="b" l="l" r="r" t="t"/>
              <a:pathLst>
                <a:path extrusionOk="0" fill="none" h="4434" w="11156">
                  <a:moveTo>
                    <a:pt x="1" y="4433"/>
                  </a:moveTo>
                  <a:lnTo>
                    <a:pt x="1" y="1"/>
                  </a:lnTo>
                  <a:lnTo>
                    <a:pt x="11155" y="1"/>
                  </a:lnTo>
                  <a:lnTo>
                    <a:pt x="11155" y="443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41"/>
            <p:cNvSpPr/>
            <p:nvPr/>
          </p:nvSpPr>
          <p:spPr>
            <a:xfrm>
              <a:off x="1402500" y="1810225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41"/>
            <p:cNvSpPr/>
            <p:nvPr/>
          </p:nvSpPr>
          <p:spPr>
            <a:xfrm>
              <a:off x="1402500" y="1844325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1"/>
            <p:cNvSpPr/>
            <p:nvPr/>
          </p:nvSpPr>
          <p:spPr>
            <a:xfrm>
              <a:off x="1402500" y="1878425"/>
              <a:ext cx="85250" cy="25"/>
            </a:xfrm>
            <a:custGeom>
              <a:rect b="b" l="l" r="r" t="t"/>
              <a:pathLst>
                <a:path extrusionOk="0" fill="none" h="1" w="3410">
                  <a:moveTo>
                    <a:pt x="0" y="0"/>
                  </a:moveTo>
                  <a:lnTo>
                    <a:pt x="341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41"/>
          <p:cNvGrpSpPr/>
          <p:nvPr/>
        </p:nvGrpSpPr>
        <p:grpSpPr>
          <a:xfrm>
            <a:off x="1469490" y="1500852"/>
            <a:ext cx="366458" cy="366437"/>
            <a:chOff x="1923675" y="1633650"/>
            <a:chExt cx="436000" cy="435975"/>
          </a:xfrm>
        </p:grpSpPr>
        <p:sp>
          <p:nvSpPr>
            <p:cNvPr id="489" name="Google Shape;489;p41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1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1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41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41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1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5" name="Google Shape;495;p41"/>
          <p:cNvGrpSpPr/>
          <p:nvPr/>
        </p:nvGrpSpPr>
        <p:grpSpPr>
          <a:xfrm>
            <a:off x="2032941" y="1499318"/>
            <a:ext cx="369505" cy="369505"/>
            <a:chOff x="2594050" y="1631825"/>
            <a:chExt cx="439625" cy="439625"/>
          </a:xfrm>
        </p:grpSpPr>
        <p:sp>
          <p:nvSpPr>
            <p:cNvPr id="496" name="Google Shape;496;p41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1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41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41"/>
            <p:cNvSpPr/>
            <p:nvPr/>
          </p:nvSpPr>
          <p:spPr>
            <a:xfrm>
              <a:off x="2801675" y="1740825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0" name="Google Shape;500;p41"/>
          <p:cNvSpPr/>
          <p:nvPr/>
        </p:nvSpPr>
        <p:spPr>
          <a:xfrm>
            <a:off x="2614399" y="1515740"/>
            <a:ext cx="336767" cy="336767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1" name="Google Shape;501;p41"/>
          <p:cNvGrpSpPr/>
          <p:nvPr/>
        </p:nvGrpSpPr>
        <p:grpSpPr>
          <a:xfrm>
            <a:off x="3197706" y="1471687"/>
            <a:ext cx="299911" cy="424768"/>
            <a:chOff x="3979850" y="1598950"/>
            <a:chExt cx="356825" cy="505375"/>
          </a:xfrm>
        </p:grpSpPr>
        <p:sp>
          <p:nvSpPr>
            <p:cNvPr id="502" name="Google Shape;502;p41"/>
            <p:cNvSpPr/>
            <p:nvPr/>
          </p:nvSpPr>
          <p:spPr>
            <a:xfrm>
              <a:off x="3979850" y="1602600"/>
              <a:ext cx="44475" cy="501725"/>
            </a:xfrm>
            <a:custGeom>
              <a:rect b="b" l="l" r="r" t="t"/>
              <a:pathLst>
                <a:path extrusionOk="0" fill="none" h="20069" w="1779">
                  <a:moveTo>
                    <a:pt x="1778" y="20069"/>
                  </a:moveTo>
                  <a:lnTo>
                    <a:pt x="1778" y="488"/>
                  </a:lnTo>
                  <a:lnTo>
                    <a:pt x="1778" y="488"/>
                  </a:lnTo>
                  <a:lnTo>
                    <a:pt x="1778" y="390"/>
                  </a:lnTo>
                  <a:lnTo>
                    <a:pt x="1730" y="293"/>
                  </a:lnTo>
                  <a:lnTo>
                    <a:pt x="1705" y="220"/>
                  </a:lnTo>
                  <a:lnTo>
                    <a:pt x="1632" y="147"/>
                  </a:lnTo>
                  <a:lnTo>
                    <a:pt x="1559" y="74"/>
                  </a:lnTo>
                  <a:lnTo>
                    <a:pt x="1486" y="25"/>
                  </a:lnTo>
                  <a:lnTo>
                    <a:pt x="1389" y="0"/>
                  </a:lnTo>
                  <a:lnTo>
                    <a:pt x="1291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1" y="488"/>
                  </a:lnTo>
                  <a:lnTo>
                    <a:pt x="1" y="20069"/>
                  </a:lnTo>
                  <a:lnTo>
                    <a:pt x="1778" y="2006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41"/>
            <p:cNvSpPr/>
            <p:nvPr/>
          </p:nvSpPr>
          <p:spPr>
            <a:xfrm>
              <a:off x="4037075" y="1598950"/>
              <a:ext cx="299600" cy="228950"/>
            </a:xfrm>
            <a:custGeom>
              <a:rect b="b" l="l" r="r" t="t"/>
              <a:pathLst>
                <a:path extrusionOk="0" fill="none" h="9158" w="11984">
                  <a:moveTo>
                    <a:pt x="1" y="8403"/>
                  </a:moveTo>
                  <a:lnTo>
                    <a:pt x="1" y="8403"/>
                  </a:lnTo>
                  <a:lnTo>
                    <a:pt x="366" y="8184"/>
                  </a:lnTo>
                  <a:lnTo>
                    <a:pt x="732" y="8013"/>
                  </a:lnTo>
                  <a:lnTo>
                    <a:pt x="1097" y="7867"/>
                  </a:lnTo>
                  <a:lnTo>
                    <a:pt x="1438" y="7770"/>
                  </a:lnTo>
                  <a:lnTo>
                    <a:pt x="1803" y="7696"/>
                  </a:lnTo>
                  <a:lnTo>
                    <a:pt x="2168" y="7672"/>
                  </a:lnTo>
                  <a:lnTo>
                    <a:pt x="2534" y="7648"/>
                  </a:lnTo>
                  <a:lnTo>
                    <a:pt x="2875" y="7672"/>
                  </a:lnTo>
                  <a:lnTo>
                    <a:pt x="3240" y="7696"/>
                  </a:lnTo>
                  <a:lnTo>
                    <a:pt x="3605" y="7745"/>
                  </a:lnTo>
                  <a:lnTo>
                    <a:pt x="3971" y="7818"/>
                  </a:lnTo>
                  <a:lnTo>
                    <a:pt x="4312" y="7891"/>
                  </a:lnTo>
                  <a:lnTo>
                    <a:pt x="5042" y="8111"/>
                  </a:lnTo>
                  <a:lnTo>
                    <a:pt x="5749" y="8330"/>
                  </a:lnTo>
                  <a:lnTo>
                    <a:pt x="6479" y="8549"/>
                  </a:lnTo>
                  <a:lnTo>
                    <a:pt x="7186" y="8768"/>
                  </a:lnTo>
                  <a:lnTo>
                    <a:pt x="7916" y="8963"/>
                  </a:lnTo>
                  <a:lnTo>
                    <a:pt x="8282" y="9036"/>
                  </a:lnTo>
                  <a:lnTo>
                    <a:pt x="8623" y="9085"/>
                  </a:lnTo>
                  <a:lnTo>
                    <a:pt x="8988" y="9133"/>
                  </a:lnTo>
                  <a:lnTo>
                    <a:pt x="9353" y="9158"/>
                  </a:lnTo>
                  <a:lnTo>
                    <a:pt x="9719" y="9133"/>
                  </a:lnTo>
                  <a:lnTo>
                    <a:pt x="10059" y="9109"/>
                  </a:lnTo>
                  <a:lnTo>
                    <a:pt x="10425" y="9060"/>
                  </a:lnTo>
                  <a:lnTo>
                    <a:pt x="10790" y="8963"/>
                  </a:lnTo>
                  <a:lnTo>
                    <a:pt x="11155" y="8841"/>
                  </a:lnTo>
                  <a:lnTo>
                    <a:pt x="11496" y="8671"/>
                  </a:lnTo>
                  <a:lnTo>
                    <a:pt x="11496" y="8671"/>
                  </a:lnTo>
                  <a:lnTo>
                    <a:pt x="11667" y="8573"/>
                  </a:lnTo>
                  <a:lnTo>
                    <a:pt x="11789" y="8476"/>
                  </a:lnTo>
                  <a:lnTo>
                    <a:pt x="11862" y="8354"/>
                  </a:lnTo>
                  <a:lnTo>
                    <a:pt x="11935" y="8232"/>
                  </a:lnTo>
                  <a:lnTo>
                    <a:pt x="11984" y="8111"/>
                  </a:lnTo>
                  <a:lnTo>
                    <a:pt x="11984" y="7989"/>
                  </a:lnTo>
                  <a:lnTo>
                    <a:pt x="11935" y="7891"/>
                  </a:lnTo>
                  <a:lnTo>
                    <a:pt x="11886" y="7794"/>
                  </a:lnTo>
                  <a:lnTo>
                    <a:pt x="11886" y="7794"/>
                  </a:lnTo>
                  <a:lnTo>
                    <a:pt x="11496" y="7404"/>
                  </a:lnTo>
                  <a:lnTo>
                    <a:pt x="11107" y="6941"/>
                  </a:lnTo>
                  <a:lnTo>
                    <a:pt x="10741" y="6454"/>
                  </a:lnTo>
                  <a:lnTo>
                    <a:pt x="10352" y="5943"/>
                  </a:lnTo>
                  <a:lnTo>
                    <a:pt x="10352" y="5943"/>
                  </a:lnTo>
                  <a:lnTo>
                    <a:pt x="10279" y="5797"/>
                  </a:lnTo>
                  <a:lnTo>
                    <a:pt x="10230" y="5651"/>
                  </a:lnTo>
                  <a:lnTo>
                    <a:pt x="10206" y="5480"/>
                  </a:lnTo>
                  <a:lnTo>
                    <a:pt x="10181" y="5285"/>
                  </a:lnTo>
                  <a:lnTo>
                    <a:pt x="10206" y="5115"/>
                  </a:lnTo>
                  <a:lnTo>
                    <a:pt x="10230" y="4944"/>
                  </a:lnTo>
                  <a:lnTo>
                    <a:pt x="10279" y="4774"/>
                  </a:lnTo>
                  <a:lnTo>
                    <a:pt x="10352" y="4603"/>
                  </a:lnTo>
                  <a:lnTo>
                    <a:pt x="10352" y="4603"/>
                  </a:lnTo>
                  <a:lnTo>
                    <a:pt x="10741" y="3873"/>
                  </a:lnTo>
                  <a:lnTo>
                    <a:pt x="11107" y="3118"/>
                  </a:lnTo>
                  <a:lnTo>
                    <a:pt x="11496" y="2338"/>
                  </a:lnTo>
                  <a:lnTo>
                    <a:pt x="11886" y="1486"/>
                  </a:lnTo>
                  <a:lnTo>
                    <a:pt x="11886" y="1486"/>
                  </a:lnTo>
                  <a:lnTo>
                    <a:pt x="11959" y="1315"/>
                  </a:lnTo>
                  <a:lnTo>
                    <a:pt x="11984" y="1169"/>
                  </a:lnTo>
                  <a:lnTo>
                    <a:pt x="11984" y="1048"/>
                  </a:lnTo>
                  <a:lnTo>
                    <a:pt x="11935" y="975"/>
                  </a:lnTo>
                  <a:lnTo>
                    <a:pt x="11862" y="950"/>
                  </a:lnTo>
                  <a:lnTo>
                    <a:pt x="11789" y="926"/>
                  </a:lnTo>
                  <a:lnTo>
                    <a:pt x="11667" y="975"/>
                  </a:lnTo>
                  <a:lnTo>
                    <a:pt x="11496" y="1023"/>
                  </a:lnTo>
                  <a:lnTo>
                    <a:pt x="11496" y="1023"/>
                  </a:lnTo>
                  <a:lnTo>
                    <a:pt x="11155" y="1194"/>
                  </a:lnTo>
                  <a:lnTo>
                    <a:pt x="10790" y="1315"/>
                  </a:lnTo>
                  <a:lnTo>
                    <a:pt x="10425" y="1413"/>
                  </a:lnTo>
                  <a:lnTo>
                    <a:pt x="10059" y="1462"/>
                  </a:lnTo>
                  <a:lnTo>
                    <a:pt x="9719" y="1510"/>
                  </a:lnTo>
                  <a:lnTo>
                    <a:pt x="9353" y="1510"/>
                  </a:lnTo>
                  <a:lnTo>
                    <a:pt x="8988" y="1486"/>
                  </a:lnTo>
                  <a:lnTo>
                    <a:pt x="8623" y="1462"/>
                  </a:lnTo>
                  <a:lnTo>
                    <a:pt x="8282" y="1389"/>
                  </a:lnTo>
                  <a:lnTo>
                    <a:pt x="7916" y="1315"/>
                  </a:lnTo>
                  <a:lnTo>
                    <a:pt x="7186" y="1145"/>
                  </a:lnTo>
                  <a:lnTo>
                    <a:pt x="6479" y="926"/>
                  </a:lnTo>
                  <a:lnTo>
                    <a:pt x="5749" y="682"/>
                  </a:lnTo>
                  <a:lnTo>
                    <a:pt x="5042" y="463"/>
                  </a:lnTo>
                  <a:lnTo>
                    <a:pt x="4312" y="268"/>
                  </a:lnTo>
                  <a:lnTo>
                    <a:pt x="3971" y="171"/>
                  </a:lnTo>
                  <a:lnTo>
                    <a:pt x="3605" y="98"/>
                  </a:lnTo>
                  <a:lnTo>
                    <a:pt x="3240" y="49"/>
                  </a:lnTo>
                  <a:lnTo>
                    <a:pt x="2875" y="25"/>
                  </a:lnTo>
                  <a:lnTo>
                    <a:pt x="2534" y="0"/>
                  </a:lnTo>
                  <a:lnTo>
                    <a:pt x="2168" y="25"/>
                  </a:lnTo>
                  <a:lnTo>
                    <a:pt x="1803" y="73"/>
                  </a:lnTo>
                  <a:lnTo>
                    <a:pt x="1438" y="122"/>
                  </a:lnTo>
                  <a:lnTo>
                    <a:pt x="1097" y="244"/>
                  </a:lnTo>
                  <a:lnTo>
                    <a:pt x="732" y="366"/>
                  </a:lnTo>
                  <a:lnTo>
                    <a:pt x="366" y="536"/>
                  </a:lnTo>
                  <a:lnTo>
                    <a:pt x="1" y="755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4" name="Google Shape;504;p41"/>
          <p:cNvGrpSpPr/>
          <p:nvPr/>
        </p:nvGrpSpPr>
        <p:grpSpPr>
          <a:xfrm>
            <a:off x="3715096" y="1562776"/>
            <a:ext cx="395098" cy="242589"/>
            <a:chOff x="4595425" y="1707325"/>
            <a:chExt cx="470075" cy="288625"/>
          </a:xfrm>
        </p:grpSpPr>
        <p:sp>
          <p:nvSpPr>
            <p:cNvPr id="505" name="Google Shape;505;p41"/>
            <p:cNvSpPr/>
            <p:nvPr/>
          </p:nvSpPr>
          <p:spPr>
            <a:xfrm>
              <a:off x="4809750" y="17073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9"/>
                  </a:moveTo>
                  <a:lnTo>
                    <a:pt x="0" y="829"/>
                  </a:lnTo>
                  <a:lnTo>
                    <a:pt x="25" y="658"/>
                  </a:lnTo>
                  <a:lnTo>
                    <a:pt x="73" y="512"/>
                  </a:lnTo>
                  <a:lnTo>
                    <a:pt x="146" y="366"/>
                  </a:lnTo>
                  <a:lnTo>
                    <a:pt x="244" y="244"/>
                  </a:lnTo>
                  <a:lnTo>
                    <a:pt x="366" y="147"/>
                  </a:lnTo>
                  <a:lnTo>
                    <a:pt x="512" y="74"/>
                  </a:lnTo>
                  <a:lnTo>
                    <a:pt x="658" y="25"/>
                  </a:lnTo>
                  <a:lnTo>
                    <a:pt x="828" y="1"/>
                  </a:lnTo>
                  <a:lnTo>
                    <a:pt x="828" y="1"/>
                  </a:lnTo>
                  <a:lnTo>
                    <a:pt x="999" y="25"/>
                  </a:lnTo>
                  <a:lnTo>
                    <a:pt x="1145" y="74"/>
                  </a:lnTo>
                  <a:lnTo>
                    <a:pt x="1291" y="147"/>
                  </a:lnTo>
                  <a:lnTo>
                    <a:pt x="1413" y="244"/>
                  </a:lnTo>
                  <a:lnTo>
                    <a:pt x="1510" y="366"/>
                  </a:lnTo>
                  <a:lnTo>
                    <a:pt x="1583" y="512"/>
                  </a:lnTo>
                  <a:lnTo>
                    <a:pt x="1632" y="658"/>
                  </a:lnTo>
                  <a:lnTo>
                    <a:pt x="1656" y="829"/>
                  </a:lnTo>
                  <a:lnTo>
                    <a:pt x="1656" y="829"/>
                  </a:lnTo>
                  <a:lnTo>
                    <a:pt x="1632" y="999"/>
                  </a:lnTo>
                  <a:lnTo>
                    <a:pt x="1583" y="1170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5"/>
                  </a:lnTo>
                  <a:lnTo>
                    <a:pt x="1145" y="1608"/>
                  </a:lnTo>
                  <a:lnTo>
                    <a:pt x="999" y="1657"/>
                  </a:lnTo>
                  <a:lnTo>
                    <a:pt x="828" y="1657"/>
                  </a:lnTo>
                  <a:lnTo>
                    <a:pt x="828" y="1657"/>
                  </a:lnTo>
                  <a:lnTo>
                    <a:pt x="658" y="1657"/>
                  </a:lnTo>
                  <a:lnTo>
                    <a:pt x="512" y="1608"/>
                  </a:lnTo>
                  <a:lnTo>
                    <a:pt x="366" y="1535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70"/>
                  </a:lnTo>
                  <a:lnTo>
                    <a:pt x="25" y="999"/>
                  </a:lnTo>
                  <a:lnTo>
                    <a:pt x="0" y="829"/>
                  </a:lnTo>
                  <a:lnTo>
                    <a:pt x="0" y="82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1"/>
            <p:cNvSpPr/>
            <p:nvPr/>
          </p:nvSpPr>
          <p:spPr>
            <a:xfrm>
              <a:off x="5024075" y="17615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6" y="828"/>
                  </a:lnTo>
                  <a:lnTo>
                    <a:pt x="1656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1"/>
            <p:cNvSpPr/>
            <p:nvPr/>
          </p:nvSpPr>
          <p:spPr>
            <a:xfrm>
              <a:off x="4628900" y="1760300"/>
              <a:ext cx="403100" cy="177825"/>
            </a:xfrm>
            <a:custGeom>
              <a:rect b="b" l="l" r="r" t="t"/>
              <a:pathLst>
                <a:path extrusionOk="0" fill="none" h="7113" w="16124">
                  <a:moveTo>
                    <a:pt x="14663" y="7112"/>
                  </a:moveTo>
                  <a:lnTo>
                    <a:pt x="16124" y="2095"/>
                  </a:lnTo>
                  <a:lnTo>
                    <a:pt x="16124" y="2095"/>
                  </a:lnTo>
                  <a:lnTo>
                    <a:pt x="16002" y="2046"/>
                  </a:lnTo>
                  <a:lnTo>
                    <a:pt x="15880" y="1973"/>
                  </a:lnTo>
                  <a:lnTo>
                    <a:pt x="15759" y="1876"/>
                  </a:lnTo>
                  <a:lnTo>
                    <a:pt x="15661" y="1778"/>
                  </a:lnTo>
                  <a:lnTo>
                    <a:pt x="11131" y="3434"/>
                  </a:lnTo>
                  <a:lnTo>
                    <a:pt x="8403" y="0"/>
                  </a:lnTo>
                  <a:lnTo>
                    <a:pt x="8403" y="0"/>
                  </a:lnTo>
                  <a:lnTo>
                    <a:pt x="8233" y="25"/>
                  </a:lnTo>
                  <a:lnTo>
                    <a:pt x="8062" y="25"/>
                  </a:lnTo>
                  <a:lnTo>
                    <a:pt x="8062" y="25"/>
                  </a:lnTo>
                  <a:lnTo>
                    <a:pt x="7892" y="25"/>
                  </a:lnTo>
                  <a:lnTo>
                    <a:pt x="7721" y="0"/>
                  </a:lnTo>
                  <a:lnTo>
                    <a:pt x="4994" y="3434"/>
                  </a:lnTo>
                  <a:lnTo>
                    <a:pt x="464" y="1778"/>
                  </a:lnTo>
                  <a:lnTo>
                    <a:pt x="464" y="1778"/>
                  </a:lnTo>
                  <a:lnTo>
                    <a:pt x="366" y="1876"/>
                  </a:lnTo>
                  <a:lnTo>
                    <a:pt x="244" y="1973"/>
                  </a:lnTo>
                  <a:lnTo>
                    <a:pt x="123" y="2046"/>
                  </a:lnTo>
                  <a:lnTo>
                    <a:pt x="1" y="2095"/>
                  </a:lnTo>
                  <a:lnTo>
                    <a:pt x="1462" y="711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41"/>
            <p:cNvSpPr/>
            <p:nvPr/>
          </p:nvSpPr>
          <p:spPr>
            <a:xfrm>
              <a:off x="4595425" y="17615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7" y="828"/>
                  </a:lnTo>
                  <a:lnTo>
                    <a:pt x="1657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1"/>
            <p:cNvSpPr/>
            <p:nvPr/>
          </p:nvSpPr>
          <p:spPr>
            <a:xfrm>
              <a:off x="4667275" y="1951475"/>
              <a:ext cx="326375" cy="44475"/>
            </a:xfrm>
            <a:custGeom>
              <a:rect b="b" l="l" r="r" t="t"/>
              <a:pathLst>
                <a:path extrusionOk="0" fill="none" h="1779" w="13055">
                  <a:moveTo>
                    <a:pt x="6527" y="1535"/>
                  </a:moveTo>
                  <a:lnTo>
                    <a:pt x="6527" y="1535"/>
                  </a:lnTo>
                  <a:lnTo>
                    <a:pt x="8232" y="1535"/>
                  </a:lnTo>
                  <a:lnTo>
                    <a:pt x="9815" y="1584"/>
                  </a:lnTo>
                  <a:lnTo>
                    <a:pt x="11252" y="1657"/>
                  </a:lnTo>
                  <a:lnTo>
                    <a:pt x="12543" y="1779"/>
                  </a:lnTo>
                  <a:lnTo>
                    <a:pt x="13054" y="1"/>
                  </a:lnTo>
                  <a:lnTo>
                    <a:pt x="0" y="1"/>
                  </a:lnTo>
                  <a:lnTo>
                    <a:pt x="512" y="1779"/>
                  </a:lnTo>
                  <a:lnTo>
                    <a:pt x="512" y="1779"/>
                  </a:lnTo>
                  <a:lnTo>
                    <a:pt x="1803" y="1681"/>
                  </a:lnTo>
                  <a:lnTo>
                    <a:pt x="3239" y="1584"/>
                  </a:lnTo>
                  <a:lnTo>
                    <a:pt x="4823" y="1535"/>
                  </a:lnTo>
                  <a:lnTo>
                    <a:pt x="6527" y="1535"/>
                  </a:lnTo>
                  <a:lnTo>
                    <a:pt x="6527" y="153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0" name="Google Shape;510;p41"/>
          <p:cNvGrpSpPr/>
          <p:nvPr/>
        </p:nvGrpSpPr>
        <p:grpSpPr>
          <a:xfrm>
            <a:off x="4299013" y="1503416"/>
            <a:ext cx="357234" cy="361310"/>
            <a:chOff x="5290150" y="1636700"/>
            <a:chExt cx="425025" cy="429875"/>
          </a:xfrm>
        </p:grpSpPr>
        <p:sp>
          <p:nvSpPr>
            <p:cNvPr id="511" name="Google Shape;511;p41"/>
            <p:cNvSpPr/>
            <p:nvPr/>
          </p:nvSpPr>
          <p:spPr>
            <a:xfrm>
              <a:off x="5396700" y="1939925"/>
              <a:ext cx="211900" cy="126650"/>
            </a:xfrm>
            <a:custGeom>
              <a:rect b="b" l="l" r="r" t="t"/>
              <a:pathLst>
                <a:path extrusionOk="0" fill="none" h="5066" w="8476">
                  <a:moveTo>
                    <a:pt x="3167" y="0"/>
                  </a:moveTo>
                  <a:lnTo>
                    <a:pt x="3167" y="2825"/>
                  </a:lnTo>
                  <a:lnTo>
                    <a:pt x="3167" y="2825"/>
                  </a:lnTo>
                  <a:lnTo>
                    <a:pt x="2606" y="2947"/>
                  </a:lnTo>
                  <a:lnTo>
                    <a:pt x="2071" y="3093"/>
                  </a:lnTo>
                  <a:lnTo>
                    <a:pt x="1584" y="3288"/>
                  </a:lnTo>
                  <a:lnTo>
                    <a:pt x="1145" y="3483"/>
                  </a:lnTo>
                  <a:lnTo>
                    <a:pt x="780" y="3702"/>
                  </a:lnTo>
                  <a:lnTo>
                    <a:pt x="609" y="3848"/>
                  </a:lnTo>
                  <a:lnTo>
                    <a:pt x="463" y="3970"/>
                  </a:lnTo>
                  <a:lnTo>
                    <a:pt x="317" y="4116"/>
                  </a:lnTo>
                  <a:lnTo>
                    <a:pt x="195" y="4262"/>
                  </a:lnTo>
                  <a:lnTo>
                    <a:pt x="74" y="4408"/>
                  </a:lnTo>
                  <a:lnTo>
                    <a:pt x="0" y="4579"/>
                  </a:lnTo>
                  <a:lnTo>
                    <a:pt x="0" y="4579"/>
                  </a:lnTo>
                  <a:lnTo>
                    <a:pt x="171" y="4652"/>
                  </a:lnTo>
                  <a:lnTo>
                    <a:pt x="414" y="4725"/>
                  </a:lnTo>
                  <a:lnTo>
                    <a:pt x="780" y="4822"/>
                  </a:lnTo>
                  <a:lnTo>
                    <a:pt x="1340" y="4895"/>
                  </a:lnTo>
                  <a:lnTo>
                    <a:pt x="2095" y="4993"/>
                  </a:lnTo>
                  <a:lnTo>
                    <a:pt x="3045" y="5042"/>
                  </a:lnTo>
                  <a:lnTo>
                    <a:pt x="4238" y="5066"/>
                  </a:lnTo>
                  <a:lnTo>
                    <a:pt x="4238" y="5066"/>
                  </a:lnTo>
                  <a:lnTo>
                    <a:pt x="5432" y="5042"/>
                  </a:lnTo>
                  <a:lnTo>
                    <a:pt x="6381" y="4993"/>
                  </a:lnTo>
                  <a:lnTo>
                    <a:pt x="7136" y="4895"/>
                  </a:lnTo>
                  <a:lnTo>
                    <a:pt x="7697" y="4822"/>
                  </a:lnTo>
                  <a:lnTo>
                    <a:pt x="8062" y="4725"/>
                  </a:lnTo>
                  <a:lnTo>
                    <a:pt x="8305" y="4652"/>
                  </a:lnTo>
                  <a:lnTo>
                    <a:pt x="8476" y="4579"/>
                  </a:lnTo>
                  <a:lnTo>
                    <a:pt x="8476" y="4579"/>
                  </a:lnTo>
                  <a:lnTo>
                    <a:pt x="8403" y="4408"/>
                  </a:lnTo>
                  <a:lnTo>
                    <a:pt x="8281" y="4262"/>
                  </a:lnTo>
                  <a:lnTo>
                    <a:pt x="8159" y="4116"/>
                  </a:lnTo>
                  <a:lnTo>
                    <a:pt x="8013" y="3970"/>
                  </a:lnTo>
                  <a:lnTo>
                    <a:pt x="7867" y="3848"/>
                  </a:lnTo>
                  <a:lnTo>
                    <a:pt x="7697" y="3702"/>
                  </a:lnTo>
                  <a:lnTo>
                    <a:pt x="7331" y="3483"/>
                  </a:lnTo>
                  <a:lnTo>
                    <a:pt x="6893" y="3288"/>
                  </a:lnTo>
                  <a:lnTo>
                    <a:pt x="6406" y="3093"/>
                  </a:lnTo>
                  <a:lnTo>
                    <a:pt x="5870" y="2947"/>
                  </a:lnTo>
                  <a:lnTo>
                    <a:pt x="5310" y="2825"/>
                  </a:lnTo>
                  <a:lnTo>
                    <a:pt x="531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5290150" y="1636700"/>
              <a:ext cx="425025" cy="294100"/>
            </a:xfrm>
            <a:custGeom>
              <a:rect b="b" l="l" r="r" t="t"/>
              <a:pathLst>
                <a:path extrusionOk="0" fill="none" h="11764" w="17001">
                  <a:moveTo>
                    <a:pt x="15928" y="1072"/>
                  </a:moveTo>
                  <a:lnTo>
                    <a:pt x="13785" y="1072"/>
                  </a:lnTo>
                  <a:lnTo>
                    <a:pt x="13785" y="1072"/>
                  </a:lnTo>
                  <a:lnTo>
                    <a:pt x="13810" y="487"/>
                  </a:lnTo>
                  <a:lnTo>
                    <a:pt x="13810" y="487"/>
                  </a:lnTo>
                  <a:lnTo>
                    <a:pt x="13785" y="390"/>
                  </a:lnTo>
                  <a:lnTo>
                    <a:pt x="13761" y="293"/>
                  </a:lnTo>
                  <a:lnTo>
                    <a:pt x="13688" y="220"/>
                  </a:lnTo>
                  <a:lnTo>
                    <a:pt x="13639" y="146"/>
                  </a:lnTo>
                  <a:lnTo>
                    <a:pt x="13566" y="98"/>
                  </a:lnTo>
                  <a:lnTo>
                    <a:pt x="13469" y="49"/>
                  </a:lnTo>
                  <a:lnTo>
                    <a:pt x="13371" y="25"/>
                  </a:lnTo>
                  <a:lnTo>
                    <a:pt x="13274" y="0"/>
                  </a:lnTo>
                  <a:lnTo>
                    <a:pt x="8500" y="0"/>
                  </a:lnTo>
                  <a:lnTo>
                    <a:pt x="3727" y="0"/>
                  </a:lnTo>
                  <a:lnTo>
                    <a:pt x="3727" y="0"/>
                  </a:lnTo>
                  <a:lnTo>
                    <a:pt x="3629" y="25"/>
                  </a:lnTo>
                  <a:lnTo>
                    <a:pt x="3532" y="49"/>
                  </a:lnTo>
                  <a:lnTo>
                    <a:pt x="3434" y="98"/>
                  </a:lnTo>
                  <a:lnTo>
                    <a:pt x="3361" y="146"/>
                  </a:lnTo>
                  <a:lnTo>
                    <a:pt x="3313" y="220"/>
                  </a:lnTo>
                  <a:lnTo>
                    <a:pt x="3240" y="293"/>
                  </a:lnTo>
                  <a:lnTo>
                    <a:pt x="3215" y="390"/>
                  </a:lnTo>
                  <a:lnTo>
                    <a:pt x="3191" y="487"/>
                  </a:lnTo>
                  <a:lnTo>
                    <a:pt x="3191" y="487"/>
                  </a:lnTo>
                  <a:lnTo>
                    <a:pt x="3215" y="1072"/>
                  </a:lnTo>
                  <a:lnTo>
                    <a:pt x="1072" y="1072"/>
                  </a:lnTo>
                  <a:lnTo>
                    <a:pt x="1072" y="1072"/>
                  </a:lnTo>
                  <a:lnTo>
                    <a:pt x="853" y="1096"/>
                  </a:lnTo>
                  <a:lnTo>
                    <a:pt x="658" y="1145"/>
                  </a:lnTo>
                  <a:lnTo>
                    <a:pt x="487" y="1242"/>
                  </a:lnTo>
                  <a:lnTo>
                    <a:pt x="317" y="1389"/>
                  </a:lnTo>
                  <a:lnTo>
                    <a:pt x="195" y="1535"/>
                  </a:lnTo>
                  <a:lnTo>
                    <a:pt x="98" y="1730"/>
                  </a:lnTo>
                  <a:lnTo>
                    <a:pt x="25" y="1924"/>
                  </a:lnTo>
                  <a:lnTo>
                    <a:pt x="0" y="2144"/>
                  </a:lnTo>
                  <a:lnTo>
                    <a:pt x="0" y="2144"/>
                  </a:lnTo>
                  <a:lnTo>
                    <a:pt x="25" y="2606"/>
                  </a:lnTo>
                  <a:lnTo>
                    <a:pt x="49" y="3069"/>
                  </a:lnTo>
                  <a:lnTo>
                    <a:pt x="98" y="3507"/>
                  </a:lnTo>
                  <a:lnTo>
                    <a:pt x="171" y="3946"/>
                  </a:lnTo>
                  <a:lnTo>
                    <a:pt x="268" y="4336"/>
                  </a:lnTo>
                  <a:lnTo>
                    <a:pt x="366" y="4725"/>
                  </a:lnTo>
                  <a:lnTo>
                    <a:pt x="487" y="5115"/>
                  </a:lnTo>
                  <a:lnTo>
                    <a:pt x="634" y="5480"/>
                  </a:lnTo>
                  <a:lnTo>
                    <a:pt x="780" y="5821"/>
                  </a:lnTo>
                  <a:lnTo>
                    <a:pt x="926" y="6138"/>
                  </a:lnTo>
                  <a:lnTo>
                    <a:pt x="1096" y="6454"/>
                  </a:lnTo>
                  <a:lnTo>
                    <a:pt x="1291" y="6747"/>
                  </a:lnTo>
                  <a:lnTo>
                    <a:pt x="1462" y="7039"/>
                  </a:lnTo>
                  <a:lnTo>
                    <a:pt x="1656" y="7307"/>
                  </a:lnTo>
                  <a:lnTo>
                    <a:pt x="2071" y="7794"/>
                  </a:lnTo>
                  <a:lnTo>
                    <a:pt x="2509" y="8232"/>
                  </a:lnTo>
                  <a:lnTo>
                    <a:pt x="2923" y="8598"/>
                  </a:lnTo>
                  <a:lnTo>
                    <a:pt x="3337" y="8914"/>
                  </a:lnTo>
                  <a:lnTo>
                    <a:pt x="3751" y="9158"/>
                  </a:lnTo>
                  <a:lnTo>
                    <a:pt x="4141" y="9353"/>
                  </a:lnTo>
                  <a:lnTo>
                    <a:pt x="4506" y="9499"/>
                  </a:lnTo>
                  <a:lnTo>
                    <a:pt x="4823" y="9596"/>
                  </a:lnTo>
                  <a:lnTo>
                    <a:pt x="5091" y="9645"/>
                  </a:lnTo>
                  <a:lnTo>
                    <a:pt x="5091" y="9645"/>
                  </a:lnTo>
                  <a:lnTo>
                    <a:pt x="5407" y="10108"/>
                  </a:lnTo>
                  <a:lnTo>
                    <a:pt x="5748" y="10546"/>
                  </a:lnTo>
                  <a:lnTo>
                    <a:pt x="5919" y="10717"/>
                  </a:lnTo>
                  <a:lnTo>
                    <a:pt x="6113" y="10887"/>
                  </a:lnTo>
                  <a:lnTo>
                    <a:pt x="6308" y="11057"/>
                  </a:lnTo>
                  <a:lnTo>
                    <a:pt x="6527" y="11204"/>
                  </a:lnTo>
                  <a:lnTo>
                    <a:pt x="6747" y="11325"/>
                  </a:lnTo>
                  <a:lnTo>
                    <a:pt x="6966" y="11447"/>
                  </a:lnTo>
                  <a:lnTo>
                    <a:pt x="7209" y="11545"/>
                  </a:lnTo>
                  <a:lnTo>
                    <a:pt x="7453" y="11618"/>
                  </a:lnTo>
                  <a:lnTo>
                    <a:pt x="7697" y="11691"/>
                  </a:lnTo>
                  <a:lnTo>
                    <a:pt x="7964" y="11739"/>
                  </a:lnTo>
                  <a:lnTo>
                    <a:pt x="8232" y="11764"/>
                  </a:lnTo>
                  <a:lnTo>
                    <a:pt x="8500" y="11764"/>
                  </a:lnTo>
                  <a:lnTo>
                    <a:pt x="8500" y="11764"/>
                  </a:lnTo>
                  <a:lnTo>
                    <a:pt x="8768" y="11764"/>
                  </a:lnTo>
                  <a:lnTo>
                    <a:pt x="9036" y="11739"/>
                  </a:lnTo>
                  <a:lnTo>
                    <a:pt x="9304" y="11691"/>
                  </a:lnTo>
                  <a:lnTo>
                    <a:pt x="9547" y="11618"/>
                  </a:lnTo>
                  <a:lnTo>
                    <a:pt x="9791" y="11545"/>
                  </a:lnTo>
                  <a:lnTo>
                    <a:pt x="10035" y="11447"/>
                  </a:lnTo>
                  <a:lnTo>
                    <a:pt x="10254" y="11325"/>
                  </a:lnTo>
                  <a:lnTo>
                    <a:pt x="10473" y="11204"/>
                  </a:lnTo>
                  <a:lnTo>
                    <a:pt x="10692" y="11057"/>
                  </a:lnTo>
                  <a:lnTo>
                    <a:pt x="10887" y="10887"/>
                  </a:lnTo>
                  <a:lnTo>
                    <a:pt x="11082" y="10717"/>
                  </a:lnTo>
                  <a:lnTo>
                    <a:pt x="11252" y="10546"/>
                  </a:lnTo>
                  <a:lnTo>
                    <a:pt x="11593" y="10108"/>
                  </a:lnTo>
                  <a:lnTo>
                    <a:pt x="11910" y="9645"/>
                  </a:lnTo>
                  <a:lnTo>
                    <a:pt x="11910" y="9645"/>
                  </a:lnTo>
                  <a:lnTo>
                    <a:pt x="12178" y="9596"/>
                  </a:lnTo>
                  <a:lnTo>
                    <a:pt x="12494" y="9523"/>
                  </a:lnTo>
                  <a:lnTo>
                    <a:pt x="12860" y="9377"/>
                  </a:lnTo>
                  <a:lnTo>
                    <a:pt x="13249" y="9182"/>
                  </a:lnTo>
                  <a:lnTo>
                    <a:pt x="13663" y="8939"/>
                  </a:lnTo>
                  <a:lnTo>
                    <a:pt x="14077" y="8622"/>
                  </a:lnTo>
                  <a:lnTo>
                    <a:pt x="14516" y="8257"/>
                  </a:lnTo>
                  <a:lnTo>
                    <a:pt x="14930" y="7843"/>
                  </a:lnTo>
                  <a:lnTo>
                    <a:pt x="15344" y="7356"/>
                  </a:lnTo>
                  <a:lnTo>
                    <a:pt x="15539" y="7088"/>
                  </a:lnTo>
                  <a:lnTo>
                    <a:pt x="15709" y="6795"/>
                  </a:lnTo>
                  <a:lnTo>
                    <a:pt x="15904" y="6503"/>
                  </a:lnTo>
                  <a:lnTo>
                    <a:pt x="16075" y="6186"/>
                  </a:lnTo>
                  <a:lnTo>
                    <a:pt x="16221" y="5870"/>
                  </a:lnTo>
                  <a:lnTo>
                    <a:pt x="16367" y="5505"/>
                  </a:lnTo>
                  <a:lnTo>
                    <a:pt x="16513" y="5164"/>
                  </a:lnTo>
                  <a:lnTo>
                    <a:pt x="16635" y="4774"/>
                  </a:lnTo>
                  <a:lnTo>
                    <a:pt x="16732" y="4384"/>
                  </a:lnTo>
                  <a:lnTo>
                    <a:pt x="16830" y="3970"/>
                  </a:lnTo>
                  <a:lnTo>
                    <a:pt x="16903" y="3532"/>
                  </a:lnTo>
                  <a:lnTo>
                    <a:pt x="16951" y="3093"/>
                  </a:lnTo>
                  <a:lnTo>
                    <a:pt x="16976" y="2606"/>
                  </a:lnTo>
                  <a:lnTo>
                    <a:pt x="17000" y="2144"/>
                  </a:lnTo>
                  <a:lnTo>
                    <a:pt x="17000" y="2144"/>
                  </a:lnTo>
                  <a:lnTo>
                    <a:pt x="16976" y="1924"/>
                  </a:lnTo>
                  <a:lnTo>
                    <a:pt x="16903" y="1730"/>
                  </a:lnTo>
                  <a:lnTo>
                    <a:pt x="16805" y="1535"/>
                  </a:lnTo>
                  <a:lnTo>
                    <a:pt x="16683" y="1389"/>
                  </a:lnTo>
                  <a:lnTo>
                    <a:pt x="16513" y="1242"/>
                  </a:lnTo>
                  <a:lnTo>
                    <a:pt x="16343" y="1145"/>
                  </a:lnTo>
                  <a:lnTo>
                    <a:pt x="16148" y="1096"/>
                  </a:lnTo>
                  <a:lnTo>
                    <a:pt x="15928" y="1072"/>
                  </a:lnTo>
                  <a:lnTo>
                    <a:pt x="15928" y="1072"/>
                  </a:lnTo>
                  <a:close/>
                  <a:moveTo>
                    <a:pt x="1072" y="2144"/>
                  </a:moveTo>
                  <a:lnTo>
                    <a:pt x="3240" y="2144"/>
                  </a:lnTo>
                  <a:lnTo>
                    <a:pt x="3240" y="2144"/>
                  </a:lnTo>
                  <a:lnTo>
                    <a:pt x="3288" y="3118"/>
                  </a:lnTo>
                  <a:lnTo>
                    <a:pt x="3361" y="4019"/>
                  </a:lnTo>
                  <a:lnTo>
                    <a:pt x="3483" y="4823"/>
                  </a:lnTo>
                  <a:lnTo>
                    <a:pt x="3605" y="5602"/>
                  </a:lnTo>
                  <a:lnTo>
                    <a:pt x="3775" y="6333"/>
                  </a:lnTo>
                  <a:lnTo>
                    <a:pt x="3995" y="7039"/>
                  </a:lnTo>
                  <a:lnTo>
                    <a:pt x="4214" y="7745"/>
                  </a:lnTo>
                  <a:lnTo>
                    <a:pt x="4506" y="8451"/>
                  </a:lnTo>
                  <a:lnTo>
                    <a:pt x="4506" y="8451"/>
                  </a:lnTo>
                  <a:lnTo>
                    <a:pt x="4262" y="8378"/>
                  </a:lnTo>
                  <a:lnTo>
                    <a:pt x="4043" y="8281"/>
                  </a:lnTo>
                  <a:lnTo>
                    <a:pt x="3824" y="8159"/>
                  </a:lnTo>
                  <a:lnTo>
                    <a:pt x="3629" y="8037"/>
                  </a:lnTo>
                  <a:lnTo>
                    <a:pt x="3434" y="7891"/>
                  </a:lnTo>
                  <a:lnTo>
                    <a:pt x="3240" y="7745"/>
                  </a:lnTo>
                  <a:lnTo>
                    <a:pt x="2899" y="7404"/>
                  </a:lnTo>
                  <a:lnTo>
                    <a:pt x="2582" y="7015"/>
                  </a:lnTo>
                  <a:lnTo>
                    <a:pt x="2290" y="6601"/>
                  </a:lnTo>
                  <a:lnTo>
                    <a:pt x="2046" y="6186"/>
                  </a:lnTo>
                  <a:lnTo>
                    <a:pt x="1827" y="5724"/>
                  </a:lnTo>
                  <a:lnTo>
                    <a:pt x="1632" y="5237"/>
                  </a:lnTo>
                  <a:lnTo>
                    <a:pt x="1486" y="4774"/>
                  </a:lnTo>
                  <a:lnTo>
                    <a:pt x="1340" y="4287"/>
                  </a:lnTo>
                  <a:lnTo>
                    <a:pt x="1242" y="3824"/>
                  </a:lnTo>
                  <a:lnTo>
                    <a:pt x="1169" y="3361"/>
                  </a:lnTo>
                  <a:lnTo>
                    <a:pt x="1121" y="2923"/>
                  </a:lnTo>
                  <a:lnTo>
                    <a:pt x="1072" y="2509"/>
                  </a:lnTo>
                  <a:lnTo>
                    <a:pt x="1072" y="2144"/>
                  </a:lnTo>
                  <a:lnTo>
                    <a:pt x="1072" y="2144"/>
                  </a:lnTo>
                  <a:close/>
                  <a:moveTo>
                    <a:pt x="10595" y="4628"/>
                  </a:moveTo>
                  <a:lnTo>
                    <a:pt x="9718" y="5407"/>
                  </a:lnTo>
                  <a:lnTo>
                    <a:pt x="9718" y="5407"/>
                  </a:lnTo>
                  <a:lnTo>
                    <a:pt x="9669" y="5480"/>
                  </a:lnTo>
                  <a:lnTo>
                    <a:pt x="9621" y="5578"/>
                  </a:lnTo>
                  <a:lnTo>
                    <a:pt x="9596" y="5675"/>
                  </a:lnTo>
                  <a:lnTo>
                    <a:pt x="9596" y="5772"/>
                  </a:lnTo>
                  <a:lnTo>
                    <a:pt x="9864" y="6941"/>
                  </a:lnTo>
                  <a:lnTo>
                    <a:pt x="9864" y="6941"/>
                  </a:lnTo>
                  <a:lnTo>
                    <a:pt x="9864" y="7015"/>
                  </a:lnTo>
                  <a:lnTo>
                    <a:pt x="9840" y="7063"/>
                  </a:lnTo>
                  <a:lnTo>
                    <a:pt x="9791" y="7063"/>
                  </a:lnTo>
                  <a:lnTo>
                    <a:pt x="9718" y="7039"/>
                  </a:lnTo>
                  <a:lnTo>
                    <a:pt x="8695" y="6454"/>
                  </a:lnTo>
                  <a:lnTo>
                    <a:pt x="8695" y="6454"/>
                  </a:lnTo>
                  <a:lnTo>
                    <a:pt x="8598" y="6406"/>
                  </a:lnTo>
                  <a:lnTo>
                    <a:pt x="8500" y="6406"/>
                  </a:lnTo>
                  <a:lnTo>
                    <a:pt x="8403" y="6406"/>
                  </a:lnTo>
                  <a:lnTo>
                    <a:pt x="8305" y="6454"/>
                  </a:lnTo>
                  <a:lnTo>
                    <a:pt x="7282" y="7039"/>
                  </a:lnTo>
                  <a:lnTo>
                    <a:pt x="7282" y="7039"/>
                  </a:lnTo>
                  <a:lnTo>
                    <a:pt x="7209" y="7063"/>
                  </a:lnTo>
                  <a:lnTo>
                    <a:pt x="7161" y="7063"/>
                  </a:lnTo>
                  <a:lnTo>
                    <a:pt x="7136" y="7015"/>
                  </a:lnTo>
                  <a:lnTo>
                    <a:pt x="7136" y="6941"/>
                  </a:lnTo>
                  <a:lnTo>
                    <a:pt x="7404" y="5772"/>
                  </a:lnTo>
                  <a:lnTo>
                    <a:pt x="7404" y="5772"/>
                  </a:lnTo>
                  <a:lnTo>
                    <a:pt x="7404" y="5675"/>
                  </a:lnTo>
                  <a:lnTo>
                    <a:pt x="7380" y="5578"/>
                  </a:lnTo>
                  <a:lnTo>
                    <a:pt x="7331" y="5480"/>
                  </a:lnTo>
                  <a:lnTo>
                    <a:pt x="7282" y="5407"/>
                  </a:lnTo>
                  <a:lnTo>
                    <a:pt x="6406" y="4628"/>
                  </a:lnTo>
                  <a:lnTo>
                    <a:pt x="6406" y="4628"/>
                  </a:lnTo>
                  <a:lnTo>
                    <a:pt x="6357" y="4579"/>
                  </a:lnTo>
                  <a:lnTo>
                    <a:pt x="6333" y="4506"/>
                  </a:lnTo>
                  <a:lnTo>
                    <a:pt x="6381" y="4482"/>
                  </a:lnTo>
                  <a:lnTo>
                    <a:pt x="6454" y="4457"/>
                  </a:lnTo>
                  <a:lnTo>
                    <a:pt x="7623" y="4336"/>
                  </a:lnTo>
                  <a:lnTo>
                    <a:pt x="7623" y="4336"/>
                  </a:lnTo>
                  <a:lnTo>
                    <a:pt x="7721" y="4311"/>
                  </a:lnTo>
                  <a:lnTo>
                    <a:pt x="7818" y="4262"/>
                  </a:lnTo>
                  <a:lnTo>
                    <a:pt x="7891" y="4189"/>
                  </a:lnTo>
                  <a:lnTo>
                    <a:pt x="7940" y="4116"/>
                  </a:lnTo>
                  <a:lnTo>
                    <a:pt x="8403" y="3045"/>
                  </a:lnTo>
                  <a:lnTo>
                    <a:pt x="8403" y="3045"/>
                  </a:lnTo>
                  <a:lnTo>
                    <a:pt x="8452" y="2972"/>
                  </a:lnTo>
                  <a:lnTo>
                    <a:pt x="8500" y="2947"/>
                  </a:lnTo>
                  <a:lnTo>
                    <a:pt x="8549" y="2972"/>
                  </a:lnTo>
                  <a:lnTo>
                    <a:pt x="8598" y="3045"/>
                  </a:lnTo>
                  <a:lnTo>
                    <a:pt x="9060" y="4116"/>
                  </a:lnTo>
                  <a:lnTo>
                    <a:pt x="9060" y="4116"/>
                  </a:lnTo>
                  <a:lnTo>
                    <a:pt x="9109" y="4189"/>
                  </a:lnTo>
                  <a:lnTo>
                    <a:pt x="9182" y="4262"/>
                  </a:lnTo>
                  <a:lnTo>
                    <a:pt x="9280" y="4311"/>
                  </a:lnTo>
                  <a:lnTo>
                    <a:pt x="9377" y="4336"/>
                  </a:lnTo>
                  <a:lnTo>
                    <a:pt x="10546" y="4457"/>
                  </a:lnTo>
                  <a:lnTo>
                    <a:pt x="10546" y="4457"/>
                  </a:lnTo>
                  <a:lnTo>
                    <a:pt x="10619" y="4482"/>
                  </a:lnTo>
                  <a:lnTo>
                    <a:pt x="10668" y="4506"/>
                  </a:lnTo>
                  <a:lnTo>
                    <a:pt x="10643" y="4579"/>
                  </a:lnTo>
                  <a:lnTo>
                    <a:pt x="10595" y="4628"/>
                  </a:lnTo>
                  <a:lnTo>
                    <a:pt x="10595" y="4628"/>
                  </a:lnTo>
                  <a:close/>
                  <a:moveTo>
                    <a:pt x="12494" y="8451"/>
                  </a:moveTo>
                  <a:lnTo>
                    <a:pt x="12494" y="8451"/>
                  </a:lnTo>
                  <a:lnTo>
                    <a:pt x="12787" y="7745"/>
                  </a:lnTo>
                  <a:lnTo>
                    <a:pt x="13006" y="7039"/>
                  </a:lnTo>
                  <a:lnTo>
                    <a:pt x="13225" y="6333"/>
                  </a:lnTo>
                  <a:lnTo>
                    <a:pt x="13396" y="5602"/>
                  </a:lnTo>
                  <a:lnTo>
                    <a:pt x="13517" y="4823"/>
                  </a:lnTo>
                  <a:lnTo>
                    <a:pt x="13639" y="4019"/>
                  </a:lnTo>
                  <a:lnTo>
                    <a:pt x="13712" y="3118"/>
                  </a:lnTo>
                  <a:lnTo>
                    <a:pt x="13761" y="2144"/>
                  </a:lnTo>
                  <a:lnTo>
                    <a:pt x="15928" y="2144"/>
                  </a:lnTo>
                  <a:lnTo>
                    <a:pt x="15928" y="2144"/>
                  </a:lnTo>
                  <a:lnTo>
                    <a:pt x="15928" y="2509"/>
                  </a:lnTo>
                  <a:lnTo>
                    <a:pt x="15880" y="2923"/>
                  </a:lnTo>
                  <a:lnTo>
                    <a:pt x="15831" y="3361"/>
                  </a:lnTo>
                  <a:lnTo>
                    <a:pt x="15758" y="3824"/>
                  </a:lnTo>
                  <a:lnTo>
                    <a:pt x="15661" y="4287"/>
                  </a:lnTo>
                  <a:lnTo>
                    <a:pt x="15514" y="4774"/>
                  </a:lnTo>
                  <a:lnTo>
                    <a:pt x="15368" y="5237"/>
                  </a:lnTo>
                  <a:lnTo>
                    <a:pt x="15173" y="5724"/>
                  </a:lnTo>
                  <a:lnTo>
                    <a:pt x="14954" y="6186"/>
                  </a:lnTo>
                  <a:lnTo>
                    <a:pt x="14711" y="6601"/>
                  </a:lnTo>
                  <a:lnTo>
                    <a:pt x="14418" y="7015"/>
                  </a:lnTo>
                  <a:lnTo>
                    <a:pt x="14102" y="7404"/>
                  </a:lnTo>
                  <a:lnTo>
                    <a:pt x="13761" y="7745"/>
                  </a:lnTo>
                  <a:lnTo>
                    <a:pt x="13566" y="7891"/>
                  </a:lnTo>
                  <a:lnTo>
                    <a:pt x="13371" y="8037"/>
                  </a:lnTo>
                  <a:lnTo>
                    <a:pt x="13176" y="8159"/>
                  </a:lnTo>
                  <a:lnTo>
                    <a:pt x="12957" y="8281"/>
                  </a:lnTo>
                  <a:lnTo>
                    <a:pt x="12738" y="8378"/>
                  </a:lnTo>
                  <a:lnTo>
                    <a:pt x="12494" y="8451"/>
                  </a:lnTo>
                  <a:lnTo>
                    <a:pt x="12494" y="845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3" name="Google Shape;513;p41"/>
          <p:cNvGrpSpPr/>
          <p:nvPr/>
        </p:nvGrpSpPr>
        <p:grpSpPr>
          <a:xfrm>
            <a:off x="4862967" y="1492657"/>
            <a:ext cx="359272" cy="376691"/>
            <a:chOff x="5961125" y="1623900"/>
            <a:chExt cx="427450" cy="448175"/>
          </a:xfrm>
        </p:grpSpPr>
        <p:sp>
          <p:nvSpPr>
            <p:cNvPr id="514" name="Google Shape;514;p41"/>
            <p:cNvSpPr/>
            <p:nvPr/>
          </p:nvSpPr>
          <p:spPr>
            <a:xfrm>
              <a:off x="5961125" y="1678700"/>
              <a:ext cx="376925" cy="376925"/>
            </a:xfrm>
            <a:custGeom>
              <a:rect b="b" l="l" r="r" t="t"/>
              <a:pathLst>
                <a:path extrusionOk="0" fill="none" h="15077" w="15077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41"/>
            <p:cNvSpPr/>
            <p:nvPr/>
          </p:nvSpPr>
          <p:spPr>
            <a:xfrm>
              <a:off x="6009825" y="1727425"/>
              <a:ext cx="279500" cy="279500"/>
            </a:xfrm>
            <a:custGeom>
              <a:rect b="b" l="l" r="r" t="t"/>
              <a:pathLst>
                <a:path extrusionOk="0" fill="none" h="11180" w="1118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41"/>
            <p:cNvSpPr/>
            <p:nvPr/>
          </p:nvSpPr>
          <p:spPr>
            <a:xfrm>
              <a:off x="6107250" y="1824850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41"/>
            <p:cNvSpPr/>
            <p:nvPr/>
          </p:nvSpPr>
          <p:spPr>
            <a:xfrm>
              <a:off x="6058550" y="1776125"/>
              <a:ext cx="182075" cy="182075"/>
            </a:xfrm>
            <a:custGeom>
              <a:rect b="b" l="l" r="r" t="t"/>
              <a:pathLst>
                <a:path extrusionOk="0" fill="none" h="7283" w="7283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1"/>
            <p:cNvSpPr/>
            <p:nvPr/>
          </p:nvSpPr>
          <p:spPr>
            <a:xfrm>
              <a:off x="5971475" y="2001400"/>
              <a:ext cx="74925" cy="70675"/>
            </a:xfrm>
            <a:custGeom>
              <a:rect b="b" l="l" r="r" t="t"/>
              <a:pathLst>
                <a:path extrusionOk="0" fill="none" h="2827" w="2997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1"/>
            <p:cNvSpPr/>
            <p:nvPr/>
          </p:nvSpPr>
          <p:spPr>
            <a:xfrm>
              <a:off x="6253375" y="2001400"/>
              <a:ext cx="74325" cy="70675"/>
            </a:xfrm>
            <a:custGeom>
              <a:rect b="b" l="l" r="r" t="t"/>
              <a:pathLst>
                <a:path extrusionOk="0" fill="none" h="2827" w="2973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41"/>
            <p:cNvSpPr/>
            <p:nvPr/>
          </p:nvSpPr>
          <p:spPr>
            <a:xfrm>
              <a:off x="6137700" y="1623900"/>
              <a:ext cx="250875" cy="255150"/>
            </a:xfrm>
            <a:custGeom>
              <a:rect b="b" l="l" r="r" t="t"/>
              <a:pathLst>
                <a:path extrusionOk="0" fill="none" h="10206" w="10035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1" name="Google Shape;521;p41"/>
          <p:cNvGrpSpPr/>
          <p:nvPr/>
        </p:nvGrpSpPr>
        <p:grpSpPr>
          <a:xfrm>
            <a:off x="5415659" y="1502386"/>
            <a:ext cx="383835" cy="363369"/>
            <a:chOff x="6618700" y="1635475"/>
            <a:chExt cx="456675" cy="432325"/>
          </a:xfrm>
        </p:grpSpPr>
        <p:sp>
          <p:nvSpPr>
            <p:cNvPr id="522" name="Google Shape;522;p41"/>
            <p:cNvSpPr/>
            <p:nvPr/>
          </p:nvSpPr>
          <p:spPr>
            <a:xfrm>
              <a:off x="6663775" y="1904000"/>
              <a:ext cx="117525" cy="163800"/>
            </a:xfrm>
            <a:custGeom>
              <a:rect b="b" l="l" r="r" t="t"/>
              <a:pathLst>
                <a:path extrusionOk="0" fill="none" h="6552" w="4701">
                  <a:moveTo>
                    <a:pt x="0" y="0"/>
                  </a:moveTo>
                  <a:lnTo>
                    <a:pt x="512" y="6016"/>
                  </a:lnTo>
                  <a:lnTo>
                    <a:pt x="512" y="6016"/>
                  </a:lnTo>
                  <a:lnTo>
                    <a:pt x="536" y="6138"/>
                  </a:lnTo>
                  <a:lnTo>
                    <a:pt x="585" y="6235"/>
                  </a:lnTo>
                  <a:lnTo>
                    <a:pt x="633" y="6332"/>
                  </a:lnTo>
                  <a:lnTo>
                    <a:pt x="706" y="6406"/>
                  </a:lnTo>
                  <a:lnTo>
                    <a:pt x="804" y="6454"/>
                  </a:lnTo>
                  <a:lnTo>
                    <a:pt x="877" y="6503"/>
                  </a:lnTo>
                  <a:lnTo>
                    <a:pt x="999" y="6552"/>
                  </a:lnTo>
                  <a:lnTo>
                    <a:pt x="1096" y="6552"/>
                  </a:lnTo>
                  <a:lnTo>
                    <a:pt x="4116" y="6552"/>
                  </a:lnTo>
                  <a:lnTo>
                    <a:pt x="4116" y="6552"/>
                  </a:lnTo>
                  <a:lnTo>
                    <a:pt x="4238" y="6527"/>
                  </a:lnTo>
                  <a:lnTo>
                    <a:pt x="4360" y="6503"/>
                  </a:lnTo>
                  <a:lnTo>
                    <a:pt x="4457" y="6430"/>
                  </a:lnTo>
                  <a:lnTo>
                    <a:pt x="4554" y="6332"/>
                  </a:lnTo>
                  <a:lnTo>
                    <a:pt x="4554" y="6332"/>
                  </a:lnTo>
                  <a:lnTo>
                    <a:pt x="4628" y="6235"/>
                  </a:lnTo>
                  <a:lnTo>
                    <a:pt x="4676" y="6113"/>
                  </a:lnTo>
                  <a:lnTo>
                    <a:pt x="4701" y="5991"/>
                  </a:lnTo>
                  <a:lnTo>
                    <a:pt x="4676" y="5845"/>
                  </a:lnTo>
                  <a:lnTo>
                    <a:pt x="3678" y="9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41"/>
            <p:cNvSpPr/>
            <p:nvPr/>
          </p:nvSpPr>
          <p:spPr>
            <a:xfrm>
              <a:off x="7046125" y="1775525"/>
              <a:ext cx="29250" cy="99275"/>
            </a:xfrm>
            <a:custGeom>
              <a:rect b="b" l="l" r="r" t="t"/>
              <a:pathLst>
                <a:path extrusionOk="0" fill="none" h="3971" w="1170">
                  <a:moveTo>
                    <a:pt x="1" y="3970"/>
                  </a:moveTo>
                  <a:lnTo>
                    <a:pt x="1" y="3970"/>
                  </a:lnTo>
                  <a:lnTo>
                    <a:pt x="245" y="3824"/>
                  </a:lnTo>
                  <a:lnTo>
                    <a:pt x="488" y="3629"/>
                  </a:lnTo>
                  <a:lnTo>
                    <a:pt x="683" y="3410"/>
                  </a:lnTo>
                  <a:lnTo>
                    <a:pt x="853" y="3166"/>
                  </a:lnTo>
                  <a:lnTo>
                    <a:pt x="1000" y="2898"/>
                  </a:lnTo>
                  <a:lnTo>
                    <a:pt x="1097" y="2606"/>
                  </a:lnTo>
                  <a:lnTo>
                    <a:pt x="1170" y="2314"/>
                  </a:lnTo>
                  <a:lnTo>
                    <a:pt x="1170" y="1997"/>
                  </a:lnTo>
                  <a:lnTo>
                    <a:pt x="1170" y="1997"/>
                  </a:lnTo>
                  <a:lnTo>
                    <a:pt x="1170" y="1681"/>
                  </a:lnTo>
                  <a:lnTo>
                    <a:pt x="1097" y="1364"/>
                  </a:lnTo>
                  <a:lnTo>
                    <a:pt x="1000" y="1096"/>
                  </a:lnTo>
                  <a:lnTo>
                    <a:pt x="853" y="828"/>
                  </a:lnTo>
                  <a:lnTo>
                    <a:pt x="683" y="585"/>
                  </a:lnTo>
                  <a:lnTo>
                    <a:pt x="488" y="366"/>
                  </a:lnTo>
                  <a:lnTo>
                    <a:pt x="245" y="171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41"/>
            <p:cNvSpPr/>
            <p:nvPr/>
          </p:nvSpPr>
          <p:spPr>
            <a:xfrm>
              <a:off x="6618700" y="1751775"/>
              <a:ext cx="96850" cy="146750"/>
            </a:xfrm>
            <a:custGeom>
              <a:rect b="b" l="l" r="r" t="t"/>
              <a:pathLst>
                <a:path extrusionOk="0" fill="none" h="5870" w="3874">
                  <a:moveTo>
                    <a:pt x="3873" y="0"/>
                  </a:moveTo>
                  <a:lnTo>
                    <a:pt x="3873" y="0"/>
                  </a:lnTo>
                  <a:lnTo>
                    <a:pt x="2704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560" y="25"/>
                  </a:lnTo>
                  <a:lnTo>
                    <a:pt x="1413" y="49"/>
                  </a:lnTo>
                  <a:lnTo>
                    <a:pt x="1243" y="98"/>
                  </a:lnTo>
                  <a:lnTo>
                    <a:pt x="1097" y="147"/>
                  </a:lnTo>
                  <a:lnTo>
                    <a:pt x="926" y="244"/>
                  </a:lnTo>
                  <a:lnTo>
                    <a:pt x="780" y="317"/>
                  </a:lnTo>
                  <a:lnTo>
                    <a:pt x="658" y="439"/>
                  </a:lnTo>
                  <a:lnTo>
                    <a:pt x="537" y="536"/>
                  </a:lnTo>
                  <a:lnTo>
                    <a:pt x="415" y="682"/>
                  </a:lnTo>
                  <a:lnTo>
                    <a:pt x="293" y="804"/>
                  </a:lnTo>
                  <a:lnTo>
                    <a:pt x="220" y="950"/>
                  </a:lnTo>
                  <a:lnTo>
                    <a:pt x="147" y="1096"/>
                  </a:lnTo>
                  <a:lnTo>
                    <a:pt x="74" y="1267"/>
                  </a:lnTo>
                  <a:lnTo>
                    <a:pt x="25" y="1437"/>
                  </a:lnTo>
                  <a:lnTo>
                    <a:pt x="1" y="1583"/>
                  </a:lnTo>
                  <a:lnTo>
                    <a:pt x="1" y="1754"/>
                  </a:lnTo>
                  <a:lnTo>
                    <a:pt x="1" y="4092"/>
                  </a:lnTo>
                  <a:lnTo>
                    <a:pt x="1" y="4092"/>
                  </a:lnTo>
                  <a:lnTo>
                    <a:pt x="1" y="4263"/>
                  </a:lnTo>
                  <a:lnTo>
                    <a:pt x="25" y="4433"/>
                  </a:lnTo>
                  <a:lnTo>
                    <a:pt x="74" y="4579"/>
                  </a:lnTo>
                  <a:lnTo>
                    <a:pt x="147" y="4750"/>
                  </a:lnTo>
                  <a:lnTo>
                    <a:pt x="220" y="4896"/>
                  </a:lnTo>
                  <a:lnTo>
                    <a:pt x="293" y="5042"/>
                  </a:lnTo>
                  <a:lnTo>
                    <a:pt x="415" y="5188"/>
                  </a:lnTo>
                  <a:lnTo>
                    <a:pt x="537" y="5310"/>
                  </a:lnTo>
                  <a:lnTo>
                    <a:pt x="658" y="5407"/>
                  </a:lnTo>
                  <a:lnTo>
                    <a:pt x="780" y="5529"/>
                  </a:lnTo>
                  <a:lnTo>
                    <a:pt x="926" y="5626"/>
                  </a:lnTo>
                  <a:lnTo>
                    <a:pt x="1097" y="5699"/>
                  </a:lnTo>
                  <a:lnTo>
                    <a:pt x="1243" y="5748"/>
                  </a:lnTo>
                  <a:lnTo>
                    <a:pt x="1413" y="5797"/>
                  </a:lnTo>
                  <a:lnTo>
                    <a:pt x="1560" y="5821"/>
                  </a:lnTo>
                  <a:lnTo>
                    <a:pt x="1730" y="5846"/>
                  </a:lnTo>
                  <a:lnTo>
                    <a:pt x="1730" y="5846"/>
                  </a:lnTo>
                  <a:lnTo>
                    <a:pt x="2704" y="5846"/>
                  </a:lnTo>
                  <a:lnTo>
                    <a:pt x="3873" y="587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41"/>
            <p:cNvSpPr/>
            <p:nvPr/>
          </p:nvSpPr>
          <p:spPr>
            <a:xfrm>
              <a:off x="6721600" y="1660450"/>
              <a:ext cx="278900" cy="329425"/>
            </a:xfrm>
            <a:custGeom>
              <a:rect b="b" l="l" r="r" t="t"/>
              <a:pathLst>
                <a:path extrusionOk="0" fill="none" h="13177" w="11156">
                  <a:moveTo>
                    <a:pt x="11155" y="0"/>
                  </a:moveTo>
                  <a:lnTo>
                    <a:pt x="11155" y="0"/>
                  </a:lnTo>
                  <a:lnTo>
                    <a:pt x="10766" y="317"/>
                  </a:lnTo>
                  <a:lnTo>
                    <a:pt x="10352" y="609"/>
                  </a:lnTo>
                  <a:lnTo>
                    <a:pt x="9938" y="901"/>
                  </a:lnTo>
                  <a:lnTo>
                    <a:pt x="9524" y="1169"/>
                  </a:lnTo>
                  <a:lnTo>
                    <a:pt x="9085" y="1413"/>
                  </a:lnTo>
                  <a:lnTo>
                    <a:pt x="8671" y="1632"/>
                  </a:lnTo>
                  <a:lnTo>
                    <a:pt x="7843" y="2046"/>
                  </a:lnTo>
                  <a:lnTo>
                    <a:pt x="7015" y="2387"/>
                  </a:lnTo>
                  <a:lnTo>
                    <a:pt x="6211" y="2679"/>
                  </a:lnTo>
                  <a:lnTo>
                    <a:pt x="5456" y="2898"/>
                  </a:lnTo>
                  <a:lnTo>
                    <a:pt x="4774" y="3093"/>
                  </a:lnTo>
                  <a:lnTo>
                    <a:pt x="4774" y="3093"/>
                  </a:lnTo>
                  <a:lnTo>
                    <a:pt x="4239" y="3215"/>
                  </a:lnTo>
                  <a:lnTo>
                    <a:pt x="3678" y="3312"/>
                  </a:lnTo>
                  <a:lnTo>
                    <a:pt x="3070" y="3410"/>
                  </a:lnTo>
                  <a:lnTo>
                    <a:pt x="2461" y="3459"/>
                  </a:lnTo>
                  <a:lnTo>
                    <a:pt x="1219" y="3580"/>
                  </a:lnTo>
                  <a:lnTo>
                    <a:pt x="1" y="3629"/>
                  </a:lnTo>
                  <a:lnTo>
                    <a:pt x="1" y="9523"/>
                  </a:lnTo>
                  <a:lnTo>
                    <a:pt x="1" y="9523"/>
                  </a:lnTo>
                  <a:lnTo>
                    <a:pt x="1219" y="9596"/>
                  </a:lnTo>
                  <a:lnTo>
                    <a:pt x="2461" y="9693"/>
                  </a:lnTo>
                  <a:lnTo>
                    <a:pt x="3070" y="9767"/>
                  </a:lnTo>
                  <a:lnTo>
                    <a:pt x="3678" y="9840"/>
                  </a:lnTo>
                  <a:lnTo>
                    <a:pt x="4239" y="9937"/>
                  </a:lnTo>
                  <a:lnTo>
                    <a:pt x="4774" y="10059"/>
                  </a:lnTo>
                  <a:lnTo>
                    <a:pt x="4774" y="10059"/>
                  </a:lnTo>
                  <a:lnTo>
                    <a:pt x="5456" y="10254"/>
                  </a:lnTo>
                  <a:lnTo>
                    <a:pt x="6211" y="10497"/>
                  </a:lnTo>
                  <a:lnTo>
                    <a:pt x="7015" y="10765"/>
                  </a:lnTo>
                  <a:lnTo>
                    <a:pt x="7843" y="11130"/>
                  </a:lnTo>
                  <a:lnTo>
                    <a:pt x="8671" y="11520"/>
                  </a:lnTo>
                  <a:lnTo>
                    <a:pt x="9085" y="11764"/>
                  </a:lnTo>
                  <a:lnTo>
                    <a:pt x="9524" y="12007"/>
                  </a:lnTo>
                  <a:lnTo>
                    <a:pt x="9938" y="12251"/>
                  </a:lnTo>
                  <a:lnTo>
                    <a:pt x="10352" y="12543"/>
                  </a:lnTo>
                  <a:lnTo>
                    <a:pt x="10766" y="12835"/>
                  </a:lnTo>
                  <a:lnTo>
                    <a:pt x="11155" y="13176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1"/>
            <p:cNvSpPr/>
            <p:nvPr/>
          </p:nvSpPr>
          <p:spPr>
            <a:xfrm>
              <a:off x="7006550" y="1635475"/>
              <a:ext cx="34750" cy="378750"/>
            </a:xfrm>
            <a:custGeom>
              <a:rect b="b" l="l" r="r" t="t"/>
              <a:pathLst>
                <a:path extrusionOk="0" fill="none" h="15150" w="1390">
                  <a:moveTo>
                    <a:pt x="1024" y="49"/>
                  </a:moveTo>
                  <a:lnTo>
                    <a:pt x="1024" y="49"/>
                  </a:lnTo>
                  <a:lnTo>
                    <a:pt x="902" y="1"/>
                  </a:lnTo>
                  <a:lnTo>
                    <a:pt x="805" y="1"/>
                  </a:lnTo>
                  <a:lnTo>
                    <a:pt x="805" y="1"/>
                  </a:lnTo>
                  <a:lnTo>
                    <a:pt x="683" y="1"/>
                  </a:lnTo>
                  <a:lnTo>
                    <a:pt x="585" y="49"/>
                  </a:lnTo>
                  <a:lnTo>
                    <a:pt x="464" y="98"/>
                  </a:lnTo>
                  <a:lnTo>
                    <a:pt x="391" y="171"/>
                  </a:lnTo>
                  <a:lnTo>
                    <a:pt x="391" y="171"/>
                  </a:lnTo>
                  <a:lnTo>
                    <a:pt x="1" y="536"/>
                  </a:lnTo>
                  <a:lnTo>
                    <a:pt x="1" y="14638"/>
                  </a:lnTo>
                  <a:lnTo>
                    <a:pt x="1" y="14638"/>
                  </a:lnTo>
                  <a:lnTo>
                    <a:pt x="391" y="14979"/>
                  </a:lnTo>
                  <a:lnTo>
                    <a:pt x="391" y="14979"/>
                  </a:lnTo>
                  <a:lnTo>
                    <a:pt x="464" y="15052"/>
                  </a:lnTo>
                  <a:lnTo>
                    <a:pt x="585" y="15101"/>
                  </a:lnTo>
                  <a:lnTo>
                    <a:pt x="683" y="15149"/>
                  </a:lnTo>
                  <a:lnTo>
                    <a:pt x="805" y="15149"/>
                  </a:lnTo>
                  <a:lnTo>
                    <a:pt x="805" y="15149"/>
                  </a:lnTo>
                  <a:lnTo>
                    <a:pt x="902" y="15149"/>
                  </a:lnTo>
                  <a:lnTo>
                    <a:pt x="1024" y="15101"/>
                  </a:lnTo>
                  <a:lnTo>
                    <a:pt x="1024" y="15101"/>
                  </a:lnTo>
                  <a:lnTo>
                    <a:pt x="1170" y="15028"/>
                  </a:lnTo>
                  <a:lnTo>
                    <a:pt x="1292" y="14906"/>
                  </a:lnTo>
                  <a:lnTo>
                    <a:pt x="1365" y="14735"/>
                  </a:lnTo>
                  <a:lnTo>
                    <a:pt x="1389" y="14565"/>
                  </a:lnTo>
                  <a:lnTo>
                    <a:pt x="1389" y="585"/>
                  </a:lnTo>
                  <a:lnTo>
                    <a:pt x="1389" y="585"/>
                  </a:lnTo>
                  <a:lnTo>
                    <a:pt x="1365" y="415"/>
                  </a:lnTo>
                  <a:lnTo>
                    <a:pt x="1292" y="269"/>
                  </a:lnTo>
                  <a:lnTo>
                    <a:pt x="1170" y="122"/>
                  </a:lnTo>
                  <a:lnTo>
                    <a:pt x="1024" y="49"/>
                  </a:lnTo>
                  <a:lnTo>
                    <a:pt x="1024" y="4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41"/>
          <p:cNvGrpSpPr/>
          <p:nvPr/>
        </p:nvGrpSpPr>
        <p:grpSpPr>
          <a:xfrm>
            <a:off x="370747" y="2085798"/>
            <a:ext cx="304009" cy="326513"/>
            <a:chOff x="616425" y="2329600"/>
            <a:chExt cx="361700" cy="388475"/>
          </a:xfrm>
        </p:grpSpPr>
        <p:sp>
          <p:nvSpPr>
            <p:cNvPr id="528" name="Google Shape;528;p41"/>
            <p:cNvSpPr/>
            <p:nvPr/>
          </p:nvSpPr>
          <p:spPr>
            <a:xfrm>
              <a:off x="616425" y="2329600"/>
              <a:ext cx="361700" cy="388475"/>
            </a:xfrm>
            <a:custGeom>
              <a:rect b="b" l="l" r="r" t="t"/>
              <a:pathLst>
                <a:path extrusionOk="0" fill="none" h="15539" w="14468">
                  <a:moveTo>
                    <a:pt x="14273" y="13030"/>
                  </a:moveTo>
                  <a:lnTo>
                    <a:pt x="9621" y="6479"/>
                  </a:lnTo>
                  <a:lnTo>
                    <a:pt x="9621" y="2338"/>
                  </a:lnTo>
                  <a:lnTo>
                    <a:pt x="10303" y="1656"/>
                  </a:lnTo>
                  <a:lnTo>
                    <a:pt x="10303" y="1656"/>
                  </a:lnTo>
                  <a:lnTo>
                    <a:pt x="10400" y="1559"/>
                  </a:lnTo>
                  <a:lnTo>
                    <a:pt x="10474" y="1437"/>
                  </a:lnTo>
                  <a:lnTo>
                    <a:pt x="10522" y="1291"/>
                  </a:lnTo>
                  <a:lnTo>
                    <a:pt x="10571" y="1169"/>
                  </a:lnTo>
                  <a:lnTo>
                    <a:pt x="10571" y="1023"/>
                  </a:lnTo>
                  <a:lnTo>
                    <a:pt x="10571" y="877"/>
                  </a:lnTo>
                  <a:lnTo>
                    <a:pt x="10547" y="731"/>
                  </a:lnTo>
                  <a:lnTo>
                    <a:pt x="10498" y="609"/>
                  </a:lnTo>
                  <a:lnTo>
                    <a:pt x="10498" y="609"/>
                  </a:lnTo>
                  <a:lnTo>
                    <a:pt x="10449" y="463"/>
                  </a:lnTo>
                  <a:lnTo>
                    <a:pt x="10352" y="366"/>
                  </a:lnTo>
                  <a:lnTo>
                    <a:pt x="10254" y="244"/>
                  </a:lnTo>
                  <a:lnTo>
                    <a:pt x="10157" y="171"/>
                  </a:lnTo>
                  <a:lnTo>
                    <a:pt x="10035" y="98"/>
                  </a:lnTo>
                  <a:lnTo>
                    <a:pt x="9889" y="49"/>
                  </a:lnTo>
                  <a:lnTo>
                    <a:pt x="9767" y="25"/>
                  </a:lnTo>
                  <a:lnTo>
                    <a:pt x="9621" y="0"/>
                  </a:lnTo>
                  <a:lnTo>
                    <a:pt x="4848" y="0"/>
                  </a:lnTo>
                  <a:lnTo>
                    <a:pt x="4848" y="0"/>
                  </a:lnTo>
                  <a:lnTo>
                    <a:pt x="4701" y="25"/>
                  </a:lnTo>
                  <a:lnTo>
                    <a:pt x="4580" y="49"/>
                  </a:lnTo>
                  <a:lnTo>
                    <a:pt x="4433" y="98"/>
                  </a:lnTo>
                  <a:lnTo>
                    <a:pt x="4312" y="171"/>
                  </a:lnTo>
                  <a:lnTo>
                    <a:pt x="4214" y="244"/>
                  </a:lnTo>
                  <a:lnTo>
                    <a:pt x="4117" y="366"/>
                  </a:lnTo>
                  <a:lnTo>
                    <a:pt x="4019" y="463"/>
                  </a:lnTo>
                  <a:lnTo>
                    <a:pt x="3971" y="609"/>
                  </a:lnTo>
                  <a:lnTo>
                    <a:pt x="3971" y="609"/>
                  </a:lnTo>
                  <a:lnTo>
                    <a:pt x="3922" y="731"/>
                  </a:lnTo>
                  <a:lnTo>
                    <a:pt x="3898" y="877"/>
                  </a:lnTo>
                  <a:lnTo>
                    <a:pt x="3898" y="1023"/>
                  </a:lnTo>
                  <a:lnTo>
                    <a:pt x="3898" y="1169"/>
                  </a:lnTo>
                  <a:lnTo>
                    <a:pt x="3946" y="1291"/>
                  </a:lnTo>
                  <a:lnTo>
                    <a:pt x="3995" y="1437"/>
                  </a:lnTo>
                  <a:lnTo>
                    <a:pt x="4068" y="1559"/>
                  </a:lnTo>
                  <a:lnTo>
                    <a:pt x="4166" y="1656"/>
                  </a:lnTo>
                  <a:lnTo>
                    <a:pt x="4848" y="2338"/>
                  </a:lnTo>
                  <a:lnTo>
                    <a:pt x="4848" y="6479"/>
                  </a:lnTo>
                  <a:lnTo>
                    <a:pt x="196" y="13030"/>
                  </a:lnTo>
                  <a:lnTo>
                    <a:pt x="196" y="13030"/>
                  </a:lnTo>
                  <a:lnTo>
                    <a:pt x="123" y="13152"/>
                  </a:lnTo>
                  <a:lnTo>
                    <a:pt x="50" y="13274"/>
                  </a:lnTo>
                  <a:lnTo>
                    <a:pt x="25" y="13395"/>
                  </a:lnTo>
                  <a:lnTo>
                    <a:pt x="1" y="13517"/>
                  </a:lnTo>
                  <a:lnTo>
                    <a:pt x="1" y="13639"/>
                  </a:lnTo>
                  <a:lnTo>
                    <a:pt x="25" y="13785"/>
                  </a:lnTo>
                  <a:lnTo>
                    <a:pt x="50" y="13907"/>
                  </a:lnTo>
                  <a:lnTo>
                    <a:pt x="98" y="14029"/>
                  </a:lnTo>
                  <a:lnTo>
                    <a:pt x="585" y="15003"/>
                  </a:lnTo>
                  <a:lnTo>
                    <a:pt x="585" y="15003"/>
                  </a:lnTo>
                  <a:lnTo>
                    <a:pt x="658" y="15125"/>
                  </a:lnTo>
                  <a:lnTo>
                    <a:pt x="756" y="15222"/>
                  </a:lnTo>
                  <a:lnTo>
                    <a:pt x="829" y="15320"/>
                  </a:lnTo>
                  <a:lnTo>
                    <a:pt x="951" y="15393"/>
                  </a:lnTo>
                  <a:lnTo>
                    <a:pt x="1073" y="15441"/>
                  </a:lnTo>
                  <a:lnTo>
                    <a:pt x="1194" y="15490"/>
                  </a:lnTo>
                  <a:lnTo>
                    <a:pt x="1316" y="15539"/>
                  </a:lnTo>
                  <a:lnTo>
                    <a:pt x="1462" y="15539"/>
                  </a:lnTo>
                  <a:lnTo>
                    <a:pt x="13006" y="15539"/>
                  </a:lnTo>
                  <a:lnTo>
                    <a:pt x="13006" y="15539"/>
                  </a:lnTo>
                  <a:lnTo>
                    <a:pt x="13153" y="15539"/>
                  </a:lnTo>
                  <a:lnTo>
                    <a:pt x="13274" y="15490"/>
                  </a:lnTo>
                  <a:lnTo>
                    <a:pt x="13396" y="15441"/>
                  </a:lnTo>
                  <a:lnTo>
                    <a:pt x="13518" y="15393"/>
                  </a:lnTo>
                  <a:lnTo>
                    <a:pt x="13640" y="15320"/>
                  </a:lnTo>
                  <a:lnTo>
                    <a:pt x="13713" y="15222"/>
                  </a:lnTo>
                  <a:lnTo>
                    <a:pt x="13810" y="15125"/>
                  </a:lnTo>
                  <a:lnTo>
                    <a:pt x="13883" y="15003"/>
                  </a:lnTo>
                  <a:lnTo>
                    <a:pt x="14370" y="14029"/>
                  </a:lnTo>
                  <a:lnTo>
                    <a:pt x="14370" y="14029"/>
                  </a:lnTo>
                  <a:lnTo>
                    <a:pt x="14419" y="13907"/>
                  </a:lnTo>
                  <a:lnTo>
                    <a:pt x="14443" y="13785"/>
                  </a:lnTo>
                  <a:lnTo>
                    <a:pt x="14468" y="13639"/>
                  </a:lnTo>
                  <a:lnTo>
                    <a:pt x="14468" y="13517"/>
                  </a:lnTo>
                  <a:lnTo>
                    <a:pt x="14443" y="13395"/>
                  </a:lnTo>
                  <a:lnTo>
                    <a:pt x="14419" y="13274"/>
                  </a:lnTo>
                  <a:lnTo>
                    <a:pt x="14346" y="13152"/>
                  </a:lnTo>
                  <a:lnTo>
                    <a:pt x="14273" y="13030"/>
                  </a:lnTo>
                  <a:lnTo>
                    <a:pt x="14273" y="1303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1"/>
            <p:cNvSpPr/>
            <p:nvPr/>
          </p:nvSpPr>
          <p:spPr>
            <a:xfrm>
              <a:off x="704725" y="2545750"/>
              <a:ext cx="185125" cy="25"/>
            </a:xfrm>
            <a:custGeom>
              <a:rect b="b" l="l" r="r" t="t"/>
              <a:pathLst>
                <a:path extrusionOk="0" fill="none" h="1" w="7405">
                  <a:moveTo>
                    <a:pt x="7404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41"/>
            <p:cNvSpPr/>
            <p:nvPr/>
          </p:nvSpPr>
          <p:spPr>
            <a:xfrm>
              <a:off x="811875" y="2626125"/>
              <a:ext cx="31075" cy="31075"/>
            </a:xfrm>
            <a:custGeom>
              <a:rect b="b" l="l" r="r" t="t"/>
              <a:pathLst>
                <a:path extrusionOk="0" fill="none" h="1243" w="1243">
                  <a:moveTo>
                    <a:pt x="1" y="633"/>
                  </a:moveTo>
                  <a:lnTo>
                    <a:pt x="1" y="633"/>
                  </a:lnTo>
                  <a:lnTo>
                    <a:pt x="25" y="487"/>
                  </a:lnTo>
                  <a:lnTo>
                    <a:pt x="50" y="390"/>
                  </a:lnTo>
                  <a:lnTo>
                    <a:pt x="98" y="268"/>
                  </a:lnTo>
                  <a:lnTo>
                    <a:pt x="171" y="171"/>
                  </a:lnTo>
                  <a:lnTo>
                    <a:pt x="269" y="98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634" y="0"/>
                  </a:lnTo>
                  <a:lnTo>
                    <a:pt x="634" y="0"/>
                  </a:lnTo>
                  <a:lnTo>
                    <a:pt x="756" y="24"/>
                  </a:lnTo>
                  <a:lnTo>
                    <a:pt x="853" y="49"/>
                  </a:lnTo>
                  <a:lnTo>
                    <a:pt x="975" y="98"/>
                  </a:lnTo>
                  <a:lnTo>
                    <a:pt x="1072" y="171"/>
                  </a:lnTo>
                  <a:lnTo>
                    <a:pt x="1146" y="268"/>
                  </a:lnTo>
                  <a:lnTo>
                    <a:pt x="1194" y="390"/>
                  </a:lnTo>
                  <a:lnTo>
                    <a:pt x="1243" y="487"/>
                  </a:lnTo>
                  <a:lnTo>
                    <a:pt x="1243" y="633"/>
                  </a:lnTo>
                  <a:lnTo>
                    <a:pt x="1243" y="633"/>
                  </a:lnTo>
                  <a:lnTo>
                    <a:pt x="1243" y="755"/>
                  </a:lnTo>
                  <a:lnTo>
                    <a:pt x="1194" y="853"/>
                  </a:lnTo>
                  <a:lnTo>
                    <a:pt x="1146" y="974"/>
                  </a:lnTo>
                  <a:lnTo>
                    <a:pt x="1072" y="1072"/>
                  </a:lnTo>
                  <a:lnTo>
                    <a:pt x="975" y="1145"/>
                  </a:lnTo>
                  <a:lnTo>
                    <a:pt x="853" y="1194"/>
                  </a:lnTo>
                  <a:lnTo>
                    <a:pt x="756" y="1242"/>
                  </a:lnTo>
                  <a:lnTo>
                    <a:pt x="634" y="1242"/>
                  </a:lnTo>
                  <a:lnTo>
                    <a:pt x="634" y="1242"/>
                  </a:lnTo>
                  <a:lnTo>
                    <a:pt x="488" y="1242"/>
                  </a:lnTo>
                  <a:lnTo>
                    <a:pt x="390" y="1194"/>
                  </a:lnTo>
                  <a:lnTo>
                    <a:pt x="269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50" y="853"/>
                  </a:lnTo>
                  <a:lnTo>
                    <a:pt x="25" y="755"/>
                  </a:lnTo>
                  <a:lnTo>
                    <a:pt x="1" y="633"/>
                  </a:lnTo>
                  <a:lnTo>
                    <a:pt x="1" y="63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41"/>
            <p:cNvSpPr/>
            <p:nvPr/>
          </p:nvSpPr>
          <p:spPr>
            <a:xfrm>
              <a:off x="751000" y="2568275"/>
              <a:ext cx="54200" cy="53600"/>
            </a:xfrm>
            <a:custGeom>
              <a:rect b="b" l="l" r="r" t="t"/>
              <a:pathLst>
                <a:path extrusionOk="0" fill="none" h="2144" w="2168">
                  <a:moveTo>
                    <a:pt x="1096" y="2144"/>
                  </a:moveTo>
                  <a:lnTo>
                    <a:pt x="1096" y="2144"/>
                  </a:lnTo>
                  <a:lnTo>
                    <a:pt x="877" y="2119"/>
                  </a:lnTo>
                  <a:lnTo>
                    <a:pt x="658" y="2071"/>
                  </a:lnTo>
                  <a:lnTo>
                    <a:pt x="487" y="1973"/>
                  </a:lnTo>
                  <a:lnTo>
                    <a:pt x="317" y="1827"/>
                  </a:lnTo>
                  <a:lnTo>
                    <a:pt x="195" y="1681"/>
                  </a:lnTo>
                  <a:lnTo>
                    <a:pt x="98" y="1486"/>
                  </a:lnTo>
                  <a:lnTo>
                    <a:pt x="25" y="1291"/>
                  </a:lnTo>
                  <a:lnTo>
                    <a:pt x="0" y="1072"/>
                  </a:lnTo>
                  <a:lnTo>
                    <a:pt x="0" y="1072"/>
                  </a:lnTo>
                  <a:lnTo>
                    <a:pt x="25" y="853"/>
                  </a:lnTo>
                  <a:lnTo>
                    <a:pt x="98" y="658"/>
                  </a:lnTo>
                  <a:lnTo>
                    <a:pt x="195" y="463"/>
                  </a:lnTo>
                  <a:lnTo>
                    <a:pt x="317" y="317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77" y="0"/>
                  </a:lnTo>
                  <a:lnTo>
                    <a:pt x="1096" y="0"/>
                  </a:lnTo>
                  <a:lnTo>
                    <a:pt x="1096" y="0"/>
                  </a:lnTo>
                  <a:lnTo>
                    <a:pt x="1315" y="0"/>
                  </a:lnTo>
                  <a:lnTo>
                    <a:pt x="1510" y="73"/>
                  </a:lnTo>
                  <a:lnTo>
                    <a:pt x="1681" y="171"/>
                  </a:lnTo>
                  <a:lnTo>
                    <a:pt x="1851" y="317"/>
                  </a:lnTo>
                  <a:lnTo>
                    <a:pt x="1973" y="463"/>
                  </a:lnTo>
                  <a:lnTo>
                    <a:pt x="2070" y="658"/>
                  </a:lnTo>
                  <a:lnTo>
                    <a:pt x="2144" y="853"/>
                  </a:lnTo>
                  <a:lnTo>
                    <a:pt x="2168" y="1072"/>
                  </a:lnTo>
                  <a:lnTo>
                    <a:pt x="2168" y="1072"/>
                  </a:lnTo>
                  <a:lnTo>
                    <a:pt x="2144" y="1291"/>
                  </a:lnTo>
                  <a:lnTo>
                    <a:pt x="2070" y="1486"/>
                  </a:lnTo>
                  <a:lnTo>
                    <a:pt x="1973" y="1681"/>
                  </a:lnTo>
                  <a:lnTo>
                    <a:pt x="1851" y="1827"/>
                  </a:lnTo>
                  <a:lnTo>
                    <a:pt x="1681" y="1973"/>
                  </a:lnTo>
                  <a:lnTo>
                    <a:pt x="1510" y="2071"/>
                  </a:lnTo>
                  <a:lnTo>
                    <a:pt x="1315" y="2119"/>
                  </a:lnTo>
                  <a:lnTo>
                    <a:pt x="1096" y="2144"/>
                  </a:lnTo>
                  <a:lnTo>
                    <a:pt x="1096" y="214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1"/>
            <p:cNvSpPr/>
            <p:nvPr/>
          </p:nvSpPr>
          <p:spPr>
            <a:xfrm>
              <a:off x="769875" y="2662650"/>
              <a:ext cx="23775" cy="23775"/>
            </a:xfrm>
            <a:custGeom>
              <a:rect b="b" l="l" r="r" t="t"/>
              <a:pathLst>
                <a:path extrusionOk="0" fill="none" h="951" w="951">
                  <a:moveTo>
                    <a:pt x="0" y="463"/>
                  </a:moveTo>
                  <a:lnTo>
                    <a:pt x="0" y="463"/>
                  </a:lnTo>
                  <a:lnTo>
                    <a:pt x="0" y="366"/>
                  </a:lnTo>
                  <a:lnTo>
                    <a:pt x="25" y="293"/>
                  </a:lnTo>
                  <a:lnTo>
                    <a:pt x="73" y="195"/>
                  </a:lnTo>
                  <a:lnTo>
                    <a:pt x="146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7" y="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658" y="25"/>
                  </a:lnTo>
                  <a:lnTo>
                    <a:pt x="755" y="73"/>
                  </a:lnTo>
                  <a:lnTo>
                    <a:pt x="828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0" y="366"/>
                  </a:lnTo>
                  <a:lnTo>
                    <a:pt x="950" y="463"/>
                  </a:lnTo>
                  <a:lnTo>
                    <a:pt x="950" y="463"/>
                  </a:lnTo>
                  <a:lnTo>
                    <a:pt x="950" y="561"/>
                  </a:lnTo>
                  <a:lnTo>
                    <a:pt x="926" y="658"/>
                  </a:lnTo>
                  <a:lnTo>
                    <a:pt x="877" y="755"/>
                  </a:lnTo>
                  <a:lnTo>
                    <a:pt x="828" y="804"/>
                  </a:lnTo>
                  <a:lnTo>
                    <a:pt x="755" y="877"/>
                  </a:lnTo>
                  <a:lnTo>
                    <a:pt x="658" y="926"/>
                  </a:lnTo>
                  <a:lnTo>
                    <a:pt x="585" y="950"/>
                  </a:lnTo>
                  <a:lnTo>
                    <a:pt x="487" y="950"/>
                  </a:lnTo>
                  <a:lnTo>
                    <a:pt x="487" y="950"/>
                  </a:lnTo>
                  <a:lnTo>
                    <a:pt x="390" y="950"/>
                  </a:lnTo>
                  <a:lnTo>
                    <a:pt x="293" y="926"/>
                  </a:lnTo>
                  <a:lnTo>
                    <a:pt x="220" y="877"/>
                  </a:lnTo>
                  <a:lnTo>
                    <a:pt x="146" y="804"/>
                  </a:lnTo>
                  <a:lnTo>
                    <a:pt x="73" y="755"/>
                  </a:lnTo>
                  <a:lnTo>
                    <a:pt x="25" y="658"/>
                  </a:lnTo>
                  <a:lnTo>
                    <a:pt x="0" y="561"/>
                  </a:lnTo>
                  <a:lnTo>
                    <a:pt x="0" y="463"/>
                  </a:lnTo>
                  <a:lnTo>
                    <a:pt x="0" y="46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1"/>
            <p:cNvSpPr/>
            <p:nvPr/>
          </p:nvSpPr>
          <p:spPr>
            <a:xfrm>
              <a:off x="799700" y="2503125"/>
              <a:ext cx="24375" cy="23775"/>
            </a:xfrm>
            <a:custGeom>
              <a:rect b="b" l="l" r="r" t="t"/>
              <a:pathLst>
                <a:path extrusionOk="0" fill="none" h="951" w="975">
                  <a:moveTo>
                    <a:pt x="1" y="463"/>
                  </a:moveTo>
                  <a:lnTo>
                    <a:pt x="1" y="463"/>
                  </a:lnTo>
                  <a:lnTo>
                    <a:pt x="25" y="366"/>
                  </a:lnTo>
                  <a:lnTo>
                    <a:pt x="49" y="293"/>
                  </a:lnTo>
                  <a:lnTo>
                    <a:pt x="98" y="195"/>
                  </a:lnTo>
                  <a:lnTo>
                    <a:pt x="147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585" y="0"/>
                  </a:lnTo>
                  <a:lnTo>
                    <a:pt x="683" y="25"/>
                  </a:lnTo>
                  <a:lnTo>
                    <a:pt x="756" y="73"/>
                  </a:lnTo>
                  <a:lnTo>
                    <a:pt x="829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1" y="366"/>
                  </a:lnTo>
                  <a:lnTo>
                    <a:pt x="975" y="463"/>
                  </a:lnTo>
                  <a:lnTo>
                    <a:pt x="975" y="463"/>
                  </a:lnTo>
                  <a:lnTo>
                    <a:pt x="951" y="561"/>
                  </a:lnTo>
                  <a:lnTo>
                    <a:pt x="926" y="658"/>
                  </a:lnTo>
                  <a:lnTo>
                    <a:pt x="877" y="731"/>
                  </a:lnTo>
                  <a:lnTo>
                    <a:pt x="829" y="804"/>
                  </a:lnTo>
                  <a:lnTo>
                    <a:pt x="756" y="877"/>
                  </a:lnTo>
                  <a:lnTo>
                    <a:pt x="683" y="902"/>
                  </a:lnTo>
                  <a:lnTo>
                    <a:pt x="585" y="950"/>
                  </a:lnTo>
                  <a:lnTo>
                    <a:pt x="488" y="950"/>
                  </a:lnTo>
                  <a:lnTo>
                    <a:pt x="488" y="950"/>
                  </a:lnTo>
                  <a:lnTo>
                    <a:pt x="390" y="950"/>
                  </a:lnTo>
                  <a:lnTo>
                    <a:pt x="293" y="902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31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1" y="463"/>
                  </a:lnTo>
                  <a:lnTo>
                    <a:pt x="1" y="463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41"/>
            <p:cNvSpPr/>
            <p:nvPr/>
          </p:nvSpPr>
          <p:spPr>
            <a:xfrm>
              <a:off x="766825" y="2388050"/>
              <a:ext cx="60925" cy="25"/>
            </a:xfrm>
            <a:custGeom>
              <a:rect b="b" l="l" r="r" t="t"/>
              <a:pathLst>
                <a:path extrusionOk="0" fill="none" h="1" w="2437">
                  <a:moveTo>
                    <a:pt x="2436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1"/>
            <p:cNvSpPr/>
            <p:nvPr/>
          </p:nvSpPr>
          <p:spPr>
            <a:xfrm>
              <a:off x="769875" y="2456250"/>
              <a:ext cx="31075" cy="31075"/>
            </a:xfrm>
            <a:custGeom>
              <a:rect b="b" l="l" r="r" t="t"/>
              <a:pathLst>
                <a:path extrusionOk="0" fill="none" h="1243" w="1243">
                  <a:moveTo>
                    <a:pt x="0" y="633"/>
                  </a:moveTo>
                  <a:lnTo>
                    <a:pt x="0" y="633"/>
                  </a:lnTo>
                  <a:lnTo>
                    <a:pt x="0" y="512"/>
                  </a:lnTo>
                  <a:lnTo>
                    <a:pt x="49" y="390"/>
                  </a:lnTo>
                  <a:lnTo>
                    <a:pt x="98" y="268"/>
                  </a:lnTo>
                  <a:lnTo>
                    <a:pt x="171" y="195"/>
                  </a:lnTo>
                  <a:lnTo>
                    <a:pt x="268" y="122"/>
                  </a:lnTo>
                  <a:lnTo>
                    <a:pt x="366" y="49"/>
                  </a:lnTo>
                  <a:lnTo>
                    <a:pt x="487" y="24"/>
                  </a:lnTo>
                  <a:lnTo>
                    <a:pt x="609" y="0"/>
                  </a:lnTo>
                  <a:lnTo>
                    <a:pt x="609" y="0"/>
                  </a:lnTo>
                  <a:lnTo>
                    <a:pt x="731" y="24"/>
                  </a:lnTo>
                  <a:lnTo>
                    <a:pt x="853" y="49"/>
                  </a:lnTo>
                  <a:lnTo>
                    <a:pt x="975" y="122"/>
                  </a:lnTo>
                  <a:lnTo>
                    <a:pt x="1048" y="195"/>
                  </a:lnTo>
                  <a:lnTo>
                    <a:pt x="1145" y="268"/>
                  </a:lnTo>
                  <a:lnTo>
                    <a:pt x="1194" y="390"/>
                  </a:lnTo>
                  <a:lnTo>
                    <a:pt x="1218" y="512"/>
                  </a:lnTo>
                  <a:lnTo>
                    <a:pt x="1242" y="633"/>
                  </a:lnTo>
                  <a:lnTo>
                    <a:pt x="1242" y="633"/>
                  </a:lnTo>
                  <a:lnTo>
                    <a:pt x="1218" y="755"/>
                  </a:lnTo>
                  <a:lnTo>
                    <a:pt x="1194" y="877"/>
                  </a:lnTo>
                  <a:lnTo>
                    <a:pt x="1145" y="974"/>
                  </a:lnTo>
                  <a:lnTo>
                    <a:pt x="1048" y="1072"/>
                  </a:lnTo>
                  <a:lnTo>
                    <a:pt x="975" y="1145"/>
                  </a:lnTo>
                  <a:lnTo>
                    <a:pt x="853" y="1193"/>
                  </a:lnTo>
                  <a:lnTo>
                    <a:pt x="731" y="1242"/>
                  </a:lnTo>
                  <a:lnTo>
                    <a:pt x="609" y="1242"/>
                  </a:lnTo>
                  <a:lnTo>
                    <a:pt x="609" y="1242"/>
                  </a:lnTo>
                  <a:lnTo>
                    <a:pt x="487" y="1242"/>
                  </a:lnTo>
                  <a:lnTo>
                    <a:pt x="366" y="1193"/>
                  </a:lnTo>
                  <a:lnTo>
                    <a:pt x="268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49" y="877"/>
                  </a:lnTo>
                  <a:lnTo>
                    <a:pt x="0" y="755"/>
                  </a:lnTo>
                  <a:lnTo>
                    <a:pt x="0" y="633"/>
                  </a:lnTo>
                  <a:lnTo>
                    <a:pt x="0" y="633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6" name="Google Shape;536;p41"/>
          <p:cNvGrpSpPr/>
          <p:nvPr/>
        </p:nvGrpSpPr>
        <p:grpSpPr>
          <a:xfrm>
            <a:off x="927557" y="2088866"/>
            <a:ext cx="320378" cy="320378"/>
            <a:chOff x="1278900" y="2333250"/>
            <a:chExt cx="381175" cy="381175"/>
          </a:xfrm>
        </p:grpSpPr>
        <p:sp>
          <p:nvSpPr>
            <p:cNvPr id="537" name="Google Shape;537;p41"/>
            <p:cNvSpPr/>
            <p:nvPr/>
          </p:nvSpPr>
          <p:spPr>
            <a:xfrm>
              <a:off x="1278900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41"/>
            <p:cNvSpPr/>
            <p:nvPr/>
          </p:nvSpPr>
          <p:spPr>
            <a:xfrm>
              <a:off x="15254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41"/>
            <p:cNvSpPr/>
            <p:nvPr/>
          </p:nvSpPr>
          <p:spPr>
            <a:xfrm>
              <a:off x="13696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41"/>
            <p:cNvSpPr/>
            <p:nvPr/>
          </p:nvSpPr>
          <p:spPr>
            <a:xfrm>
              <a:off x="1369600" y="2604200"/>
              <a:ext cx="199750" cy="40825"/>
            </a:xfrm>
            <a:custGeom>
              <a:rect b="b" l="l" r="r" t="t"/>
              <a:pathLst>
                <a:path extrusionOk="0" fill="none" h="1633" w="799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41"/>
          <p:cNvGrpSpPr/>
          <p:nvPr/>
        </p:nvGrpSpPr>
        <p:grpSpPr>
          <a:xfrm>
            <a:off x="1492520" y="2088866"/>
            <a:ext cx="320399" cy="320378"/>
            <a:chOff x="1951075" y="2333250"/>
            <a:chExt cx="381200" cy="381175"/>
          </a:xfrm>
        </p:grpSpPr>
        <p:sp>
          <p:nvSpPr>
            <p:cNvPr id="542" name="Google Shape;542;p41"/>
            <p:cNvSpPr/>
            <p:nvPr/>
          </p:nvSpPr>
          <p:spPr>
            <a:xfrm>
              <a:off x="1951075" y="2333250"/>
              <a:ext cx="381200" cy="381175"/>
            </a:xfrm>
            <a:custGeom>
              <a:rect b="b" l="l" r="r" t="t"/>
              <a:pathLst>
                <a:path extrusionOk="0" fill="none" h="15247" w="15248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5" y="49"/>
                  </a:lnTo>
                  <a:lnTo>
                    <a:pt x="6455" y="98"/>
                  </a:lnTo>
                  <a:lnTo>
                    <a:pt x="6090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70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2" y="2241"/>
                  </a:lnTo>
                  <a:lnTo>
                    <a:pt x="1974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4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50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50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4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4" y="12738"/>
                  </a:lnTo>
                  <a:lnTo>
                    <a:pt x="2242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70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90" y="15100"/>
                  </a:lnTo>
                  <a:lnTo>
                    <a:pt x="6455" y="15149"/>
                  </a:lnTo>
                  <a:lnTo>
                    <a:pt x="6845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1" y="13517"/>
                  </a:lnTo>
                  <a:lnTo>
                    <a:pt x="12739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2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4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4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2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9" y="1973"/>
                  </a:lnTo>
                  <a:lnTo>
                    <a:pt x="12471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1"/>
            <p:cNvSpPr/>
            <p:nvPr/>
          </p:nvSpPr>
          <p:spPr>
            <a:xfrm>
              <a:off x="21976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1"/>
            <p:cNvSpPr/>
            <p:nvPr/>
          </p:nvSpPr>
          <p:spPr>
            <a:xfrm>
              <a:off x="20418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1"/>
            <p:cNvSpPr/>
            <p:nvPr/>
          </p:nvSpPr>
          <p:spPr>
            <a:xfrm>
              <a:off x="2041800" y="2584100"/>
              <a:ext cx="199750" cy="41425"/>
            </a:xfrm>
            <a:custGeom>
              <a:rect b="b" l="l" r="r" t="t"/>
              <a:pathLst>
                <a:path extrusionOk="0" fill="none" h="1657" w="7990">
                  <a:moveTo>
                    <a:pt x="1" y="1657"/>
                  </a:moveTo>
                  <a:lnTo>
                    <a:pt x="1" y="1657"/>
                  </a:lnTo>
                  <a:lnTo>
                    <a:pt x="415" y="1291"/>
                  </a:lnTo>
                  <a:lnTo>
                    <a:pt x="853" y="950"/>
                  </a:lnTo>
                  <a:lnTo>
                    <a:pt x="1340" y="683"/>
                  </a:lnTo>
                  <a:lnTo>
                    <a:pt x="1827" y="439"/>
                  </a:lnTo>
                  <a:lnTo>
                    <a:pt x="2363" y="244"/>
                  </a:lnTo>
                  <a:lnTo>
                    <a:pt x="2875" y="122"/>
                  </a:lnTo>
                  <a:lnTo>
                    <a:pt x="3435" y="49"/>
                  </a:lnTo>
                  <a:lnTo>
                    <a:pt x="3995" y="1"/>
                  </a:lnTo>
                  <a:lnTo>
                    <a:pt x="3995" y="1"/>
                  </a:lnTo>
                  <a:lnTo>
                    <a:pt x="4555" y="49"/>
                  </a:lnTo>
                  <a:lnTo>
                    <a:pt x="5115" y="122"/>
                  </a:lnTo>
                  <a:lnTo>
                    <a:pt x="5627" y="244"/>
                  </a:lnTo>
                  <a:lnTo>
                    <a:pt x="6163" y="439"/>
                  </a:lnTo>
                  <a:lnTo>
                    <a:pt x="6650" y="683"/>
                  </a:lnTo>
                  <a:lnTo>
                    <a:pt x="7137" y="950"/>
                  </a:lnTo>
                  <a:lnTo>
                    <a:pt x="7575" y="1291"/>
                  </a:lnTo>
                  <a:lnTo>
                    <a:pt x="7989" y="1657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6" name="Google Shape;546;p41"/>
          <p:cNvGrpSpPr/>
          <p:nvPr/>
        </p:nvGrpSpPr>
        <p:grpSpPr>
          <a:xfrm>
            <a:off x="2057504" y="2088866"/>
            <a:ext cx="320378" cy="320378"/>
            <a:chOff x="2623275" y="2333250"/>
            <a:chExt cx="381175" cy="381175"/>
          </a:xfrm>
        </p:grpSpPr>
        <p:sp>
          <p:nvSpPr>
            <p:cNvPr id="547" name="Google Shape;547;p41"/>
            <p:cNvSpPr/>
            <p:nvPr/>
          </p:nvSpPr>
          <p:spPr>
            <a:xfrm>
              <a:off x="2623275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4" y="49"/>
                  </a:lnTo>
                  <a:lnTo>
                    <a:pt x="6455" y="98"/>
                  </a:lnTo>
                  <a:lnTo>
                    <a:pt x="6089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3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49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49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3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89" y="15100"/>
                  </a:lnTo>
                  <a:lnTo>
                    <a:pt x="6455" y="15149"/>
                  </a:lnTo>
                  <a:lnTo>
                    <a:pt x="6844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1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3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3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1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41"/>
            <p:cNvSpPr/>
            <p:nvPr/>
          </p:nvSpPr>
          <p:spPr>
            <a:xfrm>
              <a:off x="28698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4" y="171"/>
                  </a:lnTo>
                  <a:lnTo>
                    <a:pt x="1510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0" y="1632"/>
                  </a:lnTo>
                  <a:lnTo>
                    <a:pt x="1364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0" y="950"/>
                  </a:lnTo>
                  <a:lnTo>
                    <a:pt x="0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41"/>
            <p:cNvSpPr/>
            <p:nvPr/>
          </p:nvSpPr>
          <p:spPr>
            <a:xfrm>
              <a:off x="27140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1900"/>
                  </a:move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1"/>
            <p:cNvSpPr/>
            <p:nvPr/>
          </p:nvSpPr>
          <p:spPr>
            <a:xfrm>
              <a:off x="2810200" y="2595675"/>
              <a:ext cx="99875" cy="31075"/>
            </a:xfrm>
            <a:custGeom>
              <a:rect b="b" l="l" r="r" t="t"/>
              <a:pathLst>
                <a:path extrusionOk="0" fill="none" h="1243" w="3995">
                  <a:moveTo>
                    <a:pt x="1" y="1242"/>
                  </a:moveTo>
                  <a:lnTo>
                    <a:pt x="3995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1" name="Google Shape;551;p41"/>
          <p:cNvGrpSpPr/>
          <p:nvPr/>
        </p:nvGrpSpPr>
        <p:grpSpPr>
          <a:xfrm>
            <a:off x="2697209" y="2033603"/>
            <a:ext cx="170937" cy="426827"/>
            <a:chOff x="3384375" y="2267500"/>
            <a:chExt cx="203375" cy="507825"/>
          </a:xfrm>
        </p:grpSpPr>
        <p:sp>
          <p:nvSpPr>
            <p:cNvPr id="552" name="Google Shape;552;p41"/>
            <p:cNvSpPr/>
            <p:nvPr/>
          </p:nvSpPr>
          <p:spPr>
            <a:xfrm>
              <a:off x="3384375" y="2373425"/>
              <a:ext cx="203375" cy="401900"/>
            </a:xfrm>
            <a:custGeom>
              <a:rect b="b" l="l" r="r" t="t"/>
              <a:pathLst>
                <a:path extrusionOk="0" fill="none" h="16076" w="8135">
                  <a:moveTo>
                    <a:pt x="4896" y="1"/>
                  </a:moveTo>
                  <a:lnTo>
                    <a:pt x="4896" y="1"/>
                  </a:lnTo>
                  <a:lnTo>
                    <a:pt x="4701" y="74"/>
                  </a:lnTo>
                  <a:lnTo>
                    <a:pt x="4506" y="147"/>
                  </a:lnTo>
                  <a:lnTo>
                    <a:pt x="4287" y="196"/>
                  </a:lnTo>
                  <a:lnTo>
                    <a:pt x="4068" y="196"/>
                  </a:lnTo>
                  <a:lnTo>
                    <a:pt x="4068" y="196"/>
                  </a:lnTo>
                  <a:lnTo>
                    <a:pt x="3848" y="196"/>
                  </a:lnTo>
                  <a:lnTo>
                    <a:pt x="3654" y="147"/>
                  </a:lnTo>
                  <a:lnTo>
                    <a:pt x="3434" y="98"/>
                  </a:lnTo>
                  <a:lnTo>
                    <a:pt x="3240" y="1"/>
                  </a:lnTo>
                  <a:lnTo>
                    <a:pt x="3240" y="1"/>
                  </a:lnTo>
                  <a:lnTo>
                    <a:pt x="2996" y="50"/>
                  </a:lnTo>
                  <a:lnTo>
                    <a:pt x="2777" y="98"/>
                  </a:lnTo>
                  <a:lnTo>
                    <a:pt x="2558" y="171"/>
                  </a:lnTo>
                  <a:lnTo>
                    <a:pt x="2363" y="269"/>
                  </a:lnTo>
                  <a:lnTo>
                    <a:pt x="2168" y="366"/>
                  </a:lnTo>
                  <a:lnTo>
                    <a:pt x="1973" y="464"/>
                  </a:lnTo>
                  <a:lnTo>
                    <a:pt x="1803" y="585"/>
                  </a:lnTo>
                  <a:lnTo>
                    <a:pt x="1632" y="731"/>
                  </a:lnTo>
                  <a:lnTo>
                    <a:pt x="1486" y="878"/>
                  </a:lnTo>
                  <a:lnTo>
                    <a:pt x="1340" y="1024"/>
                  </a:lnTo>
                  <a:lnTo>
                    <a:pt x="1072" y="1365"/>
                  </a:lnTo>
                  <a:lnTo>
                    <a:pt x="853" y="1779"/>
                  </a:lnTo>
                  <a:lnTo>
                    <a:pt x="658" y="2193"/>
                  </a:lnTo>
                  <a:lnTo>
                    <a:pt x="488" y="2680"/>
                  </a:lnTo>
                  <a:lnTo>
                    <a:pt x="341" y="3167"/>
                  </a:lnTo>
                  <a:lnTo>
                    <a:pt x="244" y="3727"/>
                  </a:lnTo>
                  <a:lnTo>
                    <a:pt x="147" y="4287"/>
                  </a:lnTo>
                  <a:lnTo>
                    <a:pt x="73" y="4896"/>
                  </a:lnTo>
                  <a:lnTo>
                    <a:pt x="49" y="5529"/>
                  </a:lnTo>
                  <a:lnTo>
                    <a:pt x="25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5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5"/>
                  </a:lnTo>
                  <a:lnTo>
                    <a:pt x="268" y="7502"/>
                  </a:lnTo>
                  <a:lnTo>
                    <a:pt x="390" y="7575"/>
                  </a:lnTo>
                  <a:lnTo>
                    <a:pt x="512" y="7624"/>
                  </a:lnTo>
                  <a:lnTo>
                    <a:pt x="658" y="7648"/>
                  </a:lnTo>
                  <a:lnTo>
                    <a:pt x="658" y="7648"/>
                  </a:lnTo>
                  <a:lnTo>
                    <a:pt x="804" y="7624"/>
                  </a:lnTo>
                  <a:lnTo>
                    <a:pt x="926" y="7575"/>
                  </a:lnTo>
                  <a:lnTo>
                    <a:pt x="1048" y="7502"/>
                  </a:lnTo>
                  <a:lnTo>
                    <a:pt x="1145" y="7405"/>
                  </a:lnTo>
                  <a:lnTo>
                    <a:pt x="1218" y="7307"/>
                  </a:lnTo>
                  <a:lnTo>
                    <a:pt x="1267" y="7161"/>
                  </a:lnTo>
                  <a:lnTo>
                    <a:pt x="1291" y="7015"/>
                  </a:lnTo>
                  <a:lnTo>
                    <a:pt x="1316" y="6869"/>
                  </a:lnTo>
                  <a:lnTo>
                    <a:pt x="1316" y="6869"/>
                  </a:lnTo>
                  <a:lnTo>
                    <a:pt x="1340" y="6260"/>
                  </a:lnTo>
                  <a:lnTo>
                    <a:pt x="1413" y="5554"/>
                  </a:lnTo>
                  <a:lnTo>
                    <a:pt x="1510" y="4847"/>
                  </a:lnTo>
                  <a:lnTo>
                    <a:pt x="1632" y="4141"/>
                  </a:lnTo>
                  <a:lnTo>
                    <a:pt x="1754" y="3532"/>
                  </a:lnTo>
                  <a:lnTo>
                    <a:pt x="1876" y="3021"/>
                  </a:lnTo>
                  <a:lnTo>
                    <a:pt x="1998" y="2680"/>
                  </a:lnTo>
                  <a:lnTo>
                    <a:pt x="2046" y="2607"/>
                  </a:lnTo>
                  <a:lnTo>
                    <a:pt x="2095" y="2582"/>
                  </a:lnTo>
                  <a:lnTo>
                    <a:pt x="2095" y="2582"/>
                  </a:lnTo>
                  <a:lnTo>
                    <a:pt x="2095" y="2631"/>
                  </a:lnTo>
                  <a:lnTo>
                    <a:pt x="2119" y="2729"/>
                  </a:lnTo>
                  <a:lnTo>
                    <a:pt x="2119" y="3143"/>
                  </a:lnTo>
                  <a:lnTo>
                    <a:pt x="2071" y="4555"/>
                  </a:lnTo>
                  <a:lnTo>
                    <a:pt x="1949" y="6577"/>
                  </a:lnTo>
                  <a:lnTo>
                    <a:pt x="1827" y="8842"/>
                  </a:lnTo>
                  <a:lnTo>
                    <a:pt x="1535" y="13128"/>
                  </a:lnTo>
                  <a:lnTo>
                    <a:pt x="1389" y="15077"/>
                  </a:lnTo>
                  <a:lnTo>
                    <a:pt x="1389" y="15077"/>
                  </a:lnTo>
                  <a:lnTo>
                    <a:pt x="1389" y="15247"/>
                  </a:lnTo>
                  <a:lnTo>
                    <a:pt x="1413" y="15418"/>
                  </a:lnTo>
                  <a:lnTo>
                    <a:pt x="1462" y="15564"/>
                  </a:lnTo>
                  <a:lnTo>
                    <a:pt x="1559" y="15710"/>
                  </a:lnTo>
                  <a:lnTo>
                    <a:pt x="1657" y="15856"/>
                  </a:lnTo>
                  <a:lnTo>
                    <a:pt x="1778" y="15953"/>
                  </a:lnTo>
                  <a:lnTo>
                    <a:pt x="1924" y="16026"/>
                  </a:lnTo>
                  <a:lnTo>
                    <a:pt x="2095" y="16075"/>
                  </a:lnTo>
                  <a:lnTo>
                    <a:pt x="2095" y="16075"/>
                  </a:lnTo>
                  <a:lnTo>
                    <a:pt x="2217" y="16075"/>
                  </a:lnTo>
                  <a:lnTo>
                    <a:pt x="2217" y="16075"/>
                  </a:lnTo>
                  <a:lnTo>
                    <a:pt x="2387" y="16075"/>
                  </a:lnTo>
                  <a:lnTo>
                    <a:pt x="2509" y="16026"/>
                  </a:lnTo>
                  <a:lnTo>
                    <a:pt x="2655" y="15953"/>
                  </a:lnTo>
                  <a:lnTo>
                    <a:pt x="2777" y="15880"/>
                  </a:lnTo>
                  <a:lnTo>
                    <a:pt x="2874" y="15758"/>
                  </a:lnTo>
                  <a:lnTo>
                    <a:pt x="2947" y="15637"/>
                  </a:lnTo>
                  <a:lnTo>
                    <a:pt x="3020" y="15491"/>
                  </a:lnTo>
                  <a:lnTo>
                    <a:pt x="3045" y="15344"/>
                  </a:lnTo>
                  <a:lnTo>
                    <a:pt x="3702" y="8525"/>
                  </a:lnTo>
                  <a:lnTo>
                    <a:pt x="3702" y="8525"/>
                  </a:lnTo>
                  <a:lnTo>
                    <a:pt x="3727" y="8452"/>
                  </a:lnTo>
                  <a:lnTo>
                    <a:pt x="3775" y="8330"/>
                  </a:lnTo>
                  <a:lnTo>
                    <a:pt x="3824" y="8282"/>
                  </a:lnTo>
                  <a:lnTo>
                    <a:pt x="3873" y="8208"/>
                  </a:lnTo>
                  <a:lnTo>
                    <a:pt x="3970" y="8184"/>
                  </a:lnTo>
                  <a:lnTo>
                    <a:pt x="4068" y="8160"/>
                  </a:lnTo>
                  <a:lnTo>
                    <a:pt x="4068" y="8160"/>
                  </a:lnTo>
                  <a:lnTo>
                    <a:pt x="4165" y="8184"/>
                  </a:lnTo>
                  <a:lnTo>
                    <a:pt x="4263" y="8208"/>
                  </a:lnTo>
                  <a:lnTo>
                    <a:pt x="4311" y="8282"/>
                  </a:lnTo>
                  <a:lnTo>
                    <a:pt x="4360" y="8330"/>
                  </a:lnTo>
                  <a:lnTo>
                    <a:pt x="4409" y="8452"/>
                  </a:lnTo>
                  <a:lnTo>
                    <a:pt x="4433" y="8525"/>
                  </a:lnTo>
                  <a:lnTo>
                    <a:pt x="5091" y="15344"/>
                  </a:lnTo>
                  <a:lnTo>
                    <a:pt x="5091" y="15344"/>
                  </a:lnTo>
                  <a:lnTo>
                    <a:pt x="5115" y="15491"/>
                  </a:lnTo>
                  <a:lnTo>
                    <a:pt x="5188" y="15637"/>
                  </a:lnTo>
                  <a:lnTo>
                    <a:pt x="5261" y="15758"/>
                  </a:lnTo>
                  <a:lnTo>
                    <a:pt x="5358" y="15880"/>
                  </a:lnTo>
                  <a:lnTo>
                    <a:pt x="5480" y="15953"/>
                  </a:lnTo>
                  <a:lnTo>
                    <a:pt x="5626" y="16026"/>
                  </a:lnTo>
                  <a:lnTo>
                    <a:pt x="5748" y="16075"/>
                  </a:lnTo>
                  <a:lnTo>
                    <a:pt x="5919" y="16075"/>
                  </a:lnTo>
                  <a:lnTo>
                    <a:pt x="5919" y="16075"/>
                  </a:lnTo>
                  <a:lnTo>
                    <a:pt x="6040" y="16075"/>
                  </a:lnTo>
                  <a:lnTo>
                    <a:pt x="6040" y="16075"/>
                  </a:lnTo>
                  <a:lnTo>
                    <a:pt x="6211" y="16026"/>
                  </a:lnTo>
                  <a:lnTo>
                    <a:pt x="6357" y="15953"/>
                  </a:lnTo>
                  <a:lnTo>
                    <a:pt x="6479" y="15856"/>
                  </a:lnTo>
                  <a:lnTo>
                    <a:pt x="6576" y="15710"/>
                  </a:lnTo>
                  <a:lnTo>
                    <a:pt x="6674" y="15564"/>
                  </a:lnTo>
                  <a:lnTo>
                    <a:pt x="6722" y="15418"/>
                  </a:lnTo>
                  <a:lnTo>
                    <a:pt x="6747" y="15247"/>
                  </a:lnTo>
                  <a:lnTo>
                    <a:pt x="6747" y="15077"/>
                  </a:lnTo>
                  <a:lnTo>
                    <a:pt x="6747" y="15077"/>
                  </a:lnTo>
                  <a:lnTo>
                    <a:pt x="6601" y="13128"/>
                  </a:lnTo>
                  <a:lnTo>
                    <a:pt x="6333" y="8890"/>
                  </a:lnTo>
                  <a:lnTo>
                    <a:pt x="6187" y="6601"/>
                  </a:lnTo>
                  <a:lnTo>
                    <a:pt x="6089" y="4604"/>
                  </a:lnTo>
                  <a:lnTo>
                    <a:pt x="6040" y="3167"/>
                  </a:lnTo>
                  <a:lnTo>
                    <a:pt x="6040" y="2753"/>
                  </a:lnTo>
                  <a:lnTo>
                    <a:pt x="6040" y="2582"/>
                  </a:lnTo>
                  <a:lnTo>
                    <a:pt x="6040" y="2582"/>
                  </a:lnTo>
                  <a:lnTo>
                    <a:pt x="6065" y="2582"/>
                  </a:lnTo>
                  <a:lnTo>
                    <a:pt x="6089" y="2582"/>
                  </a:lnTo>
                  <a:lnTo>
                    <a:pt x="6138" y="2680"/>
                  </a:lnTo>
                  <a:lnTo>
                    <a:pt x="6235" y="2996"/>
                  </a:lnTo>
                  <a:lnTo>
                    <a:pt x="6381" y="3484"/>
                  </a:lnTo>
                  <a:lnTo>
                    <a:pt x="6503" y="4117"/>
                  </a:lnTo>
                  <a:lnTo>
                    <a:pt x="6625" y="4823"/>
                  </a:lnTo>
                  <a:lnTo>
                    <a:pt x="6722" y="5554"/>
                  </a:lnTo>
                  <a:lnTo>
                    <a:pt x="6795" y="6260"/>
                  </a:lnTo>
                  <a:lnTo>
                    <a:pt x="6820" y="6869"/>
                  </a:lnTo>
                  <a:lnTo>
                    <a:pt x="6820" y="6869"/>
                  </a:lnTo>
                  <a:lnTo>
                    <a:pt x="6844" y="7015"/>
                  </a:lnTo>
                  <a:lnTo>
                    <a:pt x="6869" y="7161"/>
                  </a:lnTo>
                  <a:lnTo>
                    <a:pt x="6917" y="7307"/>
                  </a:lnTo>
                  <a:lnTo>
                    <a:pt x="6990" y="7405"/>
                  </a:lnTo>
                  <a:lnTo>
                    <a:pt x="7088" y="7502"/>
                  </a:lnTo>
                  <a:lnTo>
                    <a:pt x="7209" y="7575"/>
                  </a:lnTo>
                  <a:lnTo>
                    <a:pt x="7331" y="7624"/>
                  </a:lnTo>
                  <a:lnTo>
                    <a:pt x="7477" y="7648"/>
                  </a:lnTo>
                  <a:lnTo>
                    <a:pt x="7477" y="7648"/>
                  </a:lnTo>
                  <a:lnTo>
                    <a:pt x="7624" y="7624"/>
                  </a:lnTo>
                  <a:lnTo>
                    <a:pt x="7745" y="7575"/>
                  </a:lnTo>
                  <a:lnTo>
                    <a:pt x="7867" y="7502"/>
                  </a:lnTo>
                  <a:lnTo>
                    <a:pt x="7964" y="7405"/>
                  </a:lnTo>
                  <a:lnTo>
                    <a:pt x="8038" y="7307"/>
                  </a:lnTo>
                  <a:lnTo>
                    <a:pt x="8086" y="7161"/>
                  </a:lnTo>
                  <a:lnTo>
                    <a:pt x="8111" y="7015"/>
                  </a:lnTo>
                  <a:lnTo>
                    <a:pt x="8135" y="6869"/>
                  </a:lnTo>
                  <a:lnTo>
                    <a:pt x="8135" y="6869"/>
                  </a:lnTo>
                  <a:lnTo>
                    <a:pt x="8111" y="5505"/>
                  </a:lnTo>
                  <a:lnTo>
                    <a:pt x="8086" y="4872"/>
                  </a:lnTo>
                  <a:lnTo>
                    <a:pt x="8038" y="4287"/>
                  </a:lnTo>
                  <a:lnTo>
                    <a:pt x="7964" y="3703"/>
                  </a:lnTo>
                  <a:lnTo>
                    <a:pt x="7867" y="3167"/>
                  </a:lnTo>
                  <a:lnTo>
                    <a:pt x="7745" y="2656"/>
                  </a:lnTo>
                  <a:lnTo>
                    <a:pt x="7599" y="2168"/>
                  </a:lnTo>
                  <a:lnTo>
                    <a:pt x="7404" y="1754"/>
                  </a:lnTo>
                  <a:lnTo>
                    <a:pt x="7185" y="1365"/>
                  </a:lnTo>
                  <a:lnTo>
                    <a:pt x="7063" y="1170"/>
                  </a:lnTo>
                  <a:lnTo>
                    <a:pt x="6917" y="999"/>
                  </a:lnTo>
                  <a:lnTo>
                    <a:pt x="6771" y="853"/>
                  </a:lnTo>
                  <a:lnTo>
                    <a:pt x="6625" y="707"/>
                  </a:lnTo>
                  <a:lnTo>
                    <a:pt x="6454" y="561"/>
                  </a:lnTo>
                  <a:lnTo>
                    <a:pt x="6260" y="439"/>
                  </a:lnTo>
                  <a:lnTo>
                    <a:pt x="6065" y="342"/>
                  </a:lnTo>
                  <a:lnTo>
                    <a:pt x="5870" y="244"/>
                  </a:lnTo>
                  <a:lnTo>
                    <a:pt x="5651" y="171"/>
                  </a:lnTo>
                  <a:lnTo>
                    <a:pt x="5407" y="98"/>
                  </a:lnTo>
                  <a:lnTo>
                    <a:pt x="5164" y="50"/>
                  </a:lnTo>
                  <a:lnTo>
                    <a:pt x="4896" y="1"/>
                  </a:lnTo>
                  <a:lnTo>
                    <a:pt x="4896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41"/>
            <p:cNvSpPr/>
            <p:nvPr/>
          </p:nvSpPr>
          <p:spPr>
            <a:xfrm>
              <a:off x="3443425" y="2267500"/>
              <a:ext cx="85275" cy="93775"/>
            </a:xfrm>
            <a:custGeom>
              <a:rect b="b" l="l" r="r" t="t"/>
              <a:pathLst>
                <a:path extrusionOk="0" fill="none" h="3751" w="3411">
                  <a:moveTo>
                    <a:pt x="1" y="1705"/>
                  </a:moveTo>
                  <a:lnTo>
                    <a:pt x="1" y="1705"/>
                  </a:lnTo>
                  <a:lnTo>
                    <a:pt x="1" y="1510"/>
                  </a:lnTo>
                  <a:lnTo>
                    <a:pt x="25" y="1315"/>
                  </a:lnTo>
                  <a:lnTo>
                    <a:pt x="74" y="1145"/>
                  </a:lnTo>
                  <a:lnTo>
                    <a:pt x="123" y="999"/>
                  </a:lnTo>
                  <a:lnTo>
                    <a:pt x="196" y="852"/>
                  </a:lnTo>
                  <a:lnTo>
                    <a:pt x="293" y="706"/>
                  </a:lnTo>
                  <a:lnTo>
                    <a:pt x="391" y="585"/>
                  </a:lnTo>
                  <a:lnTo>
                    <a:pt x="488" y="463"/>
                  </a:lnTo>
                  <a:lnTo>
                    <a:pt x="610" y="341"/>
                  </a:lnTo>
                  <a:lnTo>
                    <a:pt x="756" y="268"/>
                  </a:lnTo>
                  <a:lnTo>
                    <a:pt x="902" y="171"/>
                  </a:lnTo>
                  <a:lnTo>
                    <a:pt x="1048" y="122"/>
                  </a:lnTo>
                  <a:lnTo>
                    <a:pt x="1194" y="49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876" y="0"/>
                  </a:lnTo>
                  <a:lnTo>
                    <a:pt x="2047" y="24"/>
                  </a:lnTo>
                  <a:lnTo>
                    <a:pt x="2217" y="49"/>
                  </a:lnTo>
                  <a:lnTo>
                    <a:pt x="2363" y="122"/>
                  </a:lnTo>
                  <a:lnTo>
                    <a:pt x="2509" y="171"/>
                  </a:lnTo>
                  <a:lnTo>
                    <a:pt x="2656" y="268"/>
                  </a:lnTo>
                  <a:lnTo>
                    <a:pt x="2802" y="341"/>
                  </a:lnTo>
                  <a:lnTo>
                    <a:pt x="2923" y="463"/>
                  </a:lnTo>
                  <a:lnTo>
                    <a:pt x="3021" y="585"/>
                  </a:lnTo>
                  <a:lnTo>
                    <a:pt x="3118" y="706"/>
                  </a:lnTo>
                  <a:lnTo>
                    <a:pt x="3216" y="852"/>
                  </a:lnTo>
                  <a:lnTo>
                    <a:pt x="3289" y="999"/>
                  </a:lnTo>
                  <a:lnTo>
                    <a:pt x="3337" y="1145"/>
                  </a:lnTo>
                  <a:lnTo>
                    <a:pt x="3386" y="1315"/>
                  </a:lnTo>
                  <a:lnTo>
                    <a:pt x="3411" y="1510"/>
                  </a:lnTo>
                  <a:lnTo>
                    <a:pt x="3411" y="1705"/>
                  </a:lnTo>
                  <a:lnTo>
                    <a:pt x="3411" y="1705"/>
                  </a:lnTo>
                  <a:lnTo>
                    <a:pt x="3411" y="1900"/>
                  </a:lnTo>
                  <a:lnTo>
                    <a:pt x="3386" y="2095"/>
                  </a:lnTo>
                  <a:lnTo>
                    <a:pt x="3337" y="2265"/>
                  </a:lnTo>
                  <a:lnTo>
                    <a:pt x="3289" y="2460"/>
                  </a:lnTo>
                  <a:lnTo>
                    <a:pt x="3216" y="2630"/>
                  </a:lnTo>
                  <a:lnTo>
                    <a:pt x="3118" y="2801"/>
                  </a:lnTo>
                  <a:lnTo>
                    <a:pt x="3021" y="2971"/>
                  </a:lnTo>
                  <a:lnTo>
                    <a:pt x="2923" y="3117"/>
                  </a:lnTo>
                  <a:lnTo>
                    <a:pt x="2802" y="3264"/>
                  </a:lnTo>
                  <a:lnTo>
                    <a:pt x="2656" y="3385"/>
                  </a:lnTo>
                  <a:lnTo>
                    <a:pt x="2509" y="3483"/>
                  </a:lnTo>
                  <a:lnTo>
                    <a:pt x="2363" y="3580"/>
                  </a:lnTo>
                  <a:lnTo>
                    <a:pt x="2217" y="3653"/>
                  </a:lnTo>
                  <a:lnTo>
                    <a:pt x="2047" y="3702"/>
                  </a:lnTo>
                  <a:lnTo>
                    <a:pt x="1876" y="3751"/>
                  </a:lnTo>
                  <a:lnTo>
                    <a:pt x="1706" y="3751"/>
                  </a:lnTo>
                  <a:lnTo>
                    <a:pt x="1706" y="3751"/>
                  </a:lnTo>
                  <a:lnTo>
                    <a:pt x="1535" y="3751"/>
                  </a:lnTo>
                  <a:lnTo>
                    <a:pt x="1365" y="3702"/>
                  </a:lnTo>
                  <a:lnTo>
                    <a:pt x="1194" y="3653"/>
                  </a:lnTo>
                  <a:lnTo>
                    <a:pt x="1048" y="3580"/>
                  </a:lnTo>
                  <a:lnTo>
                    <a:pt x="902" y="3483"/>
                  </a:lnTo>
                  <a:lnTo>
                    <a:pt x="756" y="3385"/>
                  </a:lnTo>
                  <a:lnTo>
                    <a:pt x="610" y="3264"/>
                  </a:lnTo>
                  <a:lnTo>
                    <a:pt x="488" y="3117"/>
                  </a:lnTo>
                  <a:lnTo>
                    <a:pt x="391" y="2971"/>
                  </a:lnTo>
                  <a:lnTo>
                    <a:pt x="293" y="2801"/>
                  </a:lnTo>
                  <a:lnTo>
                    <a:pt x="196" y="2630"/>
                  </a:lnTo>
                  <a:lnTo>
                    <a:pt x="123" y="2460"/>
                  </a:lnTo>
                  <a:lnTo>
                    <a:pt x="74" y="2265"/>
                  </a:lnTo>
                  <a:lnTo>
                    <a:pt x="25" y="2095"/>
                  </a:lnTo>
                  <a:lnTo>
                    <a:pt x="1" y="1900"/>
                  </a:lnTo>
                  <a:lnTo>
                    <a:pt x="1" y="1705"/>
                  </a:lnTo>
                  <a:lnTo>
                    <a:pt x="1" y="170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4" name="Google Shape;554;p41"/>
          <p:cNvGrpSpPr/>
          <p:nvPr/>
        </p:nvGrpSpPr>
        <p:grpSpPr>
          <a:xfrm>
            <a:off x="3842516" y="2087836"/>
            <a:ext cx="140237" cy="318339"/>
            <a:chOff x="4747025" y="2332025"/>
            <a:chExt cx="166850" cy="378750"/>
          </a:xfrm>
        </p:grpSpPr>
        <p:sp>
          <p:nvSpPr>
            <p:cNvPr id="555" name="Google Shape;555;p41"/>
            <p:cNvSpPr/>
            <p:nvPr/>
          </p:nvSpPr>
          <p:spPr>
            <a:xfrm>
              <a:off x="4747025" y="2427025"/>
              <a:ext cx="166850" cy="283750"/>
            </a:xfrm>
            <a:custGeom>
              <a:rect b="b" l="l" r="r" t="t"/>
              <a:pathLst>
                <a:path extrusionOk="0" fill="none" h="11350" w="6674">
                  <a:moveTo>
                    <a:pt x="4019" y="0"/>
                  </a:moveTo>
                  <a:lnTo>
                    <a:pt x="4019" y="0"/>
                  </a:lnTo>
                  <a:lnTo>
                    <a:pt x="3873" y="73"/>
                  </a:lnTo>
                  <a:lnTo>
                    <a:pt x="3703" y="122"/>
                  </a:lnTo>
                  <a:lnTo>
                    <a:pt x="3508" y="171"/>
                  </a:lnTo>
                  <a:lnTo>
                    <a:pt x="3337" y="171"/>
                  </a:lnTo>
                  <a:lnTo>
                    <a:pt x="3337" y="171"/>
                  </a:lnTo>
                  <a:lnTo>
                    <a:pt x="3167" y="171"/>
                  </a:lnTo>
                  <a:lnTo>
                    <a:pt x="2996" y="146"/>
                  </a:lnTo>
                  <a:lnTo>
                    <a:pt x="2826" y="73"/>
                  </a:lnTo>
                  <a:lnTo>
                    <a:pt x="2655" y="24"/>
                  </a:lnTo>
                  <a:lnTo>
                    <a:pt x="2655" y="24"/>
                  </a:lnTo>
                  <a:lnTo>
                    <a:pt x="2412" y="24"/>
                  </a:lnTo>
                  <a:lnTo>
                    <a:pt x="2168" y="97"/>
                  </a:lnTo>
                  <a:lnTo>
                    <a:pt x="1949" y="171"/>
                  </a:lnTo>
                  <a:lnTo>
                    <a:pt x="1706" y="317"/>
                  </a:lnTo>
                  <a:lnTo>
                    <a:pt x="1486" y="487"/>
                  </a:lnTo>
                  <a:lnTo>
                    <a:pt x="1243" y="682"/>
                  </a:lnTo>
                  <a:lnTo>
                    <a:pt x="1048" y="926"/>
                  </a:lnTo>
                  <a:lnTo>
                    <a:pt x="853" y="1193"/>
                  </a:lnTo>
                  <a:lnTo>
                    <a:pt x="658" y="1510"/>
                  </a:lnTo>
                  <a:lnTo>
                    <a:pt x="512" y="1851"/>
                  </a:lnTo>
                  <a:lnTo>
                    <a:pt x="366" y="2216"/>
                  </a:lnTo>
                  <a:lnTo>
                    <a:pt x="244" y="2630"/>
                  </a:lnTo>
                  <a:lnTo>
                    <a:pt x="123" y="3093"/>
                  </a:lnTo>
                  <a:lnTo>
                    <a:pt x="49" y="3580"/>
                  </a:lnTo>
                  <a:lnTo>
                    <a:pt x="1" y="4092"/>
                  </a:lnTo>
                  <a:lnTo>
                    <a:pt x="1" y="4652"/>
                  </a:lnTo>
                  <a:lnTo>
                    <a:pt x="1" y="4652"/>
                  </a:lnTo>
                  <a:lnTo>
                    <a:pt x="1" y="4774"/>
                  </a:lnTo>
                  <a:lnTo>
                    <a:pt x="25" y="4895"/>
                  </a:lnTo>
                  <a:lnTo>
                    <a:pt x="74" y="4993"/>
                  </a:lnTo>
                  <a:lnTo>
                    <a:pt x="147" y="5090"/>
                  </a:lnTo>
                  <a:lnTo>
                    <a:pt x="220" y="5163"/>
                  </a:lnTo>
                  <a:lnTo>
                    <a:pt x="317" y="5236"/>
                  </a:lnTo>
                  <a:lnTo>
                    <a:pt x="415" y="5261"/>
                  </a:lnTo>
                  <a:lnTo>
                    <a:pt x="537" y="5285"/>
                  </a:lnTo>
                  <a:lnTo>
                    <a:pt x="537" y="5285"/>
                  </a:lnTo>
                  <a:lnTo>
                    <a:pt x="658" y="5261"/>
                  </a:lnTo>
                  <a:lnTo>
                    <a:pt x="756" y="5236"/>
                  </a:lnTo>
                  <a:lnTo>
                    <a:pt x="853" y="5163"/>
                  </a:lnTo>
                  <a:lnTo>
                    <a:pt x="926" y="5090"/>
                  </a:lnTo>
                  <a:lnTo>
                    <a:pt x="999" y="4993"/>
                  </a:lnTo>
                  <a:lnTo>
                    <a:pt x="1024" y="4895"/>
                  </a:lnTo>
                  <a:lnTo>
                    <a:pt x="1048" y="4774"/>
                  </a:lnTo>
                  <a:lnTo>
                    <a:pt x="1072" y="4652"/>
                  </a:lnTo>
                  <a:lnTo>
                    <a:pt x="1072" y="4652"/>
                  </a:lnTo>
                  <a:lnTo>
                    <a:pt x="1097" y="4189"/>
                  </a:lnTo>
                  <a:lnTo>
                    <a:pt x="1145" y="3726"/>
                  </a:lnTo>
                  <a:lnTo>
                    <a:pt x="1218" y="3312"/>
                  </a:lnTo>
                  <a:lnTo>
                    <a:pt x="1316" y="2923"/>
                  </a:lnTo>
                  <a:lnTo>
                    <a:pt x="1438" y="2582"/>
                  </a:lnTo>
                  <a:lnTo>
                    <a:pt x="1535" y="2338"/>
                  </a:lnTo>
                  <a:lnTo>
                    <a:pt x="1633" y="2168"/>
                  </a:lnTo>
                  <a:lnTo>
                    <a:pt x="1681" y="2143"/>
                  </a:lnTo>
                  <a:lnTo>
                    <a:pt x="1706" y="2143"/>
                  </a:lnTo>
                  <a:lnTo>
                    <a:pt x="1706" y="2143"/>
                  </a:lnTo>
                  <a:lnTo>
                    <a:pt x="1730" y="2241"/>
                  </a:lnTo>
                  <a:lnTo>
                    <a:pt x="1730" y="2509"/>
                  </a:lnTo>
                  <a:lnTo>
                    <a:pt x="1681" y="3483"/>
                  </a:lnTo>
                  <a:lnTo>
                    <a:pt x="1608" y="4822"/>
                  </a:lnTo>
                  <a:lnTo>
                    <a:pt x="1486" y="6357"/>
                  </a:lnTo>
                  <a:lnTo>
                    <a:pt x="1243" y="9231"/>
                  </a:lnTo>
                  <a:lnTo>
                    <a:pt x="1145" y="10521"/>
                  </a:lnTo>
                  <a:lnTo>
                    <a:pt x="1145" y="10521"/>
                  </a:lnTo>
                  <a:lnTo>
                    <a:pt x="1145" y="10668"/>
                  </a:lnTo>
                  <a:lnTo>
                    <a:pt x="1145" y="10814"/>
                  </a:lnTo>
                  <a:lnTo>
                    <a:pt x="1194" y="10935"/>
                  </a:lnTo>
                  <a:lnTo>
                    <a:pt x="1267" y="11057"/>
                  </a:lnTo>
                  <a:lnTo>
                    <a:pt x="1340" y="11155"/>
                  </a:lnTo>
                  <a:lnTo>
                    <a:pt x="1462" y="11252"/>
                  </a:lnTo>
                  <a:lnTo>
                    <a:pt x="1584" y="11325"/>
                  </a:lnTo>
                  <a:lnTo>
                    <a:pt x="1706" y="11349"/>
                  </a:lnTo>
                  <a:lnTo>
                    <a:pt x="1706" y="11349"/>
                  </a:lnTo>
                  <a:lnTo>
                    <a:pt x="1827" y="11349"/>
                  </a:lnTo>
                  <a:lnTo>
                    <a:pt x="1827" y="11349"/>
                  </a:lnTo>
                  <a:lnTo>
                    <a:pt x="1949" y="11349"/>
                  </a:lnTo>
                  <a:lnTo>
                    <a:pt x="2071" y="11325"/>
                  </a:lnTo>
                  <a:lnTo>
                    <a:pt x="2168" y="11252"/>
                  </a:lnTo>
                  <a:lnTo>
                    <a:pt x="2266" y="11179"/>
                  </a:lnTo>
                  <a:lnTo>
                    <a:pt x="2339" y="11106"/>
                  </a:lnTo>
                  <a:lnTo>
                    <a:pt x="2412" y="11008"/>
                  </a:lnTo>
                  <a:lnTo>
                    <a:pt x="2461" y="10887"/>
                  </a:lnTo>
                  <a:lnTo>
                    <a:pt x="2509" y="10765"/>
                  </a:lnTo>
                  <a:lnTo>
                    <a:pt x="3045" y="7014"/>
                  </a:lnTo>
                  <a:lnTo>
                    <a:pt x="3045" y="7014"/>
                  </a:lnTo>
                  <a:lnTo>
                    <a:pt x="3045" y="6966"/>
                  </a:lnTo>
                  <a:lnTo>
                    <a:pt x="3094" y="6868"/>
                  </a:lnTo>
                  <a:lnTo>
                    <a:pt x="3143" y="6819"/>
                  </a:lnTo>
                  <a:lnTo>
                    <a:pt x="3191" y="6771"/>
                  </a:lnTo>
                  <a:lnTo>
                    <a:pt x="3264" y="6746"/>
                  </a:lnTo>
                  <a:lnTo>
                    <a:pt x="3337" y="6722"/>
                  </a:lnTo>
                  <a:lnTo>
                    <a:pt x="3337" y="6722"/>
                  </a:lnTo>
                  <a:lnTo>
                    <a:pt x="3410" y="6746"/>
                  </a:lnTo>
                  <a:lnTo>
                    <a:pt x="3484" y="6771"/>
                  </a:lnTo>
                  <a:lnTo>
                    <a:pt x="3532" y="6819"/>
                  </a:lnTo>
                  <a:lnTo>
                    <a:pt x="3581" y="6868"/>
                  </a:lnTo>
                  <a:lnTo>
                    <a:pt x="3630" y="6966"/>
                  </a:lnTo>
                  <a:lnTo>
                    <a:pt x="3630" y="7014"/>
                  </a:lnTo>
                  <a:lnTo>
                    <a:pt x="4165" y="10765"/>
                  </a:lnTo>
                  <a:lnTo>
                    <a:pt x="4165" y="10765"/>
                  </a:lnTo>
                  <a:lnTo>
                    <a:pt x="4214" y="10887"/>
                  </a:lnTo>
                  <a:lnTo>
                    <a:pt x="4263" y="11008"/>
                  </a:lnTo>
                  <a:lnTo>
                    <a:pt x="4336" y="11106"/>
                  </a:lnTo>
                  <a:lnTo>
                    <a:pt x="4409" y="11179"/>
                  </a:lnTo>
                  <a:lnTo>
                    <a:pt x="4506" y="11252"/>
                  </a:lnTo>
                  <a:lnTo>
                    <a:pt x="4604" y="11325"/>
                  </a:lnTo>
                  <a:lnTo>
                    <a:pt x="4726" y="11349"/>
                  </a:lnTo>
                  <a:lnTo>
                    <a:pt x="4847" y="11349"/>
                  </a:lnTo>
                  <a:lnTo>
                    <a:pt x="4847" y="11349"/>
                  </a:lnTo>
                  <a:lnTo>
                    <a:pt x="4969" y="11349"/>
                  </a:lnTo>
                  <a:lnTo>
                    <a:pt x="4969" y="11349"/>
                  </a:lnTo>
                  <a:lnTo>
                    <a:pt x="5091" y="11325"/>
                  </a:lnTo>
                  <a:lnTo>
                    <a:pt x="5213" y="11252"/>
                  </a:lnTo>
                  <a:lnTo>
                    <a:pt x="5334" y="11155"/>
                  </a:lnTo>
                  <a:lnTo>
                    <a:pt x="5408" y="11057"/>
                  </a:lnTo>
                  <a:lnTo>
                    <a:pt x="5481" y="10935"/>
                  </a:lnTo>
                  <a:lnTo>
                    <a:pt x="5529" y="10814"/>
                  </a:lnTo>
                  <a:lnTo>
                    <a:pt x="5529" y="10668"/>
                  </a:lnTo>
                  <a:lnTo>
                    <a:pt x="5529" y="10521"/>
                  </a:lnTo>
                  <a:lnTo>
                    <a:pt x="5529" y="10521"/>
                  </a:lnTo>
                  <a:lnTo>
                    <a:pt x="5188" y="6381"/>
                  </a:lnTo>
                  <a:lnTo>
                    <a:pt x="4994" y="3507"/>
                  </a:lnTo>
                  <a:lnTo>
                    <a:pt x="4945" y="2533"/>
                  </a:lnTo>
                  <a:lnTo>
                    <a:pt x="4945" y="2241"/>
                  </a:lnTo>
                  <a:lnTo>
                    <a:pt x="4969" y="2143"/>
                  </a:lnTo>
                  <a:lnTo>
                    <a:pt x="4969" y="2143"/>
                  </a:lnTo>
                  <a:lnTo>
                    <a:pt x="4994" y="2143"/>
                  </a:lnTo>
                  <a:lnTo>
                    <a:pt x="5042" y="2168"/>
                  </a:lnTo>
                  <a:lnTo>
                    <a:pt x="5140" y="2314"/>
                  </a:lnTo>
                  <a:lnTo>
                    <a:pt x="5237" y="2557"/>
                  </a:lnTo>
                  <a:lnTo>
                    <a:pt x="5334" y="2898"/>
                  </a:lnTo>
                  <a:lnTo>
                    <a:pt x="5432" y="3288"/>
                  </a:lnTo>
                  <a:lnTo>
                    <a:pt x="5529" y="3726"/>
                  </a:lnTo>
                  <a:lnTo>
                    <a:pt x="5578" y="4189"/>
                  </a:lnTo>
                  <a:lnTo>
                    <a:pt x="5602" y="4652"/>
                  </a:lnTo>
                  <a:lnTo>
                    <a:pt x="5602" y="4652"/>
                  </a:lnTo>
                  <a:lnTo>
                    <a:pt x="5627" y="4774"/>
                  </a:lnTo>
                  <a:lnTo>
                    <a:pt x="5651" y="4895"/>
                  </a:lnTo>
                  <a:lnTo>
                    <a:pt x="5675" y="4993"/>
                  </a:lnTo>
                  <a:lnTo>
                    <a:pt x="5749" y="5090"/>
                  </a:lnTo>
                  <a:lnTo>
                    <a:pt x="5822" y="5163"/>
                  </a:lnTo>
                  <a:lnTo>
                    <a:pt x="5919" y="5236"/>
                  </a:lnTo>
                  <a:lnTo>
                    <a:pt x="6016" y="5261"/>
                  </a:lnTo>
                  <a:lnTo>
                    <a:pt x="6138" y="5285"/>
                  </a:lnTo>
                  <a:lnTo>
                    <a:pt x="6138" y="5285"/>
                  </a:lnTo>
                  <a:lnTo>
                    <a:pt x="6260" y="5261"/>
                  </a:lnTo>
                  <a:lnTo>
                    <a:pt x="6357" y="5236"/>
                  </a:lnTo>
                  <a:lnTo>
                    <a:pt x="6455" y="5163"/>
                  </a:lnTo>
                  <a:lnTo>
                    <a:pt x="6528" y="5090"/>
                  </a:lnTo>
                  <a:lnTo>
                    <a:pt x="6601" y="4993"/>
                  </a:lnTo>
                  <a:lnTo>
                    <a:pt x="6650" y="4895"/>
                  </a:lnTo>
                  <a:lnTo>
                    <a:pt x="6674" y="4774"/>
                  </a:lnTo>
                  <a:lnTo>
                    <a:pt x="6674" y="4652"/>
                  </a:lnTo>
                  <a:lnTo>
                    <a:pt x="6674" y="4652"/>
                  </a:lnTo>
                  <a:lnTo>
                    <a:pt x="6674" y="4092"/>
                  </a:lnTo>
                  <a:lnTo>
                    <a:pt x="6625" y="3556"/>
                  </a:lnTo>
                  <a:lnTo>
                    <a:pt x="6552" y="3069"/>
                  </a:lnTo>
                  <a:lnTo>
                    <a:pt x="6455" y="2630"/>
                  </a:lnTo>
                  <a:lnTo>
                    <a:pt x="6357" y="2216"/>
                  </a:lnTo>
                  <a:lnTo>
                    <a:pt x="6211" y="1827"/>
                  </a:lnTo>
                  <a:lnTo>
                    <a:pt x="6065" y="1486"/>
                  </a:lnTo>
                  <a:lnTo>
                    <a:pt x="5895" y="1169"/>
                  </a:lnTo>
                  <a:lnTo>
                    <a:pt x="5700" y="901"/>
                  </a:lnTo>
                  <a:lnTo>
                    <a:pt x="5505" y="658"/>
                  </a:lnTo>
                  <a:lnTo>
                    <a:pt x="5286" y="463"/>
                  </a:lnTo>
                  <a:lnTo>
                    <a:pt x="5042" y="292"/>
                  </a:lnTo>
                  <a:lnTo>
                    <a:pt x="4799" y="171"/>
                  </a:lnTo>
                  <a:lnTo>
                    <a:pt x="4555" y="73"/>
                  </a:lnTo>
                  <a:lnTo>
                    <a:pt x="4287" y="24"/>
                  </a:lnTo>
                  <a:lnTo>
                    <a:pt x="4019" y="0"/>
                  </a:lnTo>
                  <a:lnTo>
                    <a:pt x="4019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41"/>
            <p:cNvSpPr/>
            <p:nvPr/>
          </p:nvSpPr>
          <p:spPr>
            <a:xfrm>
              <a:off x="4792100" y="2332025"/>
              <a:ext cx="76725" cy="84050"/>
            </a:xfrm>
            <a:custGeom>
              <a:rect b="b" l="l" r="r" t="t"/>
              <a:pathLst>
                <a:path extrusionOk="0" fill="none" h="3362" w="3069">
                  <a:moveTo>
                    <a:pt x="0" y="1511"/>
                  </a:moveTo>
                  <a:lnTo>
                    <a:pt x="0" y="1511"/>
                  </a:lnTo>
                  <a:lnTo>
                    <a:pt x="24" y="1340"/>
                  </a:lnTo>
                  <a:lnTo>
                    <a:pt x="49" y="1170"/>
                  </a:lnTo>
                  <a:lnTo>
                    <a:pt x="73" y="1024"/>
                  </a:lnTo>
                  <a:lnTo>
                    <a:pt x="122" y="877"/>
                  </a:lnTo>
                  <a:lnTo>
                    <a:pt x="195" y="756"/>
                  </a:lnTo>
                  <a:lnTo>
                    <a:pt x="268" y="634"/>
                  </a:lnTo>
                  <a:lnTo>
                    <a:pt x="365" y="512"/>
                  </a:lnTo>
                  <a:lnTo>
                    <a:pt x="463" y="415"/>
                  </a:lnTo>
                  <a:lnTo>
                    <a:pt x="682" y="220"/>
                  </a:lnTo>
                  <a:lnTo>
                    <a:pt x="950" y="98"/>
                  </a:lnTo>
                  <a:lnTo>
                    <a:pt x="1218" y="25"/>
                  </a:lnTo>
                  <a:lnTo>
                    <a:pt x="1534" y="1"/>
                  </a:lnTo>
                  <a:lnTo>
                    <a:pt x="1534" y="1"/>
                  </a:lnTo>
                  <a:lnTo>
                    <a:pt x="1851" y="25"/>
                  </a:lnTo>
                  <a:lnTo>
                    <a:pt x="2119" y="98"/>
                  </a:lnTo>
                  <a:lnTo>
                    <a:pt x="2387" y="220"/>
                  </a:lnTo>
                  <a:lnTo>
                    <a:pt x="2606" y="415"/>
                  </a:lnTo>
                  <a:lnTo>
                    <a:pt x="2703" y="512"/>
                  </a:lnTo>
                  <a:lnTo>
                    <a:pt x="2801" y="634"/>
                  </a:lnTo>
                  <a:lnTo>
                    <a:pt x="2874" y="756"/>
                  </a:lnTo>
                  <a:lnTo>
                    <a:pt x="2947" y="877"/>
                  </a:lnTo>
                  <a:lnTo>
                    <a:pt x="2996" y="1024"/>
                  </a:lnTo>
                  <a:lnTo>
                    <a:pt x="3020" y="1170"/>
                  </a:lnTo>
                  <a:lnTo>
                    <a:pt x="3044" y="1340"/>
                  </a:lnTo>
                  <a:lnTo>
                    <a:pt x="3069" y="1511"/>
                  </a:lnTo>
                  <a:lnTo>
                    <a:pt x="3069" y="1511"/>
                  </a:lnTo>
                  <a:lnTo>
                    <a:pt x="3044" y="1681"/>
                  </a:lnTo>
                  <a:lnTo>
                    <a:pt x="3020" y="1852"/>
                  </a:lnTo>
                  <a:lnTo>
                    <a:pt x="2947" y="2193"/>
                  </a:lnTo>
                  <a:lnTo>
                    <a:pt x="2801" y="2509"/>
                  </a:lnTo>
                  <a:lnTo>
                    <a:pt x="2606" y="2777"/>
                  </a:lnTo>
                  <a:lnTo>
                    <a:pt x="2509" y="2899"/>
                  </a:lnTo>
                  <a:lnTo>
                    <a:pt x="2387" y="3021"/>
                  </a:lnTo>
                  <a:lnTo>
                    <a:pt x="2265" y="3118"/>
                  </a:lnTo>
                  <a:lnTo>
                    <a:pt x="2119" y="3191"/>
                  </a:lnTo>
                  <a:lnTo>
                    <a:pt x="1997" y="3264"/>
                  </a:lnTo>
                  <a:lnTo>
                    <a:pt x="1851" y="3313"/>
                  </a:lnTo>
                  <a:lnTo>
                    <a:pt x="1681" y="3337"/>
                  </a:lnTo>
                  <a:lnTo>
                    <a:pt x="1534" y="3362"/>
                  </a:lnTo>
                  <a:lnTo>
                    <a:pt x="1534" y="3362"/>
                  </a:lnTo>
                  <a:lnTo>
                    <a:pt x="1388" y="3337"/>
                  </a:lnTo>
                  <a:lnTo>
                    <a:pt x="1218" y="3313"/>
                  </a:lnTo>
                  <a:lnTo>
                    <a:pt x="1072" y="3264"/>
                  </a:lnTo>
                  <a:lnTo>
                    <a:pt x="950" y="3191"/>
                  </a:lnTo>
                  <a:lnTo>
                    <a:pt x="804" y="3118"/>
                  </a:lnTo>
                  <a:lnTo>
                    <a:pt x="682" y="3021"/>
                  </a:lnTo>
                  <a:lnTo>
                    <a:pt x="560" y="2899"/>
                  </a:lnTo>
                  <a:lnTo>
                    <a:pt x="463" y="2777"/>
                  </a:lnTo>
                  <a:lnTo>
                    <a:pt x="268" y="2509"/>
                  </a:lnTo>
                  <a:lnTo>
                    <a:pt x="122" y="2193"/>
                  </a:lnTo>
                  <a:lnTo>
                    <a:pt x="49" y="1852"/>
                  </a:lnTo>
                  <a:lnTo>
                    <a:pt x="24" y="1681"/>
                  </a:lnTo>
                  <a:lnTo>
                    <a:pt x="0" y="1511"/>
                  </a:lnTo>
                  <a:lnTo>
                    <a:pt x="0" y="151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" name="Google Shape;557;p41"/>
          <p:cNvGrpSpPr/>
          <p:nvPr/>
        </p:nvGrpSpPr>
        <p:grpSpPr>
          <a:xfrm>
            <a:off x="3274990" y="2035641"/>
            <a:ext cx="145343" cy="422729"/>
            <a:chOff x="4071800" y="2269925"/>
            <a:chExt cx="172925" cy="502950"/>
          </a:xfrm>
        </p:grpSpPr>
        <p:sp>
          <p:nvSpPr>
            <p:cNvPr id="558" name="Google Shape;558;p41"/>
            <p:cNvSpPr/>
            <p:nvPr/>
          </p:nvSpPr>
          <p:spPr>
            <a:xfrm>
              <a:off x="4118075" y="2269925"/>
              <a:ext cx="80375" cy="91350"/>
            </a:xfrm>
            <a:custGeom>
              <a:rect b="b" l="l" r="r" t="t"/>
              <a:pathLst>
                <a:path extrusionOk="0" fill="none" h="3654" w="3215">
                  <a:moveTo>
                    <a:pt x="0" y="1657"/>
                  </a:moveTo>
                  <a:lnTo>
                    <a:pt x="0" y="1657"/>
                  </a:lnTo>
                  <a:lnTo>
                    <a:pt x="0" y="1462"/>
                  </a:lnTo>
                  <a:lnTo>
                    <a:pt x="24" y="1291"/>
                  </a:lnTo>
                  <a:lnTo>
                    <a:pt x="73" y="1121"/>
                  </a:lnTo>
                  <a:lnTo>
                    <a:pt x="122" y="975"/>
                  </a:lnTo>
                  <a:lnTo>
                    <a:pt x="195" y="829"/>
                  </a:lnTo>
                  <a:lnTo>
                    <a:pt x="268" y="682"/>
                  </a:lnTo>
                  <a:lnTo>
                    <a:pt x="365" y="561"/>
                  </a:lnTo>
                  <a:lnTo>
                    <a:pt x="463" y="439"/>
                  </a:lnTo>
                  <a:lnTo>
                    <a:pt x="585" y="341"/>
                  </a:lnTo>
                  <a:lnTo>
                    <a:pt x="706" y="244"/>
                  </a:lnTo>
                  <a:lnTo>
                    <a:pt x="853" y="171"/>
                  </a:lnTo>
                  <a:lnTo>
                    <a:pt x="974" y="122"/>
                  </a:lnTo>
                  <a:lnTo>
                    <a:pt x="1120" y="74"/>
                  </a:lnTo>
                  <a:lnTo>
                    <a:pt x="1291" y="25"/>
                  </a:lnTo>
                  <a:lnTo>
                    <a:pt x="1437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778" y="0"/>
                  </a:lnTo>
                  <a:lnTo>
                    <a:pt x="1924" y="25"/>
                  </a:lnTo>
                  <a:lnTo>
                    <a:pt x="2095" y="74"/>
                  </a:lnTo>
                  <a:lnTo>
                    <a:pt x="2241" y="122"/>
                  </a:lnTo>
                  <a:lnTo>
                    <a:pt x="2363" y="171"/>
                  </a:lnTo>
                  <a:lnTo>
                    <a:pt x="2509" y="244"/>
                  </a:lnTo>
                  <a:lnTo>
                    <a:pt x="2630" y="341"/>
                  </a:lnTo>
                  <a:lnTo>
                    <a:pt x="2752" y="439"/>
                  </a:lnTo>
                  <a:lnTo>
                    <a:pt x="2850" y="561"/>
                  </a:lnTo>
                  <a:lnTo>
                    <a:pt x="2947" y="682"/>
                  </a:lnTo>
                  <a:lnTo>
                    <a:pt x="3020" y="829"/>
                  </a:lnTo>
                  <a:lnTo>
                    <a:pt x="3093" y="975"/>
                  </a:lnTo>
                  <a:lnTo>
                    <a:pt x="3142" y="1121"/>
                  </a:lnTo>
                  <a:lnTo>
                    <a:pt x="3191" y="1291"/>
                  </a:lnTo>
                  <a:lnTo>
                    <a:pt x="3215" y="1462"/>
                  </a:lnTo>
                  <a:lnTo>
                    <a:pt x="3215" y="1657"/>
                  </a:lnTo>
                  <a:lnTo>
                    <a:pt x="3215" y="1657"/>
                  </a:lnTo>
                  <a:lnTo>
                    <a:pt x="3215" y="1827"/>
                  </a:lnTo>
                  <a:lnTo>
                    <a:pt x="3191" y="2022"/>
                  </a:lnTo>
                  <a:lnTo>
                    <a:pt x="3142" y="2217"/>
                  </a:lnTo>
                  <a:lnTo>
                    <a:pt x="3093" y="2387"/>
                  </a:lnTo>
                  <a:lnTo>
                    <a:pt x="3020" y="2558"/>
                  </a:lnTo>
                  <a:lnTo>
                    <a:pt x="2947" y="2728"/>
                  </a:lnTo>
                  <a:lnTo>
                    <a:pt x="2850" y="2874"/>
                  </a:lnTo>
                  <a:lnTo>
                    <a:pt x="2752" y="3020"/>
                  </a:lnTo>
                  <a:lnTo>
                    <a:pt x="2630" y="3167"/>
                  </a:lnTo>
                  <a:lnTo>
                    <a:pt x="2509" y="3288"/>
                  </a:lnTo>
                  <a:lnTo>
                    <a:pt x="2363" y="3386"/>
                  </a:lnTo>
                  <a:lnTo>
                    <a:pt x="2241" y="3483"/>
                  </a:lnTo>
                  <a:lnTo>
                    <a:pt x="2095" y="3556"/>
                  </a:lnTo>
                  <a:lnTo>
                    <a:pt x="1924" y="3605"/>
                  </a:lnTo>
                  <a:lnTo>
                    <a:pt x="1778" y="3629"/>
                  </a:lnTo>
                  <a:lnTo>
                    <a:pt x="1608" y="3654"/>
                  </a:lnTo>
                  <a:lnTo>
                    <a:pt x="1608" y="3654"/>
                  </a:lnTo>
                  <a:lnTo>
                    <a:pt x="1437" y="3629"/>
                  </a:lnTo>
                  <a:lnTo>
                    <a:pt x="1291" y="3605"/>
                  </a:lnTo>
                  <a:lnTo>
                    <a:pt x="1120" y="3556"/>
                  </a:lnTo>
                  <a:lnTo>
                    <a:pt x="974" y="3483"/>
                  </a:lnTo>
                  <a:lnTo>
                    <a:pt x="853" y="3386"/>
                  </a:lnTo>
                  <a:lnTo>
                    <a:pt x="706" y="3288"/>
                  </a:lnTo>
                  <a:lnTo>
                    <a:pt x="585" y="3167"/>
                  </a:lnTo>
                  <a:lnTo>
                    <a:pt x="463" y="3020"/>
                  </a:lnTo>
                  <a:lnTo>
                    <a:pt x="365" y="2874"/>
                  </a:lnTo>
                  <a:lnTo>
                    <a:pt x="268" y="2728"/>
                  </a:lnTo>
                  <a:lnTo>
                    <a:pt x="195" y="2558"/>
                  </a:lnTo>
                  <a:lnTo>
                    <a:pt x="122" y="2387"/>
                  </a:lnTo>
                  <a:lnTo>
                    <a:pt x="73" y="2217"/>
                  </a:lnTo>
                  <a:lnTo>
                    <a:pt x="24" y="2022"/>
                  </a:lnTo>
                  <a:lnTo>
                    <a:pt x="0" y="1827"/>
                  </a:lnTo>
                  <a:lnTo>
                    <a:pt x="0" y="1657"/>
                  </a:lnTo>
                  <a:lnTo>
                    <a:pt x="0" y="1657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1"/>
            <p:cNvSpPr/>
            <p:nvPr/>
          </p:nvSpPr>
          <p:spPr>
            <a:xfrm>
              <a:off x="4071800" y="2372825"/>
              <a:ext cx="172925" cy="400050"/>
            </a:xfrm>
            <a:custGeom>
              <a:rect b="b" l="l" r="r" t="t"/>
              <a:pathLst>
                <a:path extrusionOk="0" fill="none" h="16002" w="6917">
                  <a:moveTo>
                    <a:pt x="4189" y="0"/>
                  </a:moveTo>
                  <a:lnTo>
                    <a:pt x="4189" y="0"/>
                  </a:lnTo>
                  <a:lnTo>
                    <a:pt x="4019" y="98"/>
                  </a:lnTo>
                  <a:lnTo>
                    <a:pt x="3848" y="147"/>
                  </a:lnTo>
                  <a:lnTo>
                    <a:pt x="3653" y="195"/>
                  </a:lnTo>
                  <a:lnTo>
                    <a:pt x="3459" y="220"/>
                  </a:lnTo>
                  <a:lnTo>
                    <a:pt x="3459" y="220"/>
                  </a:lnTo>
                  <a:lnTo>
                    <a:pt x="3264" y="195"/>
                  </a:lnTo>
                  <a:lnTo>
                    <a:pt x="3069" y="147"/>
                  </a:lnTo>
                  <a:lnTo>
                    <a:pt x="2898" y="98"/>
                  </a:lnTo>
                  <a:lnTo>
                    <a:pt x="2728" y="0"/>
                  </a:lnTo>
                  <a:lnTo>
                    <a:pt x="2728" y="0"/>
                  </a:lnTo>
                  <a:lnTo>
                    <a:pt x="2533" y="49"/>
                  </a:lnTo>
                  <a:lnTo>
                    <a:pt x="2338" y="122"/>
                  </a:lnTo>
                  <a:lnTo>
                    <a:pt x="2168" y="195"/>
                  </a:lnTo>
                  <a:lnTo>
                    <a:pt x="2022" y="293"/>
                  </a:lnTo>
                  <a:lnTo>
                    <a:pt x="1705" y="488"/>
                  </a:lnTo>
                  <a:lnTo>
                    <a:pt x="1437" y="755"/>
                  </a:lnTo>
                  <a:lnTo>
                    <a:pt x="1169" y="1072"/>
                  </a:lnTo>
                  <a:lnTo>
                    <a:pt x="950" y="1413"/>
                  </a:lnTo>
                  <a:lnTo>
                    <a:pt x="755" y="1803"/>
                  </a:lnTo>
                  <a:lnTo>
                    <a:pt x="585" y="2217"/>
                  </a:lnTo>
                  <a:lnTo>
                    <a:pt x="439" y="2704"/>
                  </a:lnTo>
                  <a:lnTo>
                    <a:pt x="317" y="3191"/>
                  </a:lnTo>
                  <a:lnTo>
                    <a:pt x="219" y="3727"/>
                  </a:lnTo>
                  <a:lnTo>
                    <a:pt x="146" y="4311"/>
                  </a:lnTo>
                  <a:lnTo>
                    <a:pt x="73" y="4896"/>
                  </a:lnTo>
                  <a:lnTo>
                    <a:pt x="24" y="5529"/>
                  </a:lnTo>
                  <a:lnTo>
                    <a:pt x="0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4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4"/>
                  </a:lnTo>
                  <a:lnTo>
                    <a:pt x="244" y="7502"/>
                  </a:lnTo>
                  <a:lnTo>
                    <a:pt x="317" y="7575"/>
                  </a:lnTo>
                  <a:lnTo>
                    <a:pt x="414" y="7624"/>
                  </a:lnTo>
                  <a:lnTo>
                    <a:pt x="487" y="7624"/>
                  </a:lnTo>
                  <a:lnTo>
                    <a:pt x="487" y="7624"/>
                  </a:lnTo>
                  <a:lnTo>
                    <a:pt x="633" y="7624"/>
                  </a:lnTo>
                  <a:lnTo>
                    <a:pt x="731" y="7575"/>
                  </a:lnTo>
                  <a:lnTo>
                    <a:pt x="804" y="7502"/>
                  </a:lnTo>
                  <a:lnTo>
                    <a:pt x="877" y="7404"/>
                  </a:lnTo>
                  <a:lnTo>
                    <a:pt x="926" y="7307"/>
                  </a:lnTo>
                  <a:lnTo>
                    <a:pt x="950" y="7161"/>
                  </a:lnTo>
                  <a:lnTo>
                    <a:pt x="974" y="6869"/>
                  </a:lnTo>
                  <a:lnTo>
                    <a:pt x="974" y="6869"/>
                  </a:lnTo>
                  <a:lnTo>
                    <a:pt x="999" y="6503"/>
                  </a:lnTo>
                  <a:lnTo>
                    <a:pt x="1023" y="6089"/>
                  </a:lnTo>
                  <a:lnTo>
                    <a:pt x="1145" y="5091"/>
                  </a:lnTo>
                  <a:lnTo>
                    <a:pt x="1291" y="4092"/>
                  </a:lnTo>
                  <a:lnTo>
                    <a:pt x="1364" y="3654"/>
                  </a:lnTo>
                  <a:lnTo>
                    <a:pt x="1461" y="3288"/>
                  </a:lnTo>
                  <a:lnTo>
                    <a:pt x="1461" y="3288"/>
                  </a:lnTo>
                  <a:lnTo>
                    <a:pt x="1413" y="3094"/>
                  </a:lnTo>
                  <a:lnTo>
                    <a:pt x="1388" y="2899"/>
                  </a:lnTo>
                  <a:lnTo>
                    <a:pt x="1388" y="2704"/>
                  </a:lnTo>
                  <a:lnTo>
                    <a:pt x="1413" y="2533"/>
                  </a:lnTo>
                  <a:lnTo>
                    <a:pt x="1437" y="2387"/>
                  </a:lnTo>
                  <a:lnTo>
                    <a:pt x="1510" y="2241"/>
                  </a:lnTo>
                  <a:lnTo>
                    <a:pt x="1583" y="2119"/>
                  </a:lnTo>
                  <a:lnTo>
                    <a:pt x="1656" y="2046"/>
                  </a:lnTo>
                  <a:lnTo>
                    <a:pt x="1656" y="2046"/>
                  </a:lnTo>
                  <a:lnTo>
                    <a:pt x="1583" y="2144"/>
                  </a:lnTo>
                  <a:lnTo>
                    <a:pt x="1534" y="2290"/>
                  </a:lnTo>
                  <a:lnTo>
                    <a:pt x="1486" y="2485"/>
                  </a:lnTo>
                  <a:lnTo>
                    <a:pt x="1486" y="2680"/>
                  </a:lnTo>
                  <a:lnTo>
                    <a:pt x="1510" y="2874"/>
                  </a:lnTo>
                  <a:lnTo>
                    <a:pt x="1559" y="3069"/>
                  </a:lnTo>
                  <a:lnTo>
                    <a:pt x="1608" y="3167"/>
                  </a:lnTo>
                  <a:lnTo>
                    <a:pt x="1681" y="3264"/>
                  </a:lnTo>
                  <a:lnTo>
                    <a:pt x="1754" y="3337"/>
                  </a:lnTo>
                  <a:lnTo>
                    <a:pt x="1851" y="3410"/>
                  </a:lnTo>
                  <a:lnTo>
                    <a:pt x="1851" y="3410"/>
                  </a:lnTo>
                  <a:lnTo>
                    <a:pt x="1900" y="3775"/>
                  </a:lnTo>
                  <a:lnTo>
                    <a:pt x="1924" y="3970"/>
                  </a:lnTo>
                  <a:lnTo>
                    <a:pt x="1949" y="4190"/>
                  </a:lnTo>
                  <a:lnTo>
                    <a:pt x="1924" y="4433"/>
                  </a:lnTo>
                  <a:lnTo>
                    <a:pt x="1900" y="4725"/>
                  </a:lnTo>
                  <a:lnTo>
                    <a:pt x="1827" y="5018"/>
                  </a:lnTo>
                  <a:lnTo>
                    <a:pt x="1705" y="5383"/>
                  </a:lnTo>
                  <a:lnTo>
                    <a:pt x="1705" y="5383"/>
                  </a:lnTo>
                  <a:lnTo>
                    <a:pt x="1510" y="5894"/>
                  </a:lnTo>
                  <a:lnTo>
                    <a:pt x="1364" y="6381"/>
                  </a:lnTo>
                  <a:lnTo>
                    <a:pt x="1267" y="6820"/>
                  </a:lnTo>
                  <a:lnTo>
                    <a:pt x="1218" y="7210"/>
                  </a:lnTo>
                  <a:lnTo>
                    <a:pt x="1169" y="7599"/>
                  </a:lnTo>
                  <a:lnTo>
                    <a:pt x="1169" y="7989"/>
                  </a:lnTo>
                  <a:lnTo>
                    <a:pt x="1194" y="8793"/>
                  </a:lnTo>
                  <a:lnTo>
                    <a:pt x="1194" y="8793"/>
                  </a:lnTo>
                  <a:lnTo>
                    <a:pt x="1242" y="9962"/>
                  </a:lnTo>
                  <a:lnTo>
                    <a:pt x="1291" y="11131"/>
                  </a:lnTo>
                  <a:lnTo>
                    <a:pt x="1315" y="13201"/>
                  </a:lnTo>
                  <a:lnTo>
                    <a:pt x="1340" y="14686"/>
                  </a:lnTo>
                  <a:lnTo>
                    <a:pt x="1340" y="15271"/>
                  </a:lnTo>
                  <a:lnTo>
                    <a:pt x="1340" y="15271"/>
                  </a:lnTo>
                  <a:lnTo>
                    <a:pt x="1364" y="15490"/>
                  </a:lnTo>
                  <a:lnTo>
                    <a:pt x="1413" y="15661"/>
                  </a:lnTo>
                  <a:lnTo>
                    <a:pt x="1486" y="15782"/>
                  </a:lnTo>
                  <a:lnTo>
                    <a:pt x="1583" y="15880"/>
                  </a:lnTo>
                  <a:lnTo>
                    <a:pt x="1656" y="15953"/>
                  </a:lnTo>
                  <a:lnTo>
                    <a:pt x="1729" y="15977"/>
                  </a:lnTo>
                  <a:lnTo>
                    <a:pt x="1827" y="16002"/>
                  </a:lnTo>
                  <a:lnTo>
                    <a:pt x="1827" y="16002"/>
                  </a:lnTo>
                  <a:lnTo>
                    <a:pt x="1949" y="16002"/>
                  </a:lnTo>
                  <a:lnTo>
                    <a:pt x="2070" y="15953"/>
                  </a:lnTo>
                  <a:lnTo>
                    <a:pt x="2168" y="15904"/>
                  </a:lnTo>
                  <a:lnTo>
                    <a:pt x="2241" y="15831"/>
                  </a:lnTo>
                  <a:lnTo>
                    <a:pt x="2314" y="15758"/>
                  </a:lnTo>
                  <a:lnTo>
                    <a:pt x="2387" y="15636"/>
                  </a:lnTo>
                  <a:lnTo>
                    <a:pt x="2411" y="15490"/>
                  </a:lnTo>
                  <a:lnTo>
                    <a:pt x="2460" y="15344"/>
                  </a:lnTo>
                  <a:lnTo>
                    <a:pt x="3142" y="8525"/>
                  </a:lnTo>
                  <a:lnTo>
                    <a:pt x="3142" y="8525"/>
                  </a:lnTo>
                  <a:lnTo>
                    <a:pt x="3142" y="8427"/>
                  </a:lnTo>
                  <a:lnTo>
                    <a:pt x="3191" y="8257"/>
                  </a:lnTo>
                  <a:lnTo>
                    <a:pt x="3239" y="8159"/>
                  </a:lnTo>
                  <a:lnTo>
                    <a:pt x="3288" y="8062"/>
                  </a:lnTo>
                  <a:lnTo>
                    <a:pt x="3361" y="7989"/>
                  </a:lnTo>
                  <a:lnTo>
                    <a:pt x="3459" y="7965"/>
                  </a:lnTo>
                  <a:lnTo>
                    <a:pt x="3459" y="7965"/>
                  </a:lnTo>
                  <a:lnTo>
                    <a:pt x="3556" y="7989"/>
                  </a:lnTo>
                  <a:lnTo>
                    <a:pt x="3629" y="8062"/>
                  </a:lnTo>
                  <a:lnTo>
                    <a:pt x="3678" y="8159"/>
                  </a:lnTo>
                  <a:lnTo>
                    <a:pt x="3726" y="8257"/>
                  </a:lnTo>
                  <a:lnTo>
                    <a:pt x="3775" y="8427"/>
                  </a:lnTo>
                  <a:lnTo>
                    <a:pt x="3775" y="8525"/>
                  </a:lnTo>
                  <a:lnTo>
                    <a:pt x="4457" y="15344"/>
                  </a:lnTo>
                  <a:lnTo>
                    <a:pt x="4457" y="15344"/>
                  </a:lnTo>
                  <a:lnTo>
                    <a:pt x="4506" y="15490"/>
                  </a:lnTo>
                  <a:lnTo>
                    <a:pt x="4530" y="15636"/>
                  </a:lnTo>
                  <a:lnTo>
                    <a:pt x="4603" y="15758"/>
                  </a:lnTo>
                  <a:lnTo>
                    <a:pt x="4676" y="15831"/>
                  </a:lnTo>
                  <a:lnTo>
                    <a:pt x="4749" y="15904"/>
                  </a:lnTo>
                  <a:lnTo>
                    <a:pt x="4847" y="15953"/>
                  </a:lnTo>
                  <a:lnTo>
                    <a:pt x="4969" y="16002"/>
                  </a:lnTo>
                  <a:lnTo>
                    <a:pt x="5090" y="16002"/>
                  </a:lnTo>
                  <a:lnTo>
                    <a:pt x="5090" y="16002"/>
                  </a:lnTo>
                  <a:lnTo>
                    <a:pt x="5188" y="15977"/>
                  </a:lnTo>
                  <a:lnTo>
                    <a:pt x="5261" y="15953"/>
                  </a:lnTo>
                  <a:lnTo>
                    <a:pt x="5334" y="15880"/>
                  </a:lnTo>
                  <a:lnTo>
                    <a:pt x="5431" y="15782"/>
                  </a:lnTo>
                  <a:lnTo>
                    <a:pt x="5504" y="15661"/>
                  </a:lnTo>
                  <a:lnTo>
                    <a:pt x="5553" y="15490"/>
                  </a:lnTo>
                  <a:lnTo>
                    <a:pt x="5577" y="15271"/>
                  </a:lnTo>
                  <a:lnTo>
                    <a:pt x="5577" y="15271"/>
                  </a:lnTo>
                  <a:lnTo>
                    <a:pt x="5577" y="14686"/>
                  </a:lnTo>
                  <a:lnTo>
                    <a:pt x="5602" y="13201"/>
                  </a:lnTo>
                  <a:lnTo>
                    <a:pt x="5626" y="11131"/>
                  </a:lnTo>
                  <a:lnTo>
                    <a:pt x="5675" y="9962"/>
                  </a:lnTo>
                  <a:lnTo>
                    <a:pt x="5724" y="8793"/>
                  </a:lnTo>
                  <a:lnTo>
                    <a:pt x="5724" y="8793"/>
                  </a:lnTo>
                  <a:lnTo>
                    <a:pt x="5748" y="7989"/>
                  </a:lnTo>
                  <a:lnTo>
                    <a:pt x="5748" y="7599"/>
                  </a:lnTo>
                  <a:lnTo>
                    <a:pt x="5699" y="7210"/>
                  </a:lnTo>
                  <a:lnTo>
                    <a:pt x="5650" y="6820"/>
                  </a:lnTo>
                  <a:lnTo>
                    <a:pt x="5553" y="6381"/>
                  </a:lnTo>
                  <a:lnTo>
                    <a:pt x="5407" y="5894"/>
                  </a:lnTo>
                  <a:lnTo>
                    <a:pt x="5212" y="5383"/>
                  </a:lnTo>
                  <a:lnTo>
                    <a:pt x="5212" y="5383"/>
                  </a:lnTo>
                  <a:lnTo>
                    <a:pt x="5090" y="5018"/>
                  </a:lnTo>
                  <a:lnTo>
                    <a:pt x="5017" y="4725"/>
                  </a:lnTo>
                  <a:lnTo>
                    <a:pt x="4993" y="4433"/>
                  </a:lnTo>
                  <a:lnTo>
                    <a:pt x="4969" y="4190"/>
                  </a:lnTo>
                  <a:lnTo>
                    <a:pt x="4993" y="3970"/>
                  </a:lnTo>
                  <a:lnTo>
                    <a:pt x="5017" y="3775"/>
                  </a:lnTo>
                  <a:lnTo>
                    <a:pt x="5066" y="3410"/>
                  </a:lnTo>
                  <a:lnTo>
                    <a:pt x="5066" y="3410"/>
                  </a:lnTo>
                  <a:lnTo>
                    <a:pt x="5163" y="3337"/>
                  </a:lnTo>
                  <a:lnTo>
                    <a:pt x="5236" y="3264"/>
                  </a:lnTo>
                  <a:lnTo>
                    <a:pt x="5310" y="3167"/>
                  </a:lnTo>
                  <a:lnTo>
                    <a:pt x="5358" y="3069"/>
                  </a:lnTo>
                  <a:lnTo>
                    <a:pt x="5407" y="2874"/>
                  </a:lnTo>
                  <a:lnTo>
                    <a:pt x="5431" y="2680"/>
                  </a:lnTo>
                  <a:lnTo>
                    <a:pt x="5431" y="2485"/>
                  </a:lnTo>
                  <a:lnTo>
                    <a:pt x="5383" y="2290"/>
                  </a:lnTo>
                  <a:lnTo>
                    <a:pt x="5334" y="2144"/>
                  </a:lnTo>
                  <a:lnTo>
                    <a:pt x="5261" y="2046"/>
                  </a:lnTo>
                  <a:lnTo>
                    <a:pt x="5261" y="2046"/>
                  </a:lnTo>
                  <a:lnTo>
                    <a:pt x="5334" y="2119"/>
                  </a:lnTo>
                  <a:lnTo>
                    <a:pt x="5407" y="2241"/>
                  </a:lnTo>
                  <a:lnTo>
                    <a:pt x="5480" y="2387"/>
                  </a:lnTo>
                  <a:lnTo>
                    <a:pt x="5504" y="2533"/>
                  </a:lnTo>
                  <a:lnTo>
                    <a:pt x="5529" y="2704"/>
                  </a:lnTo>
                  <a:lnTo>
                    <a:pt x="5529" y="2899"/>
                  </a:lnTo>
                  <a:lnTo>
                    <a:pt x="5504" y="3094"/>
                  </a:lnTo>
                  <a:lnTo>
                    <a:pt x="5456" y="3288"/>
                  </a:lnTo>
                  <a:lnTo>
                    <a:pt x="5456" y="3288"/>
                  </a:lnTo>
                  <a:lnTo>
                    <a:pt x="5553" y="3654"/>
                  </a:lnTo>
                  <a:lnTo>
                    <a:pt x="5626" y="4092"/>
                  </a:lnTo>
                  <a:lnTo>
                    <a:pt x="5772" y="5091"/>
                  </a:lnTo>
                  <a:lnTo>
                    <a:pt x="5894" y="6089"/>
                  </a:lnTo>
                  <a:lnTo>
                    <a:pt x="5918" y="6503"/>
                  </a:lnTo>
                  <a:lnTo>
                    <a:pt x="5943" y="6869"/>
                  </a:lnTo>
                  <a:lnTo>
                    <a:pt x="5943" y="6869"/>
                  </a:lnTo>
                  <a:lnTo>
                    <a:pt x="5967" y="7161"/>
                  </a:lnTo>
                  <a:lnTo>
                    <a:pt x="5991" y="7307"/>
                  </a:lnTo>
                  <a:lnTo>
                    <a:pt x="6040" y="7404"/>
                  </a:lnTo>
                  <a:lnTo>
                    <a:pt x="6113" y="7502"/>
                  </a:lnTo>
                  <a:lnTo>
                    <a:pt x="6186" y="7575"/>
                  </a:lnTo>
                  <a:lnTo>
                    <a:pt x="6284" y="7624"/>
                  </a:lnTo>
                  <a:lnTo>
                    <a:pt x="6430" y="7624"/>
                  </a:lnTo>
                  <a:lnTo>
                    <a:pt x="6430" y="7624"/>
                  </a:lnTo>
                  <a:lnTo>
                    <a:pt x="6503" y="7624"/>
                  </a:lnTo>
                  <a:lnTo>
                    <a:pt x="6600" y="7575"/>
                  </a:lnTo>
                  <a:lnTo>
                    <a:pt x="6673" y="7502"/>
                  </a:lnTo>
                  <a:lnTo>
                    <a:pt x="6746" y="7404"/>
                  </a:lnTo>
                  <a:lnTo>
                    <a:pt x="6820" y="7307"/>
                  </a:lnTo>
                  <a:lnTo>
                    <a:pt x="6868" y="7161"/>
                  </a:lnTo>
                  <a:lnTo>
                    <a:pt x="6893" y="7015"/>
                  </a:lnTo>
                  <a:lnTo>
                    <a:pt x="6917" y="6869"/>
                  </a:lnTo>
                  <a:lnTo>
                    <a:pt x="6917" y="6869"/>
                  </a:lnTo>
                  <a:lnTo>
                    <a:pt x="6917" y="6187"/>
                  </a:lnTo>
                  <a:lnTo>
                    <a:pt x="6893" y="5529"/>
                  </a:lnTo>
                  <a:lnTo>
                    <a:pt x="6844" y="4896"/>
                  </a:lnTo>
                  <a:lnTo>
                    <a:pt x="6771" y="4311"/>
                  </a:lnTo>
                  <a:lnTo>
                    <a:pt x="6698" y="3727"/>
                  </a:lnTo>
                  <a:lnTo>
                    <a:pt x="6600" y="3191"/>
                  </a:lnTo>
                  <a:lnTo>
                    <a:pt x="6479" y="2704"/>
                  </a:lnTo>
                  <a:lnTo>
                    <a:pt x="6332" y="2217"/>
                  </a:lnTo>
                  <a:lnTo>
                    <a:pt x="6162" y="1803"/>
                  </a:lnTo>
                  <a:lnTo>
                    <a:pt x="5967" y="1413"/>
                  </a:lnTo>
                  <a:lnTo>
                    <a:pt x="5748" y="1072"/>
                  </a:lnTo>
                  <a:lnTo>
                    <a:pt x="5480" y="755"/>
                  </a:lnTo>
                  <a:lnTo>
                    <a:pt x="5212" y="488"/>
                  </a:lnTo>
                  <a:lnTo>
                    <a:pt x="4895" y="293"/>
                  </a:lnTo>
                  <a:lnTo>
                    <a:pt x="4749" y="195"/>
                  </a:lnTo>
                  <a:lnTo>
                    <a:pt x="4579" y="122"/>
                  </a:lnTo>
                  <a:lnTo>
                    <a:pt x="4384" y="49"/>
                  </a:lnTo>
                  <a:lnTo>
                    <a:pt x="4189" y="0"/>
                  </a:lnTo>
                  <a:lnTo>
                    <a:pt x="4189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0" name="Google Shape;560;p41"/>
          <p:cNvSpPr/>
          <p:nvPr/>
        </p:nvSpPr>
        <p:spPr>
          <a:xfrm>
            <a:off x="4317611" y="2080241"/>
            <a:ext cx="320378" cy="337776"/>
          </a:xfrm>
          <a:custGeom>
            <a:rect b="b" l="l" r="r" t="t"/>
            <a:pathLst>
              <a:path extrusionOk="0" fill="none" h="16075" w="15247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1" name="Google Shape;561;p41"/>
          <p:cNvGrpSpPr/>
          <p:nvPr/>
        </p:nvGrpSpPr>
        <p:grpSpPr>
          <a:xfrm>
            <a:off x="4872696" y="2086302"/>
            <a:ext cx="345971" cy="325505"/>
            <a:chOff x="5972700" y="2330200"/>
            <a:chExt cx="411625" cy="387275"/>
          </a:xfrm>
        </p:grpSpPr>
        <p:sp>
          <p:nvSpPr>
            <p:cNvPr id="562" name="Google Shape;562;p41"/>
            <p:cNvSpPr/>
            <p:nvPr/>
          </p:nvSpPr>
          <p:spPr>
            <a:xfrm>
              <a:off x="5972700" y="2476950"/>
              <a:ext cx="98050" cy="219825"/>
            </a:xfrm>
            <a:custGeom>
              <a:rect b="b" l="l" r="r" t="t"/>
              <a:pathLst>
                <a:path extrusionOk="0" fill="none" h="8793" w="3922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1"/>
            <p:cNvSpPr/>
            <p:nvPr/>
          </p:nvSpPr>
          <p:spPr>
            <a:xfrm>
              <a:off x="6078025" y="2330200"/>
              <a:ext cx="306300" cy="387275"/>
            </a:xfrm>
            <a:custGeom>
              <a:rect b="b" l="l" r="r" t="t"/>
              <a:pathLst>
                <a:path extrusionOk="0" fill="none" h="15491" w="12252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4" name="Google Shape;564;p41"/>
          <p:cNvGrpSpPr/>
          <p:nvPr/>
        </p:nvGrpSpPr>
        <p:grpSpPr>
          <a:xfrm>
            <a:off x="467993" y="2614431"/>
            <a:ext cx="109538" cy="399195"/>
            <a:chOff x="732125" y="2958550"/>
            <a:chExt cx="130325" cy="474950"/>
          </a:xfrm>
        </p:grpSpPr>
        <p:sp>
          <p:nvSpPr>
            <p:cNvPr id="565" name="Google Shape;565;p41"/>
            <p:cNvSpPr/>
            <p:nvPr/>
          </p:nvSpPr>
          <p:spPr>
            <a:xfrm>
              <a:off x="732125" y="2958550"/>
              <a:ext cx="130325" cy="474950"/>
            </a:xfrm>
            <a:custGeom>
              <a:rect b="b" l="l" r="r" t="t"/>
              <a:pathLst>
                <a:path extrusionOk="0" fill="none" h="18998" w="5213">
                  <a:moveTo>
                    <a:pt x="4336" y="14443"/>
                  </a:moveTo>
                  <a:lnTo>
                    <a:pt x="4336" y="1754"/>
                  </a:lnTo>
                  <a:lnTo>
                    <a:pt x="4336" y="1754"/>
                  </a:lnTo>
                  <a:lnTo>
                    <a:pt x="4336" y="1584"/>
                  </a:lnTo>
                  <a:lnTo>
                    <a:pt x="4311" y="1389"/>
                  </a:lnTo>
                  <a:lnTo>
                    <a:pt x="4262" y="1243"/>
                  </a:lnTo>
                  <a:lnTo>
                    <a:pt x="4214" y="1073"/>
                  </a:lnTo>
                  <a:lnTo>
                    <a:pt x="4141" y="926"/>
                  </a:lnTo>
                  <a:lnTo>
                    <a:pt x="4043" y="780"/>
                  </a:lnTo>
                  <a:lnTo>
                    <a:pt x="3946" y="634"/>
                  </a:lnTo>
                  <a:lnTo>
                    <a:pt x="3824" y="512"/>
                  </a:lnTo>
                  <a:lnTo>
                    <a:pt x="3702" y="415"/>
                  </a:lnTo>
                  <a:lnTo>
                    <a:pt x="3580" y="318"/>
                  </a:lnTo>
                  <a:lnTo>
                    <a:pt x="3434" y="220"/>
                  </a:lnTo>
                  <a:lnTo>
                    <a:pt x="3288" y="147"/>
                  </a:lnTo>
                  <a:lnTo>
                    <a:pt x="3118" y="98"/>
                  </a:lnTo>
                  <a:lnTo>
                    <a:pt x="2947" y="50"/>
                  </a:lnTo>
                  <a:lnTo>
                    <a:pt x="2777" y="25"/>
                  </a:lnTo>
                  <a:lnTo>
                    <a:pt x="2606" y="1"/>
                  </a:lnTo>
                  <a:lnTo>
                    <a:pt x="2606" y="1"/>
                  </a:lnTo>
                  <a:lnTo>
                    <a:pt x="2436" y="25"/>
                  </a:lnTo>
                  <a:lnTo>
                    <a:pt x="2265" y="50"/>
                  </a:lnTo>
                  <a:lnTo>
                    <a:pt x="2095" y="98"/>
                  </a:lnTo>
                  <a:lnTo>
                    <a:pt x="1924" y="147"/>
                  </a:lnTo>
                  <a:lnTo>
                    <a:pt x="1778" y="220"/>
                  </a:lnTo>
                  <a:lnTo>
                    <a:pt x="1632" y="318"/>
                  </a:lnTo>
                  <a:lnTo>
                    <a:pt x="1510" y="415"/>
                  </a:lnTo>
                  <a:lnTo>
                    <a:pt x="1389" y="512"/>
                  </a:lnTo>
                  <a:lnTo>
                    <a:pt x="1267" y="634"/>
                  </a:lnTo>
                  <a:lnTo>
                    <a:pt x="1169" y="780"/>
                  </a:lnTo>
                  <a:lnTo>
                    <a:pt x="1072" y="926"/>
                  </a:lnTo>
                  <a:lnTo>
                    <a:pt x="999" y="1073"/>
                  </a:lnTo>
                  <a:lnTo>
                    <a:pt x="950" y="1243"/>
                  </a:lnTo>
                  <a:lnTo>
                    <a:pt x="901" y="1389"/>
                  </a:lnTo>
                  <a:lnTo>
                    <a:pt x="877" y="1584"/>
                  </a:lnTo>
                  <a:lnTo>
                    <a:pt x="877" y="1754"/>
                  </a:lnTo>
                  <a:lnTo>
                    <a:pt x="877" y="14443"/>
                  </a:lnTo>
                  <a:lnTo>
                    <a:pt x="877" y="14443"/>
                  </a:lnTo>
                  <a:lnTo>
                    <a:pt x="682" y="14638"/>
                  </a:lnTo>
                  <a:lnTo>
                    <a:pt x="512" y="14833"/>
                  </a:lnTo>
                  <a:lnTo>
                    <a:pt x="366" y="15052"/>
                  </a:lnTo>
                  <a:lnTo>
                    <a:pt x="244" y="15296"/>
                  </a:lnTo>
                  <a:lnTo>
                    <a:pt x="146" y="15564"/>
                  </a:lnTo>
                  <a:lnTo>
                    <a:pt x="73" y="15832"/>
                  </a:lnTo>
                  <a:lnTo>
                    <a:pt x="25" y="16100"/>
                  </a:lnTo>
                  <a:lnTo>
                    <a:pt x="0" y="16392"/>
                  </a:lnTo>
                  <a:lnTo>
                    <a:pt x="0" y="16392"/>
                  </a:lnTo>
                  <a:lnTo>
                    <a:pt x="25" y="16635"/>
                  </a:lnTo>
                  <a:lnTo>
                    <a:pt x="49" y="16903"/>
                  </a:lnTo>
                  <a:lnTo>
                    <a:pt x="122" y="17147"/>
                  </a:lnTo>
                  <a:lnTo>
                    <a:pt x="195" y="17390"/>
                  </a:lnTo>
                  <a:lnTo>
                    <a:pt x="317" y="17634"/>
                  </a:lnTo>
                  <a:lnTo>
                    <a:pt x="439" y="17829"/>
                  </a:lnTo>
                  <a:lnTo>
                    <a:pt x="609" y="18048"/>
                  </a:lnTo>
                  <a:lnTo>
                    <a:pt x="755" y="18218"/>
                  </a:lnTo>
                  <a:lnTo>
                    <a:pt x="950" y="18389"/>
                  </a:lnTo>
                  <a:lnTo>
                    <a:pt x="1145" y="18535"/>
                  </a:lnTo>
                  <a:lnTo>
                    <a:pt x="1364" y="18681"/>
                  </a:lnTo>
                  <a:lnTo>
                    <a:pt x="1583" y="18779"/>
                  </a:lnTo>
                  <a:lnTo>
                    <a:pt x="1827" y="18876"/>
                  </a:lnTo>
                  <a:lnTo>
                    <a:pt x="2070" y="18925"/>
                  </a:lnTo>
                  <a:lnTo>
                    <a:pt x="2338" y="18973"/>
                  </a:lnTo>
                  <a:lnTo>
                    <a:pt x="2606" y="18998"/>
                  </a:lnTo>
                  <a:lnTo>
                    <a:pt x="2606" y="18998"/>
                  </a:lnTo>
                  <a:lnTo>
                    <a:pt x="2874" y="18973"/>
                  </a:lnTo>
                  <a:lnTo>
                    <a:pt x="3142" y="18925"/>
                  </a:lnTo>
                  <a:lnTo>
                    <a:pt x="3386" y="18876"/>
                  </a:lnTo>
                  <a:lnTo>
                    <a:pt x="3629" y="18779"/>
                  </a:lnTo>
                  <a:lnTo>
                    <a:pt x="3848" y="18681"/>
                  </a:lnTo>
                  <a:lnTo>
                    <a:pt x="4068" y="18535"/>
                  </a:lnTo>
                  <a:lnTo>
                    <a:pt x="4262" y="18389"/>
                  </a:lnTo>
                  <a:lnTo>
                    <a:pt x="4457" y="18218"/>
                  </a:lnTo>
                  <a:lnTo>
                    <a:pt x="4603" y="18048"/>
                  </a:lnTo>
                  <a:lnTo>
                    <a:pt x="4774" y="17829"/>
                  </a:lnTo>
                  <a:lnTo>
                    <a:pt x="4896" y="17634"/>
                  </a:lnTo>
                  <a:lnTo>
                    <a:pt x="5017" y="17390"/>
                  </a:lnTo>
                  <a:lnTo>
                    <a:pt x="5091" y="17147"/>
                  </a:lnTo>
                  <a:lnTo>
                    <a:pt x="5164" y="16903"/>
                  </a:lnTo>
                  <a:lnTo>
                    <a:pt x="5188" y="16635"/>
                  </a:lnTo>
                  <a:lnTo>
                    <a:pt x="5212" y="16392"/>
                  </a:lnTo>
                  <a:lnTo>
                    <a:pt x="5212" y="16392"/>
                  </a:lnTo>
                  <a:lnTo>
                    <a:pt x="5188" y="16100"/>
                  </a:lnTo>
                  <a:lnTo>
                    <a:pt x="5139" y="15832"/>
                  </a:lnTo>
                  <a:lnTo>
                    <a:pt x="5066" y="15564"/>
                  </a:lnTo>
                  <a:lnTo>
                    <a:pt x="4969" y="15296"/>
                  </a:lnTo>
                  <a:lnTo>
                    <a:pt x="4847" y="15052"/>
                  </a:lnTo>
                  <a:lnTo>
                    <a:pt x="4701" y="14833"/>
                  </a:lnTo>
                  <a:lnTo>
                    <a:pt x="4530" y="14638"/>
                  </a:lnTo>
                  <a:lnTo>
                    <a:pt x="4336" y="14443"/>
                  </a:lnTo>
                  <a:lnTo>
                    <a:pt x="4336" y="14443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1"/>
            <p:cNvSpPr/>
            <p:nvPr/>
          </p:nvSpPr>
          <p:spPr>
            <a:xfrm>
              <a:off x="756475" y="3090675"/>
              <a:ext cx="81625" cy="318475"/>
            </a:xfrm>
            <a:custGeom>
              <a:rect b="b" l="l" r="r" t="t"/>
              <a:pathLst>
                <a:path extrusionOk="0" fill="none" h="12739" w="3265">
                  <a:moveTo>
                    <a:pt x="2387" y="1"/>
                  </a:moveTo>
                  <a:lnTo>
                    <a:pt x="877" y="1"/>
                  </a:lnTo>
                  <a:lnTo>
                    <a:pt x="877" y="9158"/>
                  </a:lnTo>
                  <a:lnTo>
                    <a:pt x="877" y="9158"/>
                  </a:lnTo>
                  <a:lnTo>
                    <a:pt x="853" y="9353"/>
                  </a:lnTo>
                  <a:lnTo>
                    <a:pt x="780" y="9548"/>
                  </a:lnTo>
                  <a:lnTo>
                    <a:pt x="682" y="9719"/>
                  </a:lnTo>
                  <a:lnTo>
                    <a:pt x="536" y="9889"/>
                  </a:lnTo>
                  <a:lnTo>
                    <a:pt x="536" y="9889"/>
                  </a:lnTo>
                  <a:lnTo>
                    <a:pt x="415" y="10011"/>
                  </a:lnTo>
                  <a:lnTo>
                    <a:pt x="317" y="10133"/>
                  </a:lnTo>
                  <a:lnTo>
                    <a:pt x="220" y="10279"/>
                  </a:lnTo>
                  <a:lnTo>
                    <a:pt x="147" y="10425"/>
                  </a:lnTo>
                  <a:lnTo>
                    <a:pt x="74" y="10595"/>
                  </a:lnTo>
                  <a:lnTo>
                    <a:pt x="49" y="10766"/>
                  </a:lnTo>
                  <a:lnTo>
                    <a:pt x="1" y="10936"/>
                  </a:lnTo>
                  <a:lnTo>
                    <a:pt x="1" y="11107"/>
                  </a:lnTo>
                  <a:lnTo>
                    <a:pt x="1" y="11107"/>
                  </a:lnTo>
                  <a:lnTo>
                    <a:pt x="1" y="11253"/>
                  </a:lnTo>
                  <a:lnTo>
                    <a:pt x="25" y="11423"/>
                  </a:lnTo>
                  <a:lnTo>
                    <a:pt x="74" y="11570"/>
                  </a:lnTo>
                  <a:lnTo>
                    <a:pt x="122" y="11740"/>
                  </a:lnTo>
                  <a:lnTo>
                    <a:pt x="195" y="11862"/>
                  </a:lnTo>
                  <a:lnTo>
                    <a:pt x="293" y="12008"/>
                  </a:lnTo>
                  <a:lnTo>
                    <a:pt x="366" y="12130"/>
                  </a:lnTo>
                  <a:lnTo>
                    <a:pt x="488" y="12251"/>
                  </a:lnTo>
                  <a:lnTo>
                    <a:pt x="585" y="12349"/>
                  </a:lnTo>
                  <a:lnTo>
                    <a:pt x="731" y="12446"/>
                  </a:lnTo>
                  <a:lnTo>
                    <a:pt x="853" y="12519"/>
                  </a:lnTo>
                  <a:lnTo>
                    <a:pt x="999" y="12592"/>
                  </a:lnTo>
                  <a:lnTo>
                    <a:pt x="1145" y="12666"/>
                  </a:lnTo>
                  <a:lnTo>
                    <a:pt x="1316" y="12690"/>
                  </a:lnTo>
                  <a:lnTo>
                    <a:pt x="1462" y="12714"/>
                  </a:lnTo>
                  <a:lnTo>
                    <a:pt x="1632" y="12739"/>
                  </a:lnTo>
                  <a:lnTo>
                    <a:pt x="1632" y="12739"/>
                  </a:lnTo>
                  <a:lnTo>
                    <a:pt x="1803" y="12714"/>
                  </a:lnTo>
                  <a:lnTo>
                    <a:pt x="1949" y="12690"/>
                  </a:lnTo>
                  <a:lnTo>
                    <a:pt x="2119" y="12666"/>
                  </a:lnTo>
                  <a:lnTo>
                    <a:pt x="2266" y="12592"/>
                  </a:lnTo>
                  <a:lnTo>
                    <a:pt x="2412" y="12519"/>
                  </a:lnTo>
                  <a:lnTo>
                    <a:pt x="2533" y="12446"/>
                  </a:lnTo>
                  <a:lnTo>
                    <a:pt x="2680" y="12349"/>
                  </a:lnTo>
                  <a:lnTo>
                    <a:pt x="2777" y="12251"/>
                  </a:lnTo>
                  <a:lnTo>
                    <a:pt x="2899" y="12130"/>
                  </a:lnTo>
                  <a:lnTo>
                    <a:pt x="2972" y="12008"/>
                  </a:lnTo>
                  <a:lnTo>
                    <a:pt x="3069" y="11862"/>
                  </a:lnTo>
                  <a:lnTo>
                    <a:pt x="3142" y="11740"/>
                  </a:lnTo>
                  <a:lnTo>
                    <a:pt x="3191" y="11570"/>
                  </a:lnTo>
                  <a:lnTo>
                    <a:pt x="3240" y="11423"/>
                  </a:lnTo>
                  <a:lnTo>
                    <a:pt x="3264" y="11253"/>
                  </a:lnTo>
                  <a:lnTo>
                    <a:pt x="3264" y="11107"/>
                  </a:lnTo>
                  <a:lnTo>
                    <a:pt x="3264" y="11107"/>
                  </a:lnTo>
                  <a:lnTo>
                    <a:pt x="3264" y="10936"/>
                  </a:lnTo>
                  <a:lnTo>
                    <a:pt x="3215" y="10766"/>
                  </a:lnTo>
                  <a:lnTo>
                    <a:pt x="3191" y="10595"/>
                  </a:lnTo>
                  <a:lnTo>
                    <a:pt x="3118" y="10425"/>
                  </a:lnTo>
                  <a:lnTo>
                    <a:pt x="3045" y="10279"/>
                  </a:lnTo>
                  <a:lnTo>
                    <a:pt x="2947" y="10133"/>
                  </a:lnTo>
                  <a:lnTo>
                    <a:pt x="2850" y="10011"/>
                  </a:lnTo>
                  <a:lnTo>
                    <a:pt x="2728" y="9889"/>
                  </a:lnTo>
                  <a:lnTo>
                    <a:pt x="2728" y="9889"/>
                  </a:lnTo>
                  <a:lnTo>
                    <a:pt x="2582" y="9719"/>
                  </a:lnTo>
                  <a:lnTo>
                    <a:pt x="2485" y="9548"/>
                  </a:lnTo>
                  <a:lnTo>
                    <a:pt x="2412" y="9353"/>
                  </a:lnTo>
                  <a:lnTo>
                    <a:pt x="2387" y="9158"/>
                  </a:lnTo>
                  <a:lnTo>
                    <a:pt x="2387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1"/>
            <p:cNvSpPr/>
            <p:nvPr/>
          </p:nvSpPr>
          <p:spPr>
            <a:xfrm>
              <a:off x="802750" y="312905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1"/>
            <p:cNvSpPr/>
            <p:nvPr/>
          </p:nvSpPr>
          <p:spPr>
            <a:xfrm>
              <a:off x="802750" y="316252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1"/>
            <p:cNvSpPr/>
            <p:nvPr/>
          </p:nvSpPr>
          <p:spPr>
            <a:xfrm>
              <a:off x="802750" y="319602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1"/>
            <p:cNvSpPr/>
            <p:nvPr/>
          </p:nvSpPr>
          <p:spPr>
            <a:xfrm>
              <a:off x="802750" y="322950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1"/>
            <p:cNvSpPr/>
            <p:nvPr/>
          </p:nvSpPr>
          <p:spPr>
            <a:xfrm>
              <a:off x="802750" y="326300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1"/>
            <p:cNvSpPr/>
            <p:nvPr/>
          </p:nvSpPr>
          <p:spPr>
            <a:xfrm>
              <a:off x="802750" y="329647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3" name="Google Shape;573;p41"/>
          <p:cNvSpPr/>
          <p:nvPr/>
        </p:nvSpPr>
        <p:spPr>
          <a:xfrm>
            <a:off x="1484913" y="2598660"/>
            <a:ext cx="335738" cy="430924"/>
          </a:xfrm>
          <a:custGeom>
            <a:rect b="b" l="l" r="r" t="t"/>
            <a:pathLst>
              <a:path extrusionOk="0" fill="none" h="20508" w="15978">
                <a:moveTo>
                  <a:pt x="15977" y="1292"/>
                </a:moveTo>
                <a:lnTo>
                  <a:pt x="15977" y="19217"/>
                </a:lnTo>
                <a:lnTo>
                  <a:pt x="15977" y="19217"/>
                </a:lnTo>
                <a:lnTo>
                  <a:pt x="15953" y="19485"/>
                </a:lnTo>
                <a:lnTo>
                  <a:pt x="15880" y="19728"/>
                </a:lnTo>
                <a:lnTo>
                  <a:pt x="15758" y="19948"/>
                </a:lnTo>
                <a:lnTo>
                  <a:pt x="15612" y="20142"/>
                </a:lnTo>
                <a:lnTo>
                  <a:pt x="15417" y="20289"/>
                </a:lnTo>
                <a:lnTo>
                  <a:pt x="15198" y="20410"/>
                </a:lnTo>
                <a:lnTo>
                  <a:pt x="14955" y="20483"/>
                </a:lnTo>
                <a:lnTo>
                  <a:pt x="14711" y="20508"/>
                </a:lnTo>
                <a:lnTo>
                  <a:pt x="1267" y="20508"/>
                </a:lnTo>
                <a:lnTo>
                  <a:pt x="1267" y="20508"/>
                </a:lnTo>
                <a:lnTo>
                  <a:pt x="1023" y="20483"/>
                </a:lnTo>
                <a:lnTo>
                  <a:pt x="780" y="20410"/>
                </a:lnTo>
                <a:lnTo>
                  <a:pt x="561" y="20289"/>
                </a:lnTo>
                <a:lnTo>
                  <a:pt x="366" y="20142"/>
                </a:lnTo>
                <a:lnTo>
                  <a:pt x="220" y="19948"/>
                </a:lnTo>
                <a:lnTo>
                  <a:pt x="98" y="19728"/>
                </a:lnTo>
                <a:lnTo>
                  <a:pt x="25" y="19485"/>
                </a:lnTo>
                <a:lnTo>
                  <a:pt x="1" y="19217"/>
                </a:lnTo>
                <a:lnTo>
                  <a:pt x="1" y="1292"/>
                </a:lnTo>
                <a:lnTo>
                  <a:pt x="1" y="1292"/>
                </a:lnTo>
                <a:lnTo>
                  <a:pt x="25" y="1024"/>
                </a:lnTo>
                <a:lnTo>
                  <a:pt x="98" y="780"/>
                </a:lnTo>
                <a:lnTo>
                  <a:pt x="220" y="561"/>
                </a:lnTo>
                <a:lnTo>
                  <a:pt x="366" y="366"/>
                </a:lnTo>
                <a:lnTo>
                  <a:pt x="561" y="220"/>
                </a:lnTo>
                <a:lnTo>
                  <a:pt x="780" y="98"/>
                </a:lnTo>
                <a:lnTo>
                  <a:pt x="1023" y="25"/>
                </a:lnTo>
                <a:lnTo>
                  <a:pt x="1267" y="1"/>
                </a:lnTo>
                <a:lnTo>
                  <a:pt x="14711" y="1"/>
                </a:lnTo>
                <a:lnTo>
                  <a:pt x="14711" y="1"/>
                </a:lnTo>
                <a:lnTo>
                  <a:pt x="14955" y="25"/>
                </a:lnTo>
                <a:lnTo>
                  <a:pt x="15198" y="98"/>
                </a:lnTo>
                <a:lnTo>
                  <a:pt x="15417" y="220"/>
                </a:lnTo>
                <a:lnTo>
                  <a:pt x="15612" y="366"/>
                </a:lnTo>
                <a:lnTo>
                  <a:pt x="15758" y="561"/>
                </a:lnTo>
                <a:lnTo>
                  <a:pt x="15880" y="780"/>
                </a:lnTo>
                <a:lnTo>
                  <a:pt x="15953" y="1024"/>
                </a:lnTo>
                <a:lnTo>
                  <a:pt x="15977" y="1292"/>
                </a:lnTo>
                <a:lnTo>
                  <a:pt x="15977" y="1292"/>
                </a:lnTo>
                <a:close/>
                <a:moveTo>
                  <a:pt x="7989" y="19899"/>
                </a:moveTo>
                <a:lnTo>
                  <a:pt x="7989" y="19899"/>
                </a:lnTo>
                <a:lnTo>
                  <a:pt x="8159" y="19875"/>
                </a:lnTo>
                <a:lnTo>
                  <a:pt x="8306" y="19826"/>
                </a:lnTo>
                <a:lnTo>
                  <a:pt x="8452" y="19753"/>
                </a:lnTo>
                <a:lnTo>
                  <a:pt x="8574" y="19655"/>
                </a:lnTo>
                <a:lnTo>
                  <a:pt x="8671" y="19534"/>
                </a:lnTo>
                <a:lnTo>
                  <a:pt x="8744" y="19387"/>
                </a:lnTo>
                <a:lnTo>
                  <a:pt x="8793" y="19241"/>
                </a:lnTo>
                <a:lnTo>
                  <a:pt x="8817" y="19071"/>
                </a:lnTo>
                <a:lnTo>
                  <a:pt x="8817" y="19071"/>
                </a:lnTo>
                <a:lnTo>
                  <a:pt x="8793" y="18900"/>
                </a:lnTo>
                <a:lnTo>
                  <a:pt x="8744" y="18754"/>
                </a:lnTo>
                <a:lnTo>
                  <a:pt x="8671" y="18608"/>
                </a:lnTo>
                <a:lnTo>
                  <a:pt x="8574" y="18486"/>
                </a:lnTo>
                <a:lnTo>
                  <a:pt x="8452" y="18389"/>
                </a:lnTo>
                <a:lnTo>
                  <a:pt x="8306" y="18316"/>
                </a:lnTo>
                <a:lnTo>
                  <a:pt x="8159" y="18267"/>
                </a:lnTo>
                <a:lnTo>
                  <a:pt x="7989" y="18243"/>
                </a:lnTo>
                <a:lnTo>
                  <a:pt x="7989" y="18243"/>
                </a:lnTo>
                <a:lnTo>
                  <a:pt x="7819" y="18267"/>
                </a:lnTo>
                <a:lnTo>
                  <a:pt x="7672" y="18316"/>
                </a:lnTo>
                <a:lnTo>
                  <a:pt x="7526" y="18389"/>
                </a:lnTo>
                <a:lnTo>
                  <a:pt x="7404" y="18486"/>
                </a:lnTo>
                <a:lnTo>
                  <a:pt x="7307" y="18608"/>
                </a:lnTo>
                <a:lnTo>
                  <a:pt x="7234" y="18754"/>
                </a:lnTo>
                <a:lnTo>
                  <a:pt x="7185" y="18900"/>
                </a:lnTo>
                <a:lnTo>
                  <a:pt x="7161" y="19071"/>
                </a:lnTo>
                <a:lnTo>
                  <a:pt x="7161" y="19071"/>
                </a:lnTo>
                <a:lnTo>
                  <a:pt x="7185" y="19241"/>
                </a:lnTo>
                <a:lnTo>
                  <a:pt x="7234" y="19387"/>
                </a:lnTo>
                <a:lnTo>
                  <a:pt x="7307" y="19534"/>
                </a:lnTo>
                <a:lnTo>
                  <a:pt x="7404" y="19655"/>
                </a:lnTo>
                <a:lnTo>
                  <a:pt x="7526" y="19753"/>
                </a:lnTo>
                <a:lnTo>
                  <a:pt x="7672" y="19826"/>
                </a:lnTo>
                <a:lnTo>
                  <a:pt x="7819" y="19875"/>
                </a:lnTo>
                <a:lnTo>
                  <a:pt x="7989" y="19899"/>
                </a:lnTo>
                <a:lnTo>
                  <a:pt x="7989" y="19899"/>
                </a:lnTo>
                <a:close/>
                <a:moveTo>
                  <a:pt x="14394" y="1584"/>
                </a:moveTo>
                <a:lnTo>
                  <a:pt x="1584" y="1584"/>
                </a:lnTo>
                <a:lnTo>
                  <a:pt x="1584" y="17634"/>
                </a:lnTo>
                <a:lnTo>
                  <a:pt x="14394" y="17634"/>
                </a:lnTo>
                <a:lnTo>
                  <a:pt x="14394" y="1584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41"/>
          <p:cNvSpPr/>
          <p:nvPr/>
        </p:nvSpPr>
        <p:spPr>
          <a:xfrm>
            <a:off x="963405" y="2598660"/>
            <a:ext cx="248746" cy="430924"/>
          </a:xfrm>
          <a:custGeom>
            <a:rect b="b" l="l" r="r" t="t"/>
            <a:pathLst>
              <a:path extrusionOk="0" fill="none" h="20508" w="11838">
                <a:moveTo>
                  <a:pt x="10547" y="1"/>
                </a:moveTo>
                <a:lnTo>
                  <a:pt x="1292" y="1"/>
                </a:lnTo>
                <a:lnTo>
                  <a:pt x="1292" y="1"/>
                </a:lnTo>
                <a:lnTo>
                  <a:pt x="1024" y="25"/>
                </a:lnTo>
                <a:lnTo>
                  <a:pt x="780" y="98"/>
                </a:lnTo>
                <a:lnTo>
                  <a:pt x="561" y="220"/>
                </a:lnTo>
                <a:lnTo>
                  <a:pt x="366" y="366"/>
                </a:lnTo>
                <a:lnTo>
                  <a:pt x="220" y="561"/>
                </a:lnTo>
                <a:lnTo>
                  <a:pt x="98" y="780"/>
                </a:lnTo>
                <a:lnTo>
                  <a:pt x="25" y="1024"/>
                </a:lnTo>
                <a:lnTo>
                  <a:pt x="1" y="1292"/>
                </a:lnTo>
                <a:lnTo>
                  <a:pt x="1" y="19217"/>
                </a:lnTo>
                <a:lnTo>
                  <a:pt x="1" y="19217"/>
                </a:lnTo>
                <a:lnTo>
                  <a:pt x="25" y="19485"/>
                </a:lnTo>
                <a:lnTo>
                  <a:pt x="98" y="19728"/>
                </a:lnTo>
                <a:lnTo>
                  <a:pt x="220" y="19948"/>
                </a:lnTo>
                <a:lnTo>
                  <a:pt x="366" y="20142"/>
                </a:lnTo>
                <a:lnTo>
                  <a:pt x="561" y="20289"/>
                </a:lnTo>
                <a:lnTo>
                  <a:pt x="780" y="20410"/>
                </a:lnTo>
                <a:lnTo>
                  <a:pt x="1024" y="20483"/>
                </a:lnTo>
                <a:lnTo>
                  <a:pt x="1292" y="20508"/>
                </a:lnTo>
                <a:lnTo>
                  <a:pt x="10547" y="20508"/>
                </a:lnTo>
                <a:lnTo>
                  <a:pt x="10547" y="20508"/>
                </a:lnTo>
                <a:lnTo>
                  <a:pt x="10814" y="20483"/>
                </a:lnTo>
                <a:lnTo>
                  <a:pt x="11058" y="20410"/>
                </a:lnTo>
                <a:lnTo>
                  <a:pt x="11277" y="20289"/>
                </a:lnTo>
                <a:lnTo>
                  <a:pt x="11472" y="20142"/>
                </a:lnTo>
                <a:lnTo>
                  <a:pt x="11618" y="19948"/>
                </a:lnTo>
                <a:lnTo>
                  <a:pt x="11740" y="19728"/>
                </a:lnTo>
                <a:lnTo>
                  <a:pt x="11813" y="19485"/>
                </a:lnTo>
                <a:lnTo>
                  <a:pt x="11837" y="19217"/>
                </a:lnTo>
                <a:lnTo>
                  <a:pt x="11837" y="1292"/>
                </a:lnTo>
                <a:lnTo>
                  <a:pt x="11837" y="1292"/>
                </a:lnTo>
                <a:lnTo>
                  <a:pt x="11813" y="1024"/>
                </a:lnTo>
                <a:lnTo>
                  <a:pt x="11740" y="780"/>
                </a:lnTo>
                <a:lnTo>
                  <a:pt x="11618" y="561"/>
                </a:lnTo>
                <a:lnTo>
                  <a:pt x="11472" y="366"/>
                </a:lnTo>
                <a:lnTo>
                  <a:pt x="11277" y="220"/>
                </a:lnTo>
                <a:lnTo>
                  <a:pt x="11058" y="98"/>
                </a:lnTo>
                <a:lnTo>
                  <a:pt x="10814" y="25"/>
                </a:lnTo>
                <a:lnTo>
                  <a:pt x="10547" y="1"/>
                </a:lnTo>
                <a:lnTo>
                  <a:pt x="10547" y="1"/>
                </a:lnTo>
                <a:close/>
                <a:moveTo>
                  <a:pt x="5554" y="975"/>
                </a:moveTo>
                <a:lnTo>
                  <a:pt x="6284" y="975"/>
                </a:lnTo>
                <a:lnTo>
                  <a:pt x="6284" y="975"/>
                </a:lnTo>
                <a:lnTo>
                  <a:pt x="6406" y="999"/>
                </a:lnTo>
                <a:lnTo>
                  <a:pt x="6479" y="1073"/>
                </a:lnTo>
                <a:lnTo>
                  <a:pt x="6552" y="1146"/>
                </a:lnTo>
                <a:lnTo>
                  <a:pt x="6577" y="1267"/>
                </a:lnTo>
                <a:lnTo>
                  <a:pt x="6577" y="1267"/>
                </a:lnTo>
                <a:lnTo>
                  <a:pt x="6552" y="1365"/>
                </a:lnTo>
                <a:lnTo>
                  <a:pt x="6479" y="1462"/>
                </a:lnTo>
                <a:lnTo>
                  <a:pt x="6406" y="1511"/>
                </a:lnTo>
                <a:lnTo>
                  <a:pt x="6284" y="1535"/>
                </a:lnTo>
                <a:lnTo>
                  <a:pt x="5554" y="1535"/>
                </a:lnTo>
                <a:lnTo>
                  <a:pt x="5554" y="1535"/>
                </a:lnTo>
                <a:lnTo>
                  <a:pt x="5432" y="1511"/>
                </a:lnTo>
                <a:lnTo>
                  <a:pt x="5359" y="1462"/>
                </a:lnTo>
                <a:lnTo>
                  <a:pt x="5286" y="1365"/>
                </a:lnTo>
                <a:lnTo>
                  <a:pt x="5262" y="1267"/>
                </a:lnTo>
                <a:lnTo>
                  <a:pt x="5262" y="1267"/>
                </a:lnTo>
                <a:lnTo>
                  <a:pt x="5286" y="1146"/>
                </a:lnTo>
                <a:lnTo>
                  <a:pt x="5359" y="1073"/>
                </a:lnTo>
                <a:lnTo>
                  <a:pt x="5432" y="999"/>
                </a:lnTo>
                <a:lnTo>
                  <a:pt x="5554" y="975"/>
                </a:lnTo>
                <a:lnTo>
                  <a:pt x="5554" y="975"/>
                </a:lnTo>
                <a:close/>
                <a:moveTo>
                  <a:pt x="5919" y="19436"/>
                </a:moveTo>
                <a:lnTo>
                  <a:pt x="5919" y="19436"/>
                </a:lnTo>
                <a:lnTo>
                  <a:pt x="5749" y="19412"/>
                </a:lnTo>
                <a:lnTo>
                  <a:pt x="5578" y="19363"/>
                </a:lnTo>
                <a:lnTo>
                  <a:pt x="5432" y="19290"/>
                </a:lnTo>
                <a:lnTo>
                  <a:pt x="5310" y="19193"/>
                </a:lnTo>
                <a:lnTo>
                  <a:pt x="5213" y="19071"/>
                </a:lnTo>
                <a:lnTo>
                  <a:pt x="5140" y="18925"/>
                </a:lnTo>
                <a:lnTo>
                  <a:pt x="5091" y="18754"/>
                </a:lnTo>
                <a:lnTo>
                  <a:pt x="5067" y="18584"/>
                </a:lnTo>
                <a:lnTo>
                  <a:pt x="5067" y="18584"/>
                </a:lnTo>
                <a:lnTo>
                  <a:pt x="5091" y="18413"/>
                </a:lnTo>
                <a:lnTo>
                  <a:pt x="5140" y="18243"/>
                </a:lnTo>
                <a:lnTo>
                  <a:pt x="5213" y="18097"/>
                </a:lnTo>
                <a:lnTo>
                  <a:pt x="5310" y="17975"/>
                </a:lnTo>
                <a:lnTo>
                  <a:pt x="5432" y="17877"/>
                </a:lnTo>
                <a:lnTo>
                  <a:pt x="5578" y="17804"/>
                </a:lnTo>
                <a:lnTo>
                  <a:pt x="5749" y="17756"/>
                </a:lnTo>
                <a:lnTo>
                  <a:pt x="5919" y="17731"/>
                </a:lnTo>
                <a:lnTo>
                  <a:pt x="5919" y="17731"/>
                </a:lnTo>
                <a:lnTo>
                  <a:pt x="6090" y="17756"/>
                </a:lnTo>
                <a:lnTo>
                  <a:pt x="6260" y="17804"/>
                </a:lnTo>
                <a:lnTo>
                  <a:pt x="6406" y="17877"/>
                </a:lnTo>
                <a:lnTo>
                  <a:pt x="6528" y="17975"/>
                </a:lnTo>
                <a:lnTo>
                  <a:pt x="6625" y="18097"/>
                </a:lnTo>
                <a:lnTo>
                  <a:pt x="6699" y="18243"/>
                </a:lnTo>
                <a:lnTo>
                  <a:pt x="6747" y="18413"/>
                </a:lnTo>
                <a:lnTo>
                  <a:pt x="6772" y="18584"/>
                </a:lnTo>
                <a:lnTo>
                  <a:pt x="6772" y="18584"/>
                </a:lnTo>
                <a:lnTo>
                  <a:pt x="6747" y="18754"/>
                </a:lnTo>
                <a:lnTo>
                  <a:pt x="6699" y="18925"/>
                </a:lnTo>
                <a:lnTo>
                  <a:pt x="6625" y="19071"/>
                </a:lnTo>
                <a:lnTo>
                  <a:pt x="6528" y="19193"/>
                </a:lnTo>
                <a:lnTo>
                  <a:pt x="6406" y="19290"/>
                </a:lnTo>
                <a:lnTo>
                  <a:pt x="6260" y="19363"/>
                </a:lnTo>
                <a:lnTo>
                  <a:pt x="6090" y="19412"/>
                </a:lnTo>
                <a:lnTo>
                  <a:pt x="5919" y="19436"/>
                </a:lnTo>
                <a:lnTo>
                  <a:pt x="5919" y="19436"/>
                </a:lnTo>
                <a:close/>
                <a:moveTo>
                  <a:pt x="10547" y="16660"/>
                </a:moveTo>
                <a:lnTo>
                  <a:pt x="1292" y="16660"/>
                </a:lnTo>
                <a:lnTo>
                  <a:pt x="1292" y="2558"/>
                </a:lnTo>
                <a:lnTo>
                  <a:pt x="10547" y="2558"/>
                </a:lnTo>
                <a:lnTo>
                  <a:pt x="10547" y="16660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5" name="Google Shape;575;p41"/>
          <p:cNvGrpSpPr/>
          <p:nvPr/>
        </p:nvGrpSpPr>
        <p:grpSpPr>
          <a:xfrm>
            <a:off x="2023737" y="2627227"/>
            <a:ext cx="387933" cy="367467"/>
            <a:chOff x="2583100" y="2973775"/>
            <a:chExt cx="461550" cy="437200"/>
          </a:xfrm>
        </p:grpSpPr>
        <p:sp>
          <p:nvSpPr>
            <p:cNvPr id="576" name="Google Shape;576;p41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1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8" name="Google Shape;578;p41"/>
          <p:cNvSpPr/>
          <p:nvPr/>
        </p:nvSpPr>
        <p:spPr>
          <a:xfrm>
            <a:off x="3734681" y="2636022"/>
            <a:ext cx="356204" cy="356204"/>
          </a:xfrm>
          <a:custGeom>
            <a:rect b="b" l="l" r="r" t="t"/>
            <a:pathLst>
              <a:path extrusionOk="0" fill="none" h="16952" w="16952">
                <a:moveTo>
                  <a:pt x="16173" y="7015"/>
                </a:moveTo>
                <a:lnTo>
                  <a:pt x="14419" y="6820"/>
                </a:lnTo>
                <a:lnTo>
                  <a:pt x="14419" y="6820"/>
                </a:lnTo>
                <a:lnTo>
                  <a:pt x="14322" y="6479"/>
                </a:lnTo>
                <a:lnTo>
                  <a:pt x="14175" y="6114"/>
                </a:lnTo>
                <a:lnTo>
                  <a:pt x="14029" y="5773"/>
                </a:lnTo>
                <a:lnTo>
                  <a:pt x="13859" y="5432"/>
                </a:lnTo>
                <a:lnTo>
                  <a:pt x="14955" y="4068"/>
                </a:lnTo>
                <a:lnTo>
                  <a:pt x="14955" y="4068"/>
                </a:lnTo>
                <a:lnTo>
                  <a:pt x="15028" y="3922"/>
                </a:lnTo>
                <a:lnTo>
                  <a:pt x="15077" y="3776"/>
                </a:lnTo>
                <a:lnTo>
                  <a:pt x="15125" y="3630"/>
                </a:lnTo>
                <a:lnTo>
                  <a:pt x="15125" y="3484"/>
                </a:lnTo>
                <a:lnTo>
                  <a:pt x="15101" y="3313"/>
                </a:lnTo>
                <a:lnTo>
                  <a:pt x="15052" y="3167"/>
                </a:lnTo>
                <a:lnTo>
                  <a:pt x="14979" y="3021"/>
                </a:lnTo>
                <a:lnTo>
                  <a:pt x="14882" y="2899"/>
                </a:lnTo>
                <a:lnTo>
                  <a:pt x="14054" y="2071"/>
                </a:lnTo>
                <a:lnTo>
                  <a:pt x="14054" y="2071"/>
                </a:lnTo>
                <a:lnTo>
                  <a:pt x="13932" y="1974"/>
                </a:lnTo>
                <a:lnTo>
                  <a:pt x="13786" y="1901"/>
                </a:lnTo>
                <a:lnTo>
                  <a:pt x="13640" y="1852"/>
                </a:lnTo>
                <a:lnTo>
                  <a:pt x="13469" y="1827"/>
                </a:lnTo>
                <a:lnTo>
                  <a:pt x="13323" y="1827"/>
                </a:lnTo>
                <a:lnTo>
                  <a:pt x="13177" y="1876"/>
                </a:lnTo>
                <a:lnTo>
                  <a:pt x="13031" y="1925"/>
                </a:lnTo>
                <a:lnTo>
                  <a:pt x="12885" y="2022"/>
                </a:lnTo>
                <a:lnTo>
                  <a:pt x="11521" y="3094"/>
                </a:lnTo>
                <a:lnTo>
                  <a:pt x="11521" y="3094"/>
                </a:lnTo>
                <a:lnTo>
                  <a:pt x="11180" y="2923"/>
                </a:lnTo>
                <a:lnTo>
                  <a:pt x="10839" y="2777"/>
                </a:lnTo>
                <a:lnTo>
                  <a:pt x="10473" y="2631"/>
                </a:lnTo>
                <a:lnTo>
                  <a:pt x="10133" y="2534"/>
                </a:lnTo>
                <a:lnTo>
                  <a:pt x="9938" y="780"/>
                </a:lnTo>
                <a:lnTo>
                  <a:pt x="9938" y="780"/>
                </a:lnTo>
                <a:lnTo>
                  <a:pt x="9889" y="634"/>
                </a:lnTo>
                <a:lnTo>
                  <a:pt x="9840" y="488"/>
                </a:lnTo>
                <a:lnTo>
                  <a:pt x="9743" y="342"/>
                </a:lnTo>
                <a:lnTo>
                  <a:pt x="9645" y="244"/>
                </a:lnTo>
                <a:lnTo>
                  <a:pt x="9499" y="147"/>
                </a:lnTo>
                <a:lnTo>
                  <a:pt x="9378" y="74"/>
                </a:lnTo>
                <a:lnTo>
                  <a:pt x="9231" y="25"/>
                </a:lnTo>
                <a:lnTo>
                  <a:pt x="9061" y="1"/>
                </a:lnTo>
                <a:lnTo>
                  <a:pt x="7892" y="1"/>
                </a:lnTo>
                <a:lnTo>
                  <a:pt x="7892" y="1"/>
                </a:lnTo>
                <a:lnTo>
                  <a:pt x="7721" y="25"/>
                </a:lnTo>
                <a:lnTo>
                  <a:pt x="7575" y="74"/>
                </a:lnTo>
                <a:lnTo>
                  <a:pt x="7453" y="147"/>
                </a:lnTo>
                <a:lnTo>
                  <a:pt x="7307" y="244"/>
                </a:lnTo>
                <a:lnTo>
                  <a:pt x="7210" y="342"/>
                </a:lnTo>
                <a:lnTo>
                  <a:pt x="7112" y="488"/>
                </a:lnTo>
                <a:lnTo>
                  <a:pt x="7064" y="634"/>
                </a:lnTo>
                <a:lnTo>
                  <a:pt x="7015" y="780"/>
                </a:lnTo>
                <a:lnTo>
                  <a:pt x="6820" y="2534"/>
                </a:lnTo>
                <a:lnTo>
                  <a:pt x="6820" y="2534"/>
                </a:lnTo>
                <a:lnTo>
                  <a:pt x="6479" y="2631"/>
                </a:lnTo>
                <a:lnTo>
                  <a:pt x="6114" y="2777"/>
                </a:lnTo>
                <a:lnTo>
                  <a:pt x="5773" y="2923"/>
                </a:lnTo>
                <a:lnTo>
                  <a:pt x="5432" y="3094"/>
                </a:lnTo>
                <a:lnTo>
                  <a:pt x="4068" y="2022"/>
                </a:lnTo>
                <a:lnTo>
                  <a:pt x="4068" y="2022"/>
                </a:lnTo>
                <a:lnTo>
                  <a:pt x="3922" y="1925"/>
                </a:lnTo>
                <a:lnTo>
                  <a:pt x="3776" y="1876"/>
                </a:lnTo>
                <a:lnTo>
                  <a:pt x="3630" y="1827"/>
                </a:lnTo>
                <a:lnTo>
                  <a:pt x="3484" y="1827"/>
                </a:lnTo>
                <a:lnTo>
                  <a:pt x="3313" y="1852"/>
                </a:lnTo>
                <a:lnTo>
                  <a:pt x="3167" y="1901"/>
                </a:lnTo>
                <a:lnTo>
                  <a:pt x="3021" y="1974"/>
                </a:lnTo>
                <a:lnTo>
                  <a:pt x="2899" y="2071"/>
                </a:lnTo>
                <a:lnTo>
                  <a:pt x="2071" y="2899"/>
                </a:lnTo>
                <a:lnTo>
                  <a:pt x="2071" y="2899"/>
                </a:lnTo>
                <a:lnTo>
                  <a:pt x="1974" y="3021"/>
                </a:lnTo>
                <a:lnTo>
                  <a:pt x="1901" y="3167"/>
                </a:lnTo>
                <a:lnTo>
                  <a:pt x="1852" y="3313"/>
                </a:lnTo>
                <a:lnTo>
                  <a:pt x="1827" y="3484"/>
                </a:lnTo>
                <a:lnTo>
                  <a:pt x="1827" y="3630"/>
                </a:lnTo>
                <a:lnTo>
                  <a:pt x="1876" y="3776"/>
                </a:lnTo>
                <a:lnTo>
                  <a:pt x="1925" y="3922"/>
                </a:lnTo>
                <a:lnTo>
                  <a:pt x="2022" y="4068"/>
                </a:lnTo>
                <a:lnTo>
                  <a:pt x="3094" y="5432"/>
                </a:lnTo>
                <a:lnTo>
                  <a:pt x="3094" y="5432"/>
                </a:lnTo>
                <a:lnTo>
                  <a:pt x="2923" y="5773"/>
                </a:lnTo>
                <a:lnTo>
                  <a:pt x="2777" y="6114"/>
                </a:lnTo>
                <a:lnTo>
                  <a:pt x="2631" y="6479"/>
                </a:lnTo>
                <a:lnTo>
                  <a:pt x="2534" y="6820"/>
                </a:lnTo>
                <a:lnTo>
                  <a:pt x="780" y="7015"/>
                </a:lnTo>
                <a:lnTo>
                  <a:pt x="780" y="7015"/>
                </a:lnTo>
                <a:lnTo>
                  <a:pt x="634" y="7064"/>
                </a:lnTo>
                <a:lnTo>
                  <a:pt x="488" y="7112"/>
                </a:lnTo>
                <a:lnTo>
                  <a:pt x="342" y="7210"/>
                </a:lnTo>
                <a:lnTo>
                  <a:pt x="244" y="7307"/>
                </a:lnTo>
                <a:lnTo>
                  <a:pt x="147" y="7453"/>
                </a:lnTo>
                <a:lnTo>
                  <a:pt x="74" y="7575"/>
                </a:lnTo>
                <a:lnTo>
                  <a:pt x="25" y="7721"/>
                </a:lnTo>
                <a:lnTo>
                  <a:pt x="1" y="7892"/>
                </a:lnTo>
                <a:lnTo>
                  <a:pt x="1" y="9061"/>
                </a:lnTo>
                <a:lnTo>
                  <a:pt x="1" y="9061"/>
                </a:lnTo>
                <a:lnTo>
                  <a:pt x="25" y="9231"/>
                </a:lnTo>
                <a:lnTo>
                  <a:pt x="74" y="9377"/>
                </a:lnTo>
                <a:lnTo>
                  <a:pt x="147" y="9499"/>
                </a:lnTo>
                <a:lnTo>
                  <a:pt x="244" y="9645"/>
                </a:lnTo>
                <a:lnTo>
                  <a:pt x="342" y="9743"/>
                </a:lnTo>
                <a:lnTo>
                  <a:pt x="488" y="9840"/>
                </a:lnTo>
                <a:lnTo>
                  <a:pt x="634" y="9889"/>
                </a:lnTo>
                <a:lnTo>
                  <a:pt x="780" y="9938"/>
                </a:lnTo>
                <a:lnTo>
                  <a:pt x="2534" y="10132"/>
                </a:lnTo>
                <a:lnTo>
                  <a:pt x="2534" y="10132"/>
                </a:lnTo>
                <a:lnTo>
                  <a:pt x="2631" y="10473"/>
                </a:lnTo>
                <a:lnTo>
                  <a:pt x="2777" y="10839"/>
                </a:lnTo>
                <a:lnTo>
                  <a:pt x="2923" y="11180"/>
                </a:lnTo>
                <a:lnTo>
                  <a:pt x="3094" y="11521"/>
                </a:lnTo>
                <a:lnTo>
                  <a:pt x="2022" y="12885"/>
                </a:lnTo>
                <a:lnTo>
                  <a:pt x="2022" y="12885"/>
                </a:lnTo>
                <a:lnTo>
                  <a:pt x="1925" y="13031"/>
                </a:lnTo>
                <a:lnTo>
                  <a:pt x="1876" y="13177"/>
                </a:lnTo>
                <a:lnTo>
                  <a:pt x="1827" y="13323"/>
                </a:lnTo>
                <a:lnTo>
                  <a:pt x="1827" y="13469"/>
                </a:lnTo>
                <a:lnTo>
                  <a:pt x="1852" y="13640"/>
                </a:lnTo>
                <a:lnTo>
                  <a:pt x="1901" y="13786"/>
                </a:lnTo>
                <a:lnTo>
                  <a:pt x="1974" y="13932"/>
                </a:lnTo>
                <a:lnTo>
                  <a:pt x="2071" y="14054"/>
                </a:lnTo>
                <a:lnTo>
                  <a:pt x="2899" y="14882"/>
                </a:lnTo>
                <a:lnTo>
                  <a:pt x="2899" y="14882"/>
                </a:lnTo>
                <a:lnTo>
                  <a:pt x="3021" y="14979"/>
                </a:lnTo>
                <a:lnTo>
                  <a:pt x="3167" y="15052"/>
                </a:lnTo>
                <a:lnTo>
                  <a:pt x="3313" y="15101"/>
                </a:lnTo>
                <a:lnTo>
                  <a:pt x="3484" y="15125"/>
                </a:lnTo>
                <a:lnTo>
                  <a:pt x="3630" y="15125"/>
                </a:lnTo>
                <a:lnTo>
                  <a:pt x="3776" y="15077"/>
                </a:lnTo>
                <a:lnTo>
                  <a:pt x="3922" y="15028"/>
                </a:lnTo>
                <a:lnTo>
                  <a:pt x="4068" y="14955"/>
                </a:lnTo>
                <a:lnTo>
                  <a:pt x="5432" y="13859"/>
                </a:lnTo>
                <a:lnTo>
                  <a:pt x="5432" y="13859"/>
                </a:lnTo>
                <a:lnTo>
                  <a:pt x="5773" y="14029"/>
                </a:lnTo>
                <a:lnTo>
                  <a:pt x="6114" y="14175"/>
                </a:lnTo>
                <a:lnTo>
                  <a:pt x="6479" y="14322"/>
                </a:lnTo>
                <a:lnTo>
                  <a:pt x="6820" y="14419"/>
                </a:lnTo>
                <a:lnTo>
                  <a:pt x="7015" y="16173"/>
                </a:lnTo>
                <a:lnTo>
                  <a:pt x="7015" y="16173"/>
                </a:lnTo>
                <a:lnTo>
                  <a:pt x="7064" y="16319"/>
                </a:lnTo>
                <a:lnTo>
                  <a:pt x="7112" y="16465"/>
                </a:lnTo>
                <a:lnTo>
                  <a:pt x="7210" y="16611"/>
                </a:lnTo>
                <a:lnTo>
                  <a:pt x="7307" y="16708"/>
                </a:lnTo>
                <a:lnTo>
                  <a:pt x="7453" y="16806"/>
                </a:lnTo>
                <a:lnTo>
                  <a:pt x="7575" y="16879"/>
                </a:lnTo>
                <a:lnTo>
                  <a:pt x="7721" y="16928"/>
                </a:lnTo>
                <a:lnTo>
                  <a:pt x="7892" y="16952"/>
                </a:lnTo>
                <a:lnTo>
                  <a:pt x="9061" y="16952"/>
                </a:lnTo>
                <a:lnTo>
                  <a:pt x="9061" y="16952"/>
                </a:lnTo>
                <a:lnTo>
                  <a:pt x="9231" y="16928"/>
                </a:lnTo>
                <a:lnTo>
                  <a:pt x="9378" y="16879"/>
                </a:lnTo>
                <a:lnTo>
                  <a:pt x="9499" y="16806"/>
                </a:lnTo>
                <a:lnTo>
                  <a:pt x="9645" y="16708"/>
                </a:lnTo>
                <a:lnTo>
                  <a:pt x="9743" y="16611"/>
                </a:lnTo>
                <a:lnTo>
                  <a:pt x="9840" y="16465"/>
                </a:lnTo>
                <a:lnTo>
                  <a:pt x="9889" y="16319"/>
                </a:lnTo>
                <a:lnTo>
                  <a:pt x="9938" y="16173"/>
                </a:lnTo>
                <a:lnTo>
                  <a:pt x="10133" y="14419"/>
                </a:lnTo>
                <a:lnTo>
                  <a:pt x="10133" y="14419"/>
                </a:lnTo>
                <a:lnTo>
                  <a:pt x="10473" y="14322"/>
                </a:lnTo>
                <a:lnTo>
                  <a:pt x="10839" y="14175"/>
                </a:lnTo>
                <a:lnTo>
                  <a:pt x="11180" y="14029"/>
                </a:lnTo>
                <a:lnTo>
                  <a:pt x="11521" y="13859"/>
                </a:lnTo>
                <a:lnTo>
                  <a:pt x="12885" y="14955"/>
                </a:lnTo>
                <a:lnTo>
                  <a:pt x="12885" y="14955"/>
                </a:lnTo>
                <a:lnTo>
                  <a:pt x="13031" y="15028"/>
                </a:lnTo>
                <a:lnTo>
                  <a:pt x="13177" y="15077"/>
                </a:lnTo>
                <a:lnTo>
                  <a:pt x="13323" y="15125"/>
                </a:lnTo>
                <a:lnTo>
                  <a:pt x="13469" y="15125"/>
                </a:lnTo>
                <a:lnTo>
                  <a:pt x="13640" y="15101"/>
                </a:lnTo>
                <a:lnTo>
                  <a:pt x="13786" y="15052"/>
                </a:lnTo>
                <a:lnTo>
                  <a:pt x="13932" y="14979"/>
                </a:lnTo>
                <a:lnTo>
                  <a:pt x="14054" y="14882"/>
                </a:lnTo>
                <a:lnTo>
                  <a:pt x="14882" y="14054"/>
                </a:lnTo>
                <a:lnTo>
                  <a:pt x="14882" y="14054"/>
                </a:lnTo>
                <a:lnTo>
                  <a:pt x="14979" y="13932"/>
                </a:lnTo>
                <a:lnTo>
                  <a:pt x="15052" y="13786"/>
                </a:lnTo>
                <a:lnTo>
                  <a:pt x="15101" y="13640"/>
                </a:lnTo>
                <a:lnTo>
                  <a:pt x="15125" y="13469"/>
                </a:lnTo>
                <a:lnTo>
                  <a:pt x="15125" y="13323"/>
                </a:lnTo>
                <a:lnTo>
                  <a:pt x="15077" y="13177"/>
                </a:lnTo>
                <a:lnTo>
                  <a:pt x="15028" y="13031"/>
                </a:lnTo>
                <a:lnTo>
                  <a:pt x="14955" y="12885"/>
                </a:lnTo>
                <a:lnTo>
                  <a:pt x="13859" y="11521"/>
                </a:lnTo>
                <a:lnTo>
                  <a:pt x="13859" y="11521"/>
                </a:lnTo>
                <a:lnTo>
                  <a:pt x="14029" y="11180"/>
                </a:lnTo>
                <a:lnTo>
                  <a:pt x="14175" y="10839"/>
                </a:lnTo>
                <a:lnTo>
                  <a:pt x="14322" y="10473"/>
                </a:lnTo>
                <a:lnTo>
                  <a:pt x="14419" y="10132"/>
                </a:lnTo>
                <a:lnTo>
                  <a:pt x="16173" y="9938"/>
                </a:lnTo>
                <a:lnTo>
                  <a:pt x="16173" y="9938"/>
                </a:lnTo>
                <a:lnTo>
                  <a:pt x="16319" y="9889"/>
                </a:lnTo>
                <a:lnTo>
                  <a:pt x="16465" y="9840"/>
                </a:lnTo>
                <a:lnTo>
                  <a:pt x="16611" y="9743"/>
                </a:lnTo>
                <a:lnTo>
                  <a:pt x="16708" y="9645"/>
                </a:lnTo>
                <a:lnTo>
                  <a:pt x="16806" y="9499"/>
                </a:lnTo>
                <a:lnTo>
                  <a:pt x="16879" y="9377"/>
                </a:lnTo>
                <a:lnTo>
                  <a:pt x="16928" y="9231"/>
                </a:lnTo>
                <a:lnTo>
                  <a:pt x="16952" y="9061"/>
                </a:lnTo>
                <a:lnTo>
                  <a:pt x="16952" y="7892"/>
                </a:lnTo>
                <a:lnTo>
                  <a:pt x="16952" y="7892"/>
                </a:lnTo>
                <a:lnTo>
                  <a:pt x="16928" y="7721"/>
                </a:lnTo>
                <a:lnTo>
                  <a:pt x="16879" y="7575"/>
                </a:lnTo>
                <a:lnTo>
                  <a:pt x="16806" y="7453"/>
                </a:lnTo>
                <a:lnTo>
                  <a:pt x="16708" y="7307"/>
                </a:lnTo>
                <a:lnTo>
                  <a:pt x="16611" y="7210"/>
                </a:lnTo>
                <a:lnTo>
                  <a:pt x="16465" y="7112"/>
                </a:lnTo>
                <a:lnTo>
                  <a:pt x="16319" y="7064"/>
                </a:lnTo>
                <a:lnTo>
                  <a:pt x="16173" y="7015"/>
                </a:lnTo>
                <a:lnTo>
                  <a:pt x="16173" y="7015"/>
                </a:lnTo>
                <a:close/>
                <a:moveTo>
                  <a:pt x="10425" y="10425"/>
                </a:moveTo>
                <a:lnTo>
                  <a:pt x="10425" y="10425"/>
                </a:lnTo>
                <a:lnTo>
                  <a:pt x="10206" y="10620"/>
                </a:lnTo>
                <a:lnTo>
                  <a:pt x="9986" y="10766"/>
                </a:lnTo>
                <a:lnTo>
                  <a:pt x="9767" y="10912"/>
                </a:lnTo>
                <a:lnTo>
                  <a:pt x="9524" y="11034"/>
                </a:lnTo>
                <a:lnTo>
                  <a:pt x="9256" y="11107"/>
                </a:lnTo>
                <a:lnTo>
                  <a:pt x="9012" y="11180"/>
                </a:lnTo>
                <a:lnTo>
                  <a:pt x="8744" y="11228"/>
                </a:lnTo>
                <a:lnTo>
                  <a:pt x="8476" y="11228"/>
                </a:lnTo>
                <a:lnTo>
                  <a:pt x="8208" y="11228"/>
                </a:lnTo>
                <a:lnTo>
                  <a:pt x="7941" y="11180"/>
                </a:lnTo>
                <a:lnTo>
                  <a:pt x="7697" y="11107"/>
                </a:lnTo>
                <a:lnTo>
                  <a:pt x="7429" y="11034"/>
                </a:lnTo>
                <a:lnTo>
                  <a:pt x="7186" y="10912"/>
                </a:lnTo>
                <a:lnTo>
                  <a:pt x="6966" y="10766"/>
                </a:lnTo>
                <a:lnTo>
                  <a:pt x="6747" y="10620"/>
                </a:lnTo>
                <a:lnTo>
                  <a:pt x="6528" y="10425"/>
                </a:lnTo>
                <a:lnTo>
                  <a:pt x="6528" y="10425"/>
                </a:lnTo>
                <a:lnTo>
                  <a:pt x="6333" y="10206"/>
                </a:lnTo>
                <a:lnTo>
                  <a:pt x="6187" y="9986"/>
                </a:lnTo>
                <a:lnTo>
                  <a:pt x="6041" y="9767"/>
                </a:lnTo>
                <a:lnTo>
                  <a:pt x="5919" y="9524"/>
                </a:lnTo>
                <a:lnTo>
                  <a:pt x="5846" y="9256"/>
                </a:lnTo>
                <a:lnTo>
                  <a:pt x="5773" y="9012"/>
                </a:lnTo>
                <a:lnTo>
                  <a:pt x="5724" y="8744"/>
                </a:lnTo>
                <a:lnTo>
                  <a:pt x="5724" y="8476"/>
                </a:lnTo>
                <a:lnTo>
                  <a:pt x="5724" y="8208"/>
                </a:lnTo>
                <a:lnTo>
                  <a:pt x="5773" y="7941"/>
                </a:lnTo>
                <a:lnTo>
                  <a:pt x="5846" y="7697"/>
                </a:lnTo>
                <a:lnTo>
                  <a:pt x="5919" y="7429"/>
                </a:lnTo>
                <a:lnTo>
                  <a:pt x="6041" y="7186"/>
                </a:lnTo>
                <a:lnTo>
                  <a:pt x="6187" y="6966"/>
                </a:lnTo>
                <a:lnTo>
                  <a:pt x="6333" y="6747"/>
                </a:lnTo>
                <a:lnTo>
                  <a:pt x="6528" y="6528"/>
                </a:lnTo>
                <a:lnTo>
                  <a:pt x="6528" y="6528"/>
                </a:lnTo>
                <a:lnTo>
                  <a:pt x="6747" y="6333"/>
                </a:lnTo>
                <a:lnTo>
                  <a:pt x="6966" y="6187"/>
                </a:lnTo>
                <a:lnTo>
                  <a:pt x="7186" y="6041"/>
                </a:lnTo>
                <a:lnTo>
                  <a:pt x="7429" y="5919"/>
                </a:lnTo>
                <a:lnTo>
                  <a:pt x="7697" y="5846"/>
                </a:lnTo>
                <a:lnTo>
                  <a:pt x="7941" y="5773"/>
                </a:lnTo>
                <a:lnTo>
                  <a:pt x="8208" y="5724"/>
                </a:lnTo>
                <a:lnTo>
                  <a:pt x="8476" y="5724"/>
                </a:lnTo>
                <a:lnTo>
                  <a:pt x="8744" y="5724"/>
                </a:lnTo>
                <a:lnTo>
                  <a:pt x="9012" y="5773"/>
                </a:lnTo>
                <a:lnTo>
                  <a:pt x="9256" y="5846"/>
                </a:lnTo>
                <a:lnTo>
                  <a:pt x="9524" y="5919"/>
                </a:lnTo>
                <a:lnTo>
                  <a:pt x="9767" y="6041"/>
                </a:lnTo>
                <a:lnTo>
                  <a:pt x="9986" y="6187"/>
                </a:lnTo>
                <a:lnTo>
                  <a:pt x="10206" y="6333"/>
                </a:lnTo>
                <a:lnTo>
                  <a:pt x="10425" y="6528"/>
                </a:lnTo>
                <a:lnTo>
                  <a:pt x="10425" y="6528"/>
                </a:lnTo>
                <a:lnTo>
                  <a:pt x="10620" y="6747"/>
                </a:lnTo>
                <a:lnTo>
                  <a:pt x="10766" y="6966"/>
                </a:lnTo>
                <a:lnTo>
                  <a:pt x="10912" y="7186"/>
                </a:lnTo>
                <a:lnTo>
                  <a:pt x="11034" y="7429"/>
                </a:lnTo>
                <a:lnTo>
                  <a:pt x="11107" y="7697"/>
                </a:lnTo>
                <a:lnTo>
                  <a:pt x="11180" y="7941"/>
                </a:lnTo>
                <a:lnTo>
                  <a:pt x="11228" y="8208"/>
                </a:lnTo>
                <a:lnTo>
                  <a:pt x="11228" y="8476"/>
                </a:lnTo>
                <a:lnTo>
                  <a:pt x="11228" y="8744"/>
                </a:lnTo>
                <a:lnTo>
                  <a:pt x="11180" y="9012"/>
                </a:lnTo>
                <a:lnTo>
                  <a:pt x="11107" y="9256"/>
                </a:lnTo>
                <a:lnTo>
                  <a:pt x="11034" y="9524"/>
                </a:lnTo>
                <a:lnTo>
                  <a:pt x="10912" y="9767"/>
                </a:lnTo>
                <a:lnTo>
                  <a:pt x="10766" y="9986"/>
                </a:lnTo>
                <a:lnTo>
                  <a:pt x="10620" y="10206"/>
                </a:lnTo>
                <a:lnTo>
                  <a:pt x="10425" y="10425"/>
                </a:lnTo>
                <a:lnTo>
                  <a:pt x="10425" y="10425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9" name="Google Shape;579;p41"/>
          <p:cNvGrpSpPr/>
          <p:nvPr/>
        </p:nvGrpSpPr>
        <p:grpSpPr>
          <a:xfrm>
            <a:off x="4263186" y="2655384"/>
            <a:ext cx="435022" cy="323445"/>
            <a:chOff x="5247525" y="3007275"/>
            <a:chExt cx="517575" cy="384825"/>
          </a:xfrm>
        </p:grpSpPr>
        <p:sp>
          <p:nvSpPr>
            <p:cNvPr id="580" name="Google Shape;580;p41"/>
            <p:cNvSpPr/>
            <p:nvPr/>
          </p:nvSpPr>
          <p:spPr>
            <a:xfrm>
              <a:off x="5247525" y="3007275"/>
              <a:ext cx="348900" cy="348900"/>
            </a:xfrm>
            <a:custGeom>
              <a:rect b="b" l="l" r="r" t="t"/>
              <a:pathLst>
                <a:path extrusionOk="0" fill="none" h="13956" w="13956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41"/>
            <p:cNvSpPr/>
            <p:nvPr/>
          </p:nvSpPr>
          <p:spPr>
            <a:xfrm>
              <a:off x="5566575" y="3193575"/>
              <a:ext cx="198525" cy="198525"/>
            </a:xfrm>
            <a:custGeom>
              <a:rect b="b" l="l" r="r" t="t"/>
              <a:pathLst>
                <a:path extrusionOk="0" fill="none" h="7941" w="7941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2" name="Google Shape;582;p41"/>
          <p:cNvGrpSpPr/>
          <p:nvPr/>
        </p:nvGrpSpPr>
        <p:grpSpPr>
          <a:xfrm>
            <a:off x="3174172" y="2636956"/>
            <a:ext cx="342882" cy="350068"/>
            <a:chOff x="3951850" y="2985350"/>
            <a:chExt cx="407950" cy="416500"/>
          </a:xfrm>
        </p:grpSpPr>
        <p:sp>
          <p:nvSpPr>
            <p:cNvPr id="583" name="Google Shape;583;p41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1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41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41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7" name="Google Shape;587;p41"/>
          <p:cNvGrpSpPr/>
          <p:nvPr/>
        </p:nvGrpSpPr>
        <p:grpSpPr>
          <a:xfrm>
            <a:off x="330844" y="3226504"/>
            <a:ext cx="397136" cy="305017"/>
            <a:chOff x="568950" y="3686775"/>
            <a:chExt cx="472500" cy="362900"/>
          </a:xfrm>
        </p:grpSpPr>
        <p:sp>
          <p:nvSpPr>
            <p:cNvPr id="588" name="Google Shape;588;p41"/>
            <p:cNvSpPr/>
            <p:nvPr/>
          </p:nvSpPr>
          <p:spPr>
            <a:xfrm>
              <a:off x="568950" y="3686775"/>
              <a:ext cx="472500" cy="362900"/>
            </a:xfrm>
            <a:custGeom>
              <a:rect b="b" l="l" r="r" t="t"/>
              <a:pathLst>
                <a:path extrusionOk="0" fill="none" h="14516" w="18900">
                  <a:moveTo>
                    <a:pt x="18900" y="7989"/>
                  </a:moveTo>
                  <a:lnTo>
                    <a:pt x="18900" y="7989"/>
                  </a:lnTo>
                  <a:lnTo>
                    <a:pt x="18705" y="8111"/>
                  </a:lnTo>
                  <a:lnTo>
                    <a:pt x="18510" y="8184"/>
                  </a:lnTo>
                  <a:lnTo>
                    <a:pt x="18291" y="8232"/>
                  </a:lnTo>
                  <a:lnTo>
                    <a:pt x="18072" y="8232"/>
                  </a:lnTo>
                  <a:lnTo>
                    <a:pt x="17852" y="8184"/>
                  </a:lnTo>
                  <a:lnTo>
                    <a:pt x="17658" y="8111"/>
                  </a:lnTo>
                  <a:lnTo>
                    <a:pt x="17487" y="8013"/>
                  </a:lnTo>
                  <a:lnTo>
                    <a:pt x="17341" y="7891"/>
                  </a:lnTo>
                  <a:lnTo>
                    <a:pt x="17341" y="7891"/>
                  </a:lnTo>
                  <a:lnTo>
                    <a:pt x="17243" y="7745"/>
                  </a:lnTo>
                  <a:lnTo>
                    <a:pt x="17170" y="7575"/>
                  </a:lnTo>
                  <a:lnTo>
                    <a:pt x="17170" y="7404"/>
                  </a:lnTo>
                  <a:lnTo>
                    <a:pt x="17195" y="7234"/>
                  </a:lnTo>
                  <a:lnTo>
                    <a:pt x="17243" y="7088"/>
                  </a:lnTo>
                  <a:lnTo>
                    <a:pt x="17341" y="6942"/>
                  </a:lnTo>
                  <a:lnTo>
                    <a:pt x="17487" y="6844"/>
                  </a:lnTo>
                  <a:lnTo>
                    <a:pt x="17658" y="6795"/>
                  </a:lnTo>
                  <a:lnTo>
                    <a:pt x="17658" y="6795"/>
                  </a:lnTo>
                  <a:lnTo>
                    <a:pt x="17755" y="6771"/>
                  </a:lnTo>
                  <a:lnTo>
                    <a:pt x="17828" y="6771"/>
                  </a:lnTo>
                  <a:lnTo>
                    <a:pt x="17901" y="6795"/>
                  </a:lnTo>
                  <a:lnTo>
                    <a:pt x="17974" y="6820"/>
                  </a:lnTo>
                  <a:lnTo>
                    <a:pt x="18023" y="6869"/>
                  </a:lnTo>
                  <a:lnTo>
                    <a:pt x="18047" y="6917"/>
                  </a:lnTo>
                  <a:lnTo>
                    <a:pt x="18096" y="7063"/>
                  </a:lnTo>
                  <a:lnTo>
                    <a:pt x="18072" y="7210"/>
                  </a:lnTo>
                  <a:lnTo>
                    <a:pt x="18023" y="7356"/>
                  </a:lnTo>
                  <a:lnTo>
                    <a:pt x="17950" y="7477"/>
                  </a:lnTo>
                  <a:lnTo>
                    <a:pt x="17828" y="7599"/>
                  </a:lnTo>
                  <a:lnTo>
                    <a:pt x="17828" y="7599"/>
                  </a:lnTo>
                  <a:lnTo>
                    <a:pt x="17633" y="7697"/>
                  </a:lnTo>
                  <a:lnTo>
                    <a:pt x="17438" y="7770"/>
                  </a:lnTo>
                  <a:lnTo>
                    <a:pt x="17219" y="7794"/>
                  </a:lnTo>
                  <a:lnTo>
                    <a:pt x="17000" y="7794"/>
                  </a:lnTo>
                  <a:lnTo>
                    <a:pt x="17000" y="7794"/>
                  </a:lnTo>
                  <a:lnTo>
                    <a:pt x="16878" y="7794"/>
                  </a:lnTo>
                  <a:lnTo>
                    <a:pt x="16781" y="7770"/>
                  </a:lnTo>
                  <a:lnTo>
                    <a:pt x="16708" y="7745"/>
                  </a:lnTo>
                  <a:lnTo>
                    <a:pt x="16635" y="7697"/>
                  </a:lnTo>
                  <a:lnTo>
                    <a:pt x="16586" y="7648"/>
                  </a:lnTo>
                  <a:lnTo>
                    <a:pt x="16562" y="7550"/>
                  </a:lnTo>
                  <a:lnTo>
                    <a:pt x="16537" y="7331"/>
                  </a:lnTo>
                  <a:lnTo>
                    <a:pt x="16537" y="7331"/>
                  </a:lnTo>
                  <a:lnTo>
                    <a:pt x="16513" y="7015"/>
                  </a:lnTo>
                  <a:lnTo>
                    <a:pt x="16488" y="6698"/>
                  </a:lnTo>
                  <a:lnTo>
                    <a:pt x="16440" y="6381"/>
                  </a:lnTo>
                  <a:lnTo>
                    <a:pt x="16367" y="6065"/>
                  </a:lnTo>
                  <a:lnTo>
                    <a:pt x="16269" y="5748"/>
                  </a:lnTo>
                  <a:lnTo>
                    <a:pt x="16172" y="5456"/>
                  </a:lnTo>
                  <a:lnTo>
                    <a:pt x="16050" y="5164"/>
                  </a:lnTo>
                  <a:lnTo>
                    <a:pt x="15904" y="4871"/>
                  </a:lnTo>
                  <a:lnTo>
                    <a:pt x="15758" y="4604"/>
                  </a:lnTo>
                  <a:lnTo>
                    <a:pt x="15587" y="4311"/>
                  </a:lnTo>
                  <a:lnTo>
                    <a:pt x="15393" y="4068"/>
                  </a:lnTo>
                  <a:lnTo>
                    <a:pt x="15198" y="3800"/>
                  </a:lnTo>
                  <a:lnTo>
                    <a:pt x="14978" y="3556"/>
                  </a:lnTo>
                  <a:lnTo>
                    <a:pt x="14759" y="3313"/>
                  </a:lnTo>
                  <a:lnTo>
                    <a:pt x="14516" y="3094"/>
                  </a:lnTo>
                  <a:lnTo>
                    <a:pt x="14272" y="2874"/>
                  </a:lnTo>
                  <a:lnTo>
                    <a:pt x="14004" y="2655"/>
                  </a:lnTo>
                  <a:lnTo>
                    <a:pt x="13712" y="2460"/>
                  </a:lnTo>
                  <a:lnTo>
                    <a:pt x="13420" y="2265"/>
                  </a:lnTo>
                  <a:lnTo>
                    <a:pt x="13128" y="2095"/>
                  </a:lnTo>
                  <a:lnTo>
                    <a:pt x="12811" y="1924"/>
                  </a:lnTo>
                  <a:lnTo>
                    <a:pt x="12494" y="1778"/>
                  </a:lnTo>
                  <a:lnTo>
                    <a:pt x="12178" y="1632"/>
                  </a:lnTo>
                  <a:lnTo>
                    <a:pt x="11837" y="1510"/>
                  </a:lnTo>
                  <a:lnTo>
                    <a:pt x="11496" y="1389"/>
                  </a:lnTo>
                  <a:lnTo>
                    <a:pt x="11130" y="1291"/>
                  </a:lnTo>
                  <a:lnTo>
                    <a:pt x="10765" y="1218"/>
                  </a:lnTo>
                  <a:lnTo>
                    <a:pt x="10400" y="1145"/>
                  </a:lnTo>
                  <a:lnTo>
                    <a:pt x="10034" y="1096"/>
                  </a:lnTo>
                  <a:lnTo>
                    <a:pt x="9645" y="1048"/>
                  </a:lnTo>
                  <a:lnTo>
                    <a:pt x="9255" y="1023"/>
                  </a:lnTo>
                  <a:lnTo>
                    <a:pt x="8865" y="1023"/>
                  </a:lnTo>
                  <a:lnTo>
                    <a:pt x="8865" y="1023"/>
                  </a:lnTo>
                  <a:lnTo>
                    <a:pt x="8330" y="1023"/>
                  </a:lnTo>
                  <a:lnTo>
                    <a:pt x="7794" y="1072"/>
                  </a:lnTo>
                  <a:lnTo>
                    <a:pt x="7258" y="1145"/>
                  </a:lnTo>
                  <a:lnTo>
                    <a:pt x="6747" y="1267"/>
                  </a:lnTo>
                  <a:lnTo>
                    <a:pt x="6747" y="1267"/>
                  </a:lnTo>
                  <a:lnTo>
                    <a:pt x="6600" y="1048"/>
                  </a:lnTo>
                  <a:lnTo>
                    <a:pt x="6454" y="877"/>
                  </a:lnTo>
                  <a:lnTo>
                    <a:pt x="6284" y="707"/>
                  </a:lnTo>
                  <a:lnTo>
                    <a:pt x="6138" y="561"/>
                  </a:lnTo>
                  <a:lnTo>
                    <a:pt x="5967" y="439"/>
                  </a:lnTo>
                  <a:lnTo>
                    <a:pt x="5821" y="341"/>
                  </a:lnTo>
                  <a:lnTo>
                    <a:pt x="5504" y="195"/>
                  </a:lnTo>
                  <a:lnTo>
                    <a:pt x="5237" y="98"/>
                  </a:lnTo>
                  <a:lnTo>
                    <a:pt x="5017" y="49"/>
                  </a:lnTo>
                  <a:lnTo>
                    <a:pt x="4822" y="0"/>
                  </a:lnTo>
                  <a:lnTo>
                    <a:pt x="4822" y="0"/>
                  </a:lnTo>
                  <a:lnTo>
                    <a:pt x="4725" y="195"/>
                  </a:lnTo>
                  <a:lnTo>
                    <a:pt x="4628" y="390"/>
                  </a:lnTo>
                  <a:lnTo>
                    <a:pt x="4530" y="682"/>
                  </a:lnTo>
                  <a:lnTo>
                    <a:pt x="4433" y="999"/>
                  </a:lnTo>
                  <a:lnTo>
                    <a:pt x="4384" y="1389"/>
                  </a:lnTo>
                  <a:lnTo>
                    <a:pt x="4360" y="1778"/>
                  </a:lnTo>
                  <a:lnTo>
                    <a:pt x="4360" y="1998"/>
                  </a:lnTo>
                  <a:lnTo>
                    <a:pt x="4408" y="2217"/>
                  </a:lnTo>
                  <a:lnTo>
                    <a:pt x="4408" y="2217"/>
                  </a:lnTo>
                  <a:lnTo>
                    <a:pt x="4067" y="2436"/>
                  </a:lnTo>
                  <a:lnTo>
                    <a:pt x="3678" y="2728"/>
                  </a:lnTo>
                  <a:lnTo>
                    <a:pt x="3264" y="3142"/>
                  </a:lnTo>
                  <a:lnTo>
                    <a:pt x="2825" y="3605"/>
                  </a:lnTo>
                  <a:lnTo>
                    <a:pt x="2411" y="4116"/>
                  </a:lnTo>
                  <a:lnTo>
                    <a:pt x="2022" y="4652"/>
                  </a:lnTo>
                  <a:lnTo>
                    <a:pt x="1851" y="4945"/>
                  </a:lnTo>
                  <a:lnTo>
                    <a:pt x="1705" y="5237"/>
                  </a:lnTo>
                  <a:lnTo>
                    <a:pt x="1559" y="5529"/>
                  </a:lnTo>
                  <a:lnTo>
                    <a:pt x="1461" y="5797"/>
                  </a:lnTo>
                  <a:lnTo>
                    <a:pt x="560" y="5797"/>
                  </a:lnTo>
                  <a:lnTo>
                    <a:pt x="560" y="5797"/>
                  </a:lnTo>
                  <a:lnTo>
                    <a:pt x="463" y="5821"/>
                  </a:lnTo>
                  <a:lnTo>
                    <a:pt x="341" y="5846"/>
                  </a:lnTo>
                  <a:lnTo>
                    <a:pt x="244" y="5894"/>
                  </a:lnTo>
                  <a:lnTo>
                    <a:pt x="171" y="5967"/>
                  </a:lnTo>
                  <a:lnTo>
                    <a:pt x="98" y="6040"/>
                  </a:lnTo>
                  <a:lnTo>
                    <a:pt x="49" y="6138"/>
                  </a:lnTo>
                  <a:lnTo>
                    <a:pt x="25" y="6260"/>
                  </a:lnTo>
                  <a:lnTo>
                    <a:pt x="0" y="6357"/>
                  </a:lnTo>
                  <a:lnTo>
                    <a:pt x="0" y="8598"/>
                  </a:lnTo>
                  <a:lnTo>
                    <a:pt x="0" y="8598"/>
                  </a:lnTo>
                  <a:lnTo>
                    <a:pt x="25" y="8720"/>
                  </a:lnTo>
                  <a:lnTo>
                    <a:pt x="49" y="8817"/>
                  </a:lnTo>
                  <a:lnTo>
                    <a:pt x="98" y="8914"/>
                  </a:lnTo>
                  <a:lnTo>
                    <a:pt x="171" y="8987"/>
                  </a:lnTo>
                  <a:lnTo>
                    <a:pt x="244" y="9060"/>
                  </a:lnTo>
                  <a:lnTo>
                    <a:pt x="341" y="9109"/>
                  </a:lnTo>
                  <a:lnTo>
                    <a:pt x="463" y="9158"/>
                  </a:lnTo>
                  <a:lnTo>
                    <a:pt x="560" y="9158"/>
                  </a:lnTo>
                  <a:lnTo>
                    <a:pt x="1510" y="9158"/>
                  </a:lnTo>
                  <a:lnTo>
                    <a:pt x="1510" y="9158"/>
                  </a:lnTo>
                  <a:lnTo>
                    <a:pt x="1583" y="9353"/>
                  </a:lnTo>
                  <a:lnTo>
                    <a:pt x="1681" y="9572"/>
                  </a:lnTo>
                  <a:lnTo>
                    <a:pt x="1924" y="9986"/>
                  </a:lnTo>
                  <a:lnTo>
                    <a:pt x="2216" y="10376"/>
                  </a:lnTo>
                  <a:lnTo>
                    <a:pt x="2582" y="10765"/>
                  </a:lnTo>
                  <a:lnTo>
                    <a:pt x="2972" y="11131"/>
                  </a:lnTo>
                  <a:lnTo>
                    <a:pt x="3410" y="11472"/>
                  </a:lnTo>
                  <a:lnTo>
                    <a:pt x="3897" y="11788"/>
                  </a:lnTo>
                  <a:lnTo>
                    <a:pt x="4408" y="12032"/>
                  </a:lnTo>
                  <a:lnTo>
                    <a:pt x="4408" y="14516"/>
                  </a:lnTo>
                  <a:lnTo>
                    <a:pt x="5090" y="14516"/>
                  </a:lnTo>
                  <a:lnTo>
                    <a:pt x="6308" y="12860"/>
                  </a:lnTo>
                  <a:lnTo>
                    <a:pt x="6308" y="12860"/>
                  </a:lnTo>
                  <a:lnTo>
                    <a:pt x="6917" y="13030"/>
                  </a:lnTo>
                  <a:lnTo>
                    <a:pt x="7550" y="13128"/>
                  </a:lnTo>
                  <a:lnTo>
                    <a:pt x="8208" y="13201"/>
                  </a:lnTo>
                  <a:lnTo>
                    <a:pt x="8865" y="13225"/>
                  </a:lnTo>
                  <a:lnTo>
                    <a:pt x="8865" y="13225"/>
                  </a:lnTo>
                  <a:lnTo>
                    <a:pt x="9523" y="13201"/>
                  </a:lnTo>
                  <a:lnTo>
                    <a:pt x="10181" y="13128"/>
                  </a:lnTo>
                  <a:lnTo>
                    <a:pt x="10814" y="13030"/>
                  </a:lnTo>
                  <a:lnTo>
                    <a:pt x="11423" y="12860"/>
                  </a:lnTo>
                  <a:lnTo>
                    <a:pt x="12592" y="14516"/>
                  </a:lnTo>
                  <a:lnTo>
                    <a:pt x="13347" y="14516"/>
                  </a:lnTo>
                  <a:lnTo>
                    <a:pt x="13347" y="12032"/>
                  </a:lnTo>
                  <a:lnTo>
                    <a:pt x="13347" y="12032"/>
                  </a:lnTo>
                  <a:lnTo>
                    <a:pt x="13688" y="11886"/>
                  </a:lnTo>
                  <a:lnTo>
                    <a:pt x="14004" y="11715"/>
                  </a:lnTo>
                  <a:lnTo>
                    <a:pt x="14297" y="11545"/>
                  </a:lnTo>
                  <a:lnTo>
                    <a:pt x="14589" y="11350"/>
                  </a:lnTo>
                  <a:lnTo>
                    <a:pt x="14857" y="11131"/>
                  </a:lnTo>
                  <a:lnTo>
                    <a:pt x="15100" y="10911"/>
                  </a:lnTo>
                  <a:lnTo>
                    <a:pt x="15344" y="10668"/>
                  </a:lnTo>
                  <a:lnTo>
                    <a:pt x="15563" y="10400"/>
                  </a:lnTo>
                  <a:lnTo>
                    <a:pt x="15733" y="10132"/>
                  </a:lnTo>
                  <a:lnTo>
                    <a:pt x="15904" y="9864"/>
                  </a:lnTo>
                  <a:lnTo>
                    <a:pt x="16074" y="9572"/>
                  </a:lnTo>
                  <a:lnTo>
                    <a:pt x="16196" y="9255"/>
                  </a:lnTo>
                  <a:lnTo>
                    <a:pt x="16318" y="8939"/>
                  </a:lnTo>
                  <a:lnTo>
                    <a:pt x="16391" y="8598"/>
                  </a:lnTo>
                  <a:lnTo>
                    <a:pt x="16464" y="8257"/>
                  </a:lnTo>
                  <a:lnTo>
                    <a:pt x="16513" y="7916"/>
                  </a:lnTo>
                  <a:lnTo>
                    <a:pt x="16513" y="7916"/>
                  </a:lnTo>
                  <a:lnTo>
                    <a:pt x="16513" y="759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1"/>
            <p:cNvSpPr/>
            <p:nvPr/>
          </p:nvSpPr>
          <p:spPr>
            <a:xfrm>
              <a:off x="645650" y="3820725"/>
              <a:ext cx="34125" cy="34125"/>
            </a:xfrm>
            <a:custGeom>
              <a:rect b="b" l="l" r="r" t="t"/>
              <a:pathLst>
                <a:path extrusionOk="0" fill="none" h="1365" w="1365">
                  <a:moveTo>
                    <a:pt x="683" y="1364"/>
                  </a:moveTo>
                  <a:lnTo>
                    <a:pt x="683" y="1364"/>
                  </a:lnTo>
                  <a:lnTo>
                    <a:pt x="537" y="1340"/>
                  </a:lnTo>
                  <a:lnTo>
                    <a:pt x="415" y="1316"/>
                  </a:lnTo>
                  <a:lnTo>
                    <a:pt x="293" y="1243"/>
                  </a:lnTo>
                  <a:lnTo>
                    <a:pt x="196" y="1170"/>
                  </a:lnTo>
                  <a:lnTo>
                    <a:pt x="123" y="1072"/>
                  </a:lnTo>
                  <a:lnTo>
                    <a:pt x="50" y="950"/>
                  </a:lnTo>
                  <a:lnTo>
                    <a:pt x="25" y="829"/>
                  </a:lnTo>
                  <a:lnTo>
                    <a:pt x="1" y="682"/>
                  </a:lnTo>
                  <a:lnTo>
                    <a:pt x="1" y="682"/>
                  </a:lnTo>
                  <a:lnTo>
                    <a:pt x="25" y="536"/>
                  </a:lnTo>
                  <a:lnTo>
                    <a:pt x="50" y="415"/>
                  </a:lnTo>
                  <a:lnTo>
                    <a:pt x="123" y="317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415" y="74"/>
                  </a:lnTo>
                  <a:lnTo>
                    <a:pt x="537" y="25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805" y="25"/>
                  </a:lnTo>
                  <a:lnTo>
                    <a:pt x="951" y="74"/>
                  </a:lnTo>
                  <a:lnTo>
                    <a:pt x="1048" y="122"/>
                  </a:lnTo>
                  <a:lnTo>
                    <a:pt x="1170" y="195"/>
                  </a:lnTo>
                  <a:lnTo>
                    <a:pt x="1243" y="317"/>
                  </a:lnTo>
                  <a:lnTo>
                    <a:pt x="1292" y="415"/>
                  </a:lnTo>
                  <a:lnTo>
                    <a:pt x="1340" y="536"/>
                  </a:lnTo>
                  <a:lnTo>
                    <a:pt x="1365" y="682"/>
                  </a:lnTo>
                  <a:lnTo>
                    <a:pt x="1365" y="682"/>
                  </a:lnTo>
                  <a:lnTo>
                    <a:pt x="1340" y="829"/>
                  </a:lnTo>
                  <a:lnTo>
                    <a:pt x="1292" y="950"/>
                  </a:lnTo>
                  <a:lnTo>
                    <a:pt x="1243" y="1072"/>
                  </a:lnTo>
                  <a:lnTo>
                    <a:pt x="1170" y="1170"/>
                  </a:lnTo>
                  <a:lnTo>
                    <a:pt x="1048" y="1243"/>
                  </a:lnTo>
                  <a:lnTo>
                    <a:pt x="951" y="1316"/>
                  </a:lnTo>
                  <a:lnTo>
                    <a:pt x="805" y="1340"/>
                  </a:lnTo>
                  <a:lnTo>
                    <a:pt x="683" y="1364"/>
                  </a:lnTo>
                  <a:lnTo>
                    <a:pt x="683" y="136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1"/>
            <p:cNvSpPr/>
            <p:nvPr/>
          </p:nvSpPr>
          <p:spPr>
            <a:xfrm>
              <a:off x="747950" y="3753750"/>
              <a:ext cx="85275" cy="12200"/>
            </a:xfrm>
            <a:custGeom>
              <a:rect b="b" l="l" r="r" t="t"/>
              <a:pathLst>
                <a:path extrusionOk="0" fill="none" h="488" w="3411">
                  <a:moveTo>
                    <a:pt x="3410" y="488"/>
                  </a:moveTo>
                  <a:lnTo>
                    <a:pt x="3410" y="488"/>
                  </a:lnTo>
                  <a:lnTo>
                    <a:pt x="3215" y="366"/>
                  </a:lnTo>
                  <a:lnTo>
                    <a:pt x="3021" y="268"/>
                  </a:lnTo>
                  <a:lnTo>
                    <a:pt x="2826" y="195"/>
                  </a:lnTo>
                  <a:lnTo>
                    <a:pt x="2607" y="122"/>
                  </a:lnTo>
                  <a:lnTo>
                    <a:pt x="2387" y="74"/>
                  </a:lnTo>
                  <a:lnTo>
                    <a:pt x="2168" y="25"/>
                  </a:lnTo>
                  <a:lnTo>
                    <a:pt x="1925" y="0"/>
                  </a:lnTo>
                  <a:lnTo>
                    <a:pt x="1705" y="0"/>
                  </a:lnTo>
                  <a:lnTo>
                    <a:pt x="1462" y="0"/>
                  </a:lnTo>
                  <a:lnTo>
                    <a:pt x="1243" y="25"/>
                  </a:lnTo>
                  <a:lnTo>
                    <a:pt x="1023" y="74"/>
                  </a:lnTo>
                  <a:lnTo>
                    <a:pt x="804" y="122"/>
                  </a:lnTo>
                  <a:lnTo>
                    <a:pt x="585" y="195"/>
                  </a:lnTo>
                  <a:lnTo>
                    <a:pt x="366" y="268"/>
                  </a:lnTo>
                  <a:lnTo>
                    <a:pt x="171" y="366"/>
                  </a:lnTo>
                  <a:lnTo>
                    <a:pt x="1" y="48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1" name="Google Shape;591;p41"/>
          <p:cNvSpPr/>
          <p:nvPr/>
        </p:nvSpPr>
        <p:spPr>
          <a:xfrm>
            <a:off x="4907686" y="2619652"/>
            <a:ext cx="270221" cy="388962"/>
          </a:xfrm>
          <a:custGeom>
            <a:rect b="b" l="l" r="r" t="t"/>
            <a:pathLst>
              <a:path extrusionOk="0" fill="none" h="18511" w="12860">
                <a:moveTo>
                  <a:pt x="12373" y="7526"/>
                </a:moveTo>
                <a:lnTo>
                  <a:pt x="11618" y="7526"/>
                </a:lnTo>
                <a:lnTo>
                  <a:pt x="11618" y="5188"/>
                </a:lnTo>
                <a:lnTo>
                  <a:pt x="11618" y="5188"/>
                </a:lnTo>
                <a:lnTo>
                  <a:pt x="11593" y="4677"/>
                </a:lnTo>
                <a:lnTo>
                  <a:pt x="11520" y="4141"/>
                </a:lnTo>
                <a:lnTo>
                  <a:pt x="11398" y="3654"/>
                </a:lnTo>
                <a:lnTo>
                  <a:pt x="11204" y="3167"/>
                </a:lnTo>
                <a:lnTo>
                  <a:pt x="10984" y="2728"/>
                </a:lnTo>
                <a:lnTo>
                  <a:pt x="10741" y="2290"/>
                </a:lnTo>
                <a:lnTo>
                  <a:pt x="10424" y="1900"/>
                </a:lnTo>
                <a:lnTo>
                  <a:pt x="10108" y="1535"/>
                </a:lnTo>
                <a:lnTo>
                  <a:pt x="9718" y="1194"/>
                </a:lnTo>
                <a:lnTo>
                  <a:pt x="9328" y="902"/>
                </a:lnTo>
                <a:lnTo>
                  <a:pt x="8914" y="634"/>
                </a:lnTo>
                <a:lnTo>
                  <a:pt x="8452" y="415"/>
                </a:lnTo>
                <a:lnTo>
                  <a:pt x="7964" y="244"/>
                </a:lnTo>
                <a:lnTo>
                  <a:pt x="7477" y="122"/>
                </a:lnTo>
                <a:lnTo>
                  <a:pt x="6966" y="25"/>
                </a:lnTo>
                <a:lnTo>
                  <a:pt x="6430" y="0"/>
                </a:lnTo>
                <a:lnTo>
                  <a:pt x="6430" y="0"/>
                </a:lnTo>
                <a:lnTo>
                  <a:pt x="5894" y="25"/>
                </a:lnTo>
                <a:lnTo>
                  <a:pt x="5383" y="122"/>
                </a:lnTo>
                <a:lnTo>
                  <a:pt x="4896" y="244"/>
                </a:lnTo>
                <a:lnTo>
                  <a:pt x="4409" y="415"/>
                </a:lnTo>
                <a:lnTo>
                  <a:pt x="3970" y="634"/>
                </a:lnTo>
                <a:lnTo>
                  <a:pt x="3532" y="902"/>
                </a:lnTo>
                <a:lnTo>
                  <a:pt x="3142" y="1194"/>
                </a:lnTo>
                <a:lnTo>
                  <a:pt x="2752" y="1535"/>
                </a:lnTo>
                <a:lnTo>
                  <a:pt x="2436" y="1900"/>
                </a:lnTo>
                <a:lnTo>
                  <a:pt x="2119" y="2290"/>
                </a:lnTo>
                <a:lnTo>
                  <a:pt x="1876" y="2728"/>
                </a:lnTo>
                <a:lnTo>
                  <a:pt x="1656" y="3167"/>
                </a:lnTo>
                <a:lnTo>
                  <a:pt x="1462" y="3654"/>
                </a:lnTo>
                <a:lnTo>
                  <a:pt x="1340" y="4141"/>
                </a:lnTo>
                <a:lnTo>
                  <a:pt x="1267" y="4677"/>
                </a:lnTo>
                <a:lnTo>
                  <a:pt x="1242" y="5188"/>
                </a:lnTo>
                <a:lnTo>
                  <a:pt x="1242" y="7526"/>
                </a:lnTo>
                <a:lnTo>
                  <a:pt x="487" y="7526"/>
                </a:lnTo>
                <a:lnTo>
                  <a:pt x="487" y="7526"/>
                </a:lnTo>
                <a:lnTo>
                  <a:pt x="390" y="7526"/>
                </a:lnTo>
                <a:lnTo>
                  <a:pt x="293" y="7551"/>
                </a:lnTo>
                <a:lnTo>
                  <a:pt x="220" y="7599"/>
                </a:lnTo>
                <a:lnTo>
                  <a:pt x="146" y="7648"/>
                </a:lnTo>
                <a:lnTo>
                  <a:pt x="73" y="7721"/>
                </a:lnTo>
                <a:lnTo>
                  <a:pt x="49" y="7818"/>
                </a:lnTo>
                <a:lnTo>
                  <a:pt x="0" y="7891"/>
                </a:lnTo>
                <a:lnTo>
                  <a:pt x="0" y="8013"/>
                </a:lnTo>
                <a:lnTo>
                  <a:pt x="0" y="18023"/>
                </a:lnTo>
                <a:lnTo>
                  <a:pt x="0" y="18023"/>
                </a:lnTo>
                <a:lnTo>
                  <a:pt x="0" y="18121"/>
                </a:lnTo>
                <a:lnTo>
                  <a:pt x="49" y="18218"/>
                </a:lnTo>
                <a:lnTo>
                  <a:pt x="73" y="18291"/>
                </a:lnTo>
                <a:lnTo>
                  <a:pt x="146" y="18364"/>
                </a:lnTo>
                <a:lnTo>
                  <a:pt x="220" y="18413"/>
                </a:lnTo>
                <a:lnTo>
                  <a:pt x="293" y="18462"/>
                </a:lnTo>
                <a:lnTo>
                  <a:pt x="390" y="18486"/>
                </a:lnTo>
                <a:lnTo>
                  <a:pt x="487" y="18510"/>
                </a:lnTo>
                <a:lnTo>
                  <a:pt x="12373" y="18510"/>
                </a:lnTo>
                <a:lnTo>
                  <a:pt x="12373" y="18510"/>
                </a:lnTo>
                <a:lnTo>
                  <a:pt x="12470" y="18486"/>
                </a:lnTo>
                <a:lnTo>
                  <a:pt x="12568" y="18462"/>
                </a:lnTo>
                <a:lnTo>
                  <a:pt x="12641" y="18413"/>
                </a:lnTo>
                <a:lnTo>
                  <a:pt x="12714" y="18364"/>
                </a:lnTo>
                <a:lnTo>
                  <a:pt x="12787" y="18291"/>
                </a:lnTo>
                <a:lnTo>
                  <a:pt x="12811" y="18218"/>
                </a:lnTo>
                <a:lnTo>
                  <a:pt x="12860" y="18121"/>
                </a:lnTo>
                <a:lnTo>
                  <a:pt x="12860" y="18023"/>
                </a:lnTo>
                <a:lnTo>
                  <a:pt x="12860" y="8013"/>
                </a:lnTo>
                <a:lnTo>
                  <a:pt x="12860" y="8013"/>
                </a:lnTo>
                <a:lnTo>
                  <a:pt x="12860" y="7891"/>
                </a:lnTo>
                <a:lnTo>
                  <a:pt x="12811" y="7818"/>
                </a:lnTo>
                <a:lnTo>
                  <a:pt x="12787" y="7721"/>
                </a:lnTo>
                <a:lnTo>
                  <a:pt x="12714" y="7648"/>
                </a:lnTo>
                <a:lnTo>
                  <a:pt x="12641" y="7599"/>
                </a:lnTo>
                <a:lnTo>
                  <a:pt x="12568" y="7551"/>
                </a:lnTo>
                <a:lnTo>
                  <a:pt x="12470" y="7526"/>
                </a:lnTo>
                <a:lnTo>
                  <a:pt x="12373" y="7526"/>
                </a:lnTo>
                <a:lnTo>
                  <a:pt x="12373" y="7526"/>
                </a:lnTo>
                <a:close/>
                <a:moveTo>
                  <a:pt x="2801" y="5188"/>
                </a:moveTo>
                <a:lnTo>
                  <a:pt x="2801" y="5188"/>
                </a:lnTo>
                <a:lnTo>
                  <a:pt x="2826" y="4823"/>
                </a:lnTo>
                <a:lnTo>
                  <a:pt x="2874" y="4457"/>
                </a:lnTo>
                <a:lnTo>
                  <a:pt x="2972" y="4116"/>
                </a:lnTo>
                <a:lnTo>
                  <a:pt x="3093" y="3775"/>
                </a:lnTo>
                <a:lnTo>
                  <a:pt x="3240" y="3459"/>
                </a:lnTo>
                <a:lnTo>
                  <a:pt x="3410" y="3167"/>
                </a:lnTo>
                <a:lnTo>
                  <a:pt x="3629" y="2874"/>
                </a:lnTo>
                <a:lnTo>
                  <a:pt x="3873" y="2631"/>
                </a:lnTo>
                <a:lnTo>
                  <a:pt x="4116" y="2387"/>
                </a:lnTo>
                <a:lnTo>
                  <a:pt x="4409" y="2192"/>
                </a:lnTo>
                <a:lnTo>
                  <a:pt x="4701" y="1998"/>
                </a:lnTo>
                <a:lnTo>
                  <a:pt x="5017" y="1851"/>
                </a:lnTo>
                <a:lnTo>
                  <a:pt x="5358" y="1730"/>
                </a:lnTo>
                <a:lnTo>
                  <a:pt x="5699" y="1632"/>
                </a:lnTo>
                <a:lnTo>
                  <a:pt x="6065" y="1584"/>
                </a:lnTo>
                <a:lnTo>
                  <a:pt x="6430" y="1559"/>
                </a:lnTo>
                <a:lnTo>
                  <a:pt x="6430" y="1559"/>
                </a:lnTo>
                <a:lnTo>
                  <a:pt x="6795" y="1584"/>
                </a:lnTo>
                <a:lnTo>
                  <a:pt x="7161" y="1632"/>
                </a:lnTo>
                <a:lnTo>
                  <a:pt x="7502" y="1730"/>
                </a:lnTo>
                <a:lnTo>
                  <a:pt x="7843" y="1851"/>
                </a:lnTo>
                <a:lnTo>
                  <a:pt x="8159" y="1998"/>
                </a:lnTo>
                <a:lnTo>
                  <a:pt x="8452" y="2192"/>
                </a:lnTo>
                <a:lnTo>
                  <a:pt x="8744" y="2387"/>
                </a:lnTo>
                <a:lnTo>
                  <a:pt x="8987" y="2631"/>
                </a:lnTo>
                <a:lnTo>
                  <a:pt x="9231" y="2874"/>
                </a:lnTo>
                <a:lnTo>
                  <a:pt x="9450" y="3167"/>
                </a:lnTo>
                <a:lnTo>
                  <a:pt x="9621" y="3459"/>
                </a:lnTo>
                <a:lnTo>
                  <a:pt x="9767" y="3775"/>
                </a:lnTo>
                <a:lnTo>
                  <a:pt x="9888" y="4116"/>
                </a:lnTo>
                <a:lnTo>
                  <a:pt x="9986" y="4457"/>
                </a:lnTo>
                <a:lnTo>
                  <a:pt x="10035" y="4823"/>
                </a:lnTo>
                <a:lnTo>
                  <a:pt x="10059" y="5188"/>
                </a:lnTo>
                <a:lnTo>
                  <a:pt x="10059" y="7526"/>
                </a:lnTo>
                <a:lnTo>
                  <a:pt x="2801" y="7526"/>
                </a:lnTo>
                <a:lnTo>
                  <a:pt x="2801" y="5188"/>
                </a:lnTo>
                <a:close/>
                <a:moveTo>
                  <a:pt x="7063" y="13225"/>
                </a:moveTo>
                <a:lnTo>
                  <a:pt x="7209" y="15052"/>
                </a:lnTo>
                <a:lnTo>
                  <a:pt x="5651" y="15052"/>
                </a:lnTo>
                <a:lnTo>
                  <a:pt x="5797" y="13225"/>
                </a:lnTo>
                <a:lnTo>
                  <a:pt x="5797" y="13225"/>
                </a:lnTo>
                <a:lnTo>
                  <a:pt x="5675" y="13152"/>
                </a:lnTo>
                <a:lnTo>
                  <a:pt x="5553" y="13030"/>
                </a:lnTo>
                <a:lnTo>
                  <a:pt x="5456" y="12933"/>
                </a:lnTo>
                <a:lnTo>
                  <a:pt x="5358" y="12787"/>
                </a:lnTo>
                <a:lnTo>
                  <a:pt x="5285" y="12665"/>
                </a:lnTo>
                <a:lnTo>
                  <a:pt x="5237" y="12495"/>
                </a:lnTo>
                <a:lnTo>
                  <a:pt x="5212" y="12348"/>
                </a:lnTo>
                <a:lnTo>
                  <a:pt x="5212" y="12178"/>
                </a:lnTo>
                <a:lnTo>
                  <a:pt x="5212" y="12178"/>
                </a:lnTo>
                <a:lnTo>
                  <a:pt x="5237" y="11934"/>
                </a:lnTo>
                <a:lnTo>
                  <a:pt x="5310" y="11715"/>
                </a:lnTo>
                <a:lnTo>
                  <a:pt x="5407" y="11496"/>
                </a:lnTo>
                <a:lnTo>
                  <a:pt x="5553" y="11326"/>
                </a:lnTo>
                <a:lnTo>
                  <a:pt x="5748" y="11179"/>
                </a:lnTo>
                <a:lnTo>
                  <a:pt x="5943" y="11058"/>
                </a:lnTo>
                <a:lnTo>
                  <a:pt x="6187" y="10985"/>
                </a:lnTo>
                <a:lnTo>
                  <a:pt x="6430" y="10960"/>
                </a:lnTo>
                <a:lnTo>
                  <a:pt x="6430" y="10960"/>
                </a:lnTo>
                <a:lnTo>
                  <a:pt x="6674" y="10985"/>
                </a:lnTo>
                <a:lnTo>
                  <a:pt x="6917" y="11058"/>
                </a:lnTo>
                <a:lnTo>
                  <a:pt x="7112" y="11179"/>
                </a:lnTo>
                <a:lnTo>
                  <a:pt x="7307" y="11326"/>
                </a:lnTo>
                <a:lnTo>
                  <a:pt x="7453" y="11496"/>
                </a:lnTo>
                <a:lnTo>
                  <a:pt x="7550" y="11715"/>
                </a:lnTo>
                <a:lnTo>
                  <a:pt x="7623" y="11934"/>
                </a:lnTo>
                <a:lnTo>
                  <a:pt x="7648" y="12178"/>
                </a:lnTo>
                <a:lnTo>
                  <a:pt x="7648" y="12178"/>
                </a:lnTo>
                <a:lnTo>
                  <a:pt x="7648" y="12348"/>
                </a:lnTo>
                <a:lnTo>
                  <a:pt x="7623" y="12495"/>
                </a:lnTo>
                <a:lnTo>
                  <a:pt x="7575" y="12665"/>
                </a:lnTo>
                <a:lnTo>
                  <a:pt x="7502" y="12787"/>
                </a:lnTo>
                <a:lnTo>
                  <a:pt x="7404" y="12933"/>
                </a:lnTo>
                <a:lnTo>
                  <a:pt x="7307" y="13030"/>
                </a:lnTo>
                <a:lnTo>
                  <a:pt x="7185" y="13152"/>
                </a:lnTo>
                <a:lnTo>
                  <a:pt x="7063" y="13225"/>
                </a:lnTo>
                <a:lnTo>
                  <a:pt x="7063" y="13225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2" name="Google Shape;592;p41"/>
          <p:cNvGrpSpPr/>
          <p:nvPr/>
        </p:nvGrpSpPr>
        <p:grpSpPr>
          <a:xfrm>
            <a:off x="898896" y="3252097"/>
            <a:ext cx="377700" cy="253852"/>
            <a:chOff x="1244800" y="3717225"/>
            <a:chExt cx="449375" cy="302025"/>
          </a:xfrm>
        </p:grpSpPr>
        <p:sp>
          <p:nvSpPr>
            <p:cNvPr id="593" name="Google Shape;593;p41"/>
            <p:cNvSpPr/>
            <p:nvPr/>
          </p:nvSpPr>
          <p:spPr>
            <a:xfrm>
              <a:off x="1244800" y="3717225"/>
              <a:ext cx="449375" cy="302025"/>
            </a:xfrm>
            <a:custGeom>
              <a:rect b="b" l="l" r="r" t="t"/>
              <a:pathLst>
                <a:path extrusionOk="0" fill="none" h="12081" w="17975">
                  <a:moveTo>
                    <a:pt x="17000" y="0"/>
                  </a:moveTo>
                  <a:lnTo>
                    <a:pt x="974" y="0"/>
                  </a:lnTo>
                  <a:lnTo>
                    <a:pt x="974" y="0"/>
                  </a:lnTo>
                  <a:lnTo>
                    <a:pt x="780" y="25"/>
                  </a:lnTo>
                  <a:lnTo>
                    <a:pt x="585" y="73"/>
                  </a:lnTo>
                  <a:lnTo>
                    <a:pt x="414" y="171"/>
                  </a:lnTo>
                  <a:lnTo>
                    <a:pt x="292" y="292"/>
                  </a:lnTo>
                  <a:lnTo>
                    <a:pt x="171" y="439"/>
                  </a:lnTo>
                  <a:lnTo>
                    <a:pt x="73" y="609"/>
                  </a:lnTo>
                  <a:lnTo>
                    <a:pt x="25" y="780"/>
                  </a:lnTo>
                  <a:lnTo>
                    <a:pt x="0" y="974"/>
                  </a:lnTo>
                  <a:lnTo>
                    <a:pt x="0" y="11106"/>
                  </a:lnTo>
                  <a:lnTo>
                    <a:pt x="0" y="11106"/>
                  </a:lnTo>
                  <a:lnTo>
                    <a:pt x="25" y="11301"/>
                  </a:lnTo>
                  <a:lnTo>
                    <a:pt x="73" y="11471"/>
                  </a:lnTo>
                  <a:lnTo>
                    <a:pt x="171" y="11642"/>
                  </a:lnTo>
                  <a:lnTo>
                    <a:pt x="292" y="11788"/>
                  </a:lnTo>
                  <a:lnTo>
                    <a:pt x="414" y="11910"/>
                  </a:lnTo>
                  <a:lnTo>
                    <a:pt x="585" y="12007"/>
                  </a:lnTo>
                  <a:lnTo>
                    <a:pt x="780" y="12056"/>
                  </a:lnTo>
                  <a:lnTo>
                    <a:pt x="974" y="12080"/>
                  </a:lnTo>
                  <a:lnTo>
                    <a:pt x="17000" y="12080"/>
                  </a:lnTo>
                  <a:lnTo>
                    <a:pt x="17000" y="12080"/>
                  </a:lnTo>
                  <a:lnTo>
                    <a:pt x="17195" y="12056"/>
                  </a:lnTo>
                  <a:lnTo>
                    <a:pt x="17390" y="12007"/>
                  </a:lnTo>
                  <a:lnTo>
                    <a:pt x="17560" y="11910"/>
                  </a:lnTo>
                  <a:lnTo>
                    <a:pt x="17682" y="11788"/>
                  </a:lnTo>
                  <a:lnTo>
                    <a:pt x="17804" y="11642"/>
                  </a:lnTo>
                  <a:lnTo>
                    <a:pt x="17901" y="11471"/>
                  </a:lnTo>
                  <a:lnTo>
                    <a:pt x="17950" y="11301"/>
                  </a:lnTo>
                  <a:lnTo>
                    <a:pt x="17974" y="11106"/>
                  </a:lnTo>
                  <a:lnTo>
                    <a:pt x="17974" y="974"/>
                  </a:lnTo>
                  <a:lnTo>
                    <a:pt x="17974" y="974"/>
                  </a:lnTo>
                  <a:lnTo>
                    <a:pt x="17950" y="780"/>
                  </a:lnTo>
                  <a:lnTo>
                    <a:pt x="17901" y="609"/>
                  </a:lnTo>
                  <a:lnTo>
                    <a:pt x="17804" y="439"/>
                  </a:lnTo>
                  <a:lnTo>
                    <a:pt x="17682" y="292"/>
                  </a:lnTo>
                  <a:lnTo>
                    <a:pt x="17560" y="171"/>
                  </a:lnTo>
                  <a:lnTo>
                    <a:pt x="17390" y="73"/>
                  </a:lnTo>
                  <a:lnTo>
                    <a:pt x="17195" y="25"/>
                  </a:lnTo>
                  <a:lnTo>
                    <a:pt x="17000" y="0"/>
                  </a:lnTo>
                  <a:lnTo>
                    <a:pt x="1700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41"/>
            <p:cNvSpPr/>
            <p:nvPr/>
          </p:nvSpPr>
          <p:spPr>
            <a:xfrm>
              <a:off x="1244800" y="3795150"/>
              <a:ext cx="449375" cy="25"/>
            </a:xfrm>
            <a:custGeom>
              <a:rect b="b" l="l" r="r" t="t"/>
              <a:pathLst>
                <a:path extrusionOk="0" fill="none" h="1" w="17975">
                  <a:moveTo>
                    <a:pt x="17974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41"/>
            <p:cNvSpPr/>
            <p:nvPr/>
          </p:nvSpPr>
          <p:spPr>
            <a:xfrm>
              <a:off x="1244800" y="3853000"/>
              <a:ext cx="449375" cy="25"/>
            </a:xfrm>
            <a:custGeom>
              <a:rect b="b" l="l" r="r" t="t"/>
              <a:pathLst>
                <a:path extrusionOk="0" fill="none" h="1" w="17975">
                  <a:moveTo>
                    <a:pt x="0" y="0"/>
                  </a:move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1"/>
            <p:cNvSpPr/>
            <p:nvPr/>
          </p:nvSpPr>
          <p:spPr>
            <a:xfrm>
              <a:off x="1302625" y="3893800"/>
              <a:ext cx="161375" cy="25"/>
            </a:xfrm>
            <a:custGeom>
              <a:rect b="b" l="l" r="r" t="t"/>
              <a:pathLst>
                <a:path extrusionOk="0" fill="none" h="1" w="6455">
                  <a:moveTo>
                    <a:pt x="6455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1"/>
            <p:cNvSpPr/>
            <p:nvPr/>
          </p:nvSpPr>
          <p:spPr>
            <a:xfrm>
              <a:off x="1302625" y="3933975"/>
              <a:ext cx="110250" cy="25"/>
            </a:xfrm>
            <a:custGeom>
              <a:rect b="b" l="l" r="r" t="t"/>
              <a:pathLst>
                <a:path extrusionOk="0" fill="none" h="1" w="4410">
                  <a:moveTo>
                    <a:pt x="4409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1"/>
            <p:cNvSpPr/>
            <p:nvPr/>
          </p:nvSpPr>
          <p:spPr>
            <a:xfrm>
              <a:off x="1572975" y="3899875"/>
              <a:ext cx="62125" cy="40225"/>
            </a:xfrm>
            <a:custGeom>
              <a:rect b="b" l="l" r="r" t="t"/>
              <a:pathLst>
                <a:path extrusionOk="0" fill="none" h="1609" w="2485">
                  <a:moveTo>
                    <a:pt x="1998" y="1"/>
                  </a:move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1218"/>
                  </a:lnTo>
                  <a:lnTo>
                    <a:pt x="49" y="1316"/>
                  </a:lnTo>
                  <a:lnTo>
                    <a:pt x="98" y="1389"/>
                  </a:lnTo>
                  <a:lnTo>
                    <a:pt x="147" y="1462"/>
                  </a:lnTo>
                  <a:lnTo>
                    <a:pt x="220" y="1511"/>
                  </a:lnTo>
                  <a:lnTo>
                    <a:pt x="293" y="1559"/>
                  </a:lnTo>
                  <a:lnTo>
                    <a:pt x="390" y="1584"/>
                  </a:lnTo>
                  <a:lnTo>
                    <a:pt x="488" y="1608"/>
                  </a:lnTo>
                  <a:lnTo>
                    <a:pt x="1998" y="1608"/>
                  </a:lnTo>
                  <a:lnTo>
                    <a:pt x="1998" y="1608"/>
                  </a:lnTo>
                  <a:lnTo>
                    <a:pt x="2095" y="1584"/>
                  </a:lnTo>
                  <a:lnTo>
                    <a:pt x="2192" y="1559"/>
                  </a:lnTo>
                  <a:lnTo>
                    <a:pt x="2265" y="1511"/>
                  </a:lnTo>
                  <a:lnTo>
                    <a:pt x="2339" y="1462"/>
                  </a:lnTo>
                  <a:lnTo>
                    <a:pt x="2387" y="1389"/>
                  </a:lnTo>
                  <a:lnTo>
                    <a:pt x="2436" y="1316"/>
                  </a:lnTo>
                  <a:lnTo>
                    <a:pt x="2485" y="1218"/>
                  </a:lnTo>
                  <a:lnTo>
                    <a:pt x="2485" y="1121"/>
                  </a:lnTo>
                  <a:lnTo>
                    <a:pt x="2485" y="488"/>
                  </a:lnTo>
                  <a:lnTo>
                    <a:pt x="2485" y="488"/>
                  </a:lnTo>
                  <a:lnTo>
                    <a:pt x="2485" y="390"/>
                  </a:lnTo>
                  <a:lnTo>
                    <a:pt x="2436" y="293"/>
                  </a:lnTo>
                  <a:lnTo>
                    <a:pt x="2387" y="220"/>
                  </a:lnTo>
                  <a:lnTo>
                    <a:pt x="2339" y="147"/>
                  </a:lnTo>
                  <a:lnTo>
                    <a:pt x="2265" y="74"/>
                  </a:lnTo>
                  <a:lnTo>
                    <a:pt x="2192" y="25"/>
                  </a:lnTo>
                  <a:lnTo>
                    <a:pt x="2095" y="1"/>
                  </a:lnTo>
                  <a:lnTo>
                    <a:pt x="1998" y="1"/>
                  </a:lnTo>
                  <a:lnTo>
                    <a:pt x="1998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9" name="Google Shape;599;p41"/>
          <p:cNvGrpSpPr/>
          <p:nvPr/>
        </p:nvGrpSpPr>
        <p:grpSpPr>
          <a:xfrm>
            <a:off x="1468986" y="3232639"/>
            <a:ext cx="367467" cy="287115"/>
            <a:chOff x="1923075" y="3694075"/>
            <a:chExt cx="437200" cy="341600"/>
          </a:xfrm>
        </p:grpSpPr>
        <p:sp>
          <p:nvSpPr>
            <p:cNvPr id="600" name="Google Shape;600;p41"/>
            <p:cNvSpPr/>
            <p:nvPr/>
          </p:nvSpPr>
          <p:spPr>
            <a:xfrm>
              <a:off x="2247600" y="3983300"/>
              <a:ext cx="52400" cy="52375"/>
            </a:xfrm>
            <a:custGeom>
              <a:rect b="b" l="l" r="r" t="t"/>
              <a:pathLst>
                <a:path extrusionOk="0" fill="none" h="2095" w="2096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3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3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1"/>
            <p:cNvSpPr/>
            <p:nvPr/>
          </p:nvSpPr>
          <p:spPr>
            <a:xfrm>
              <a:off x="2035100" y="3983300"/>
              <a:ext cx="52400" cy="52375"/>
            </a:xfrm>
            <a:custGeom>
              <a:rect b="b" l="l" r="r" t="t"/>
              <a:pathLst>
                <a:path extrusionOk="0" fill="none" h="2095" w="2096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4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4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1"/>
            <p:cNvSpPr/>
            <p:nvPr/>
          </p:nvSpPr>
          <p:spPr>
            <a:xfrm>
              <a:off x="1923075" y="3694075"/>
              <a:ext cx="437200" cy="280100"/>
            </a:xfrm>
            <a:custGeom>
              <a:rect b="b" l="l" r="r" t="t"/>
              <a:pathLst>
                <a:path extrusionOk="0" fill="none" h="11204" w="17488">
                  <a:moveTo>
                    <a:pt x="14516" y="10912"/>
                  </a:moveTo>
                  <a:lnTo>
                    <a:pt x="5675" y="10912"/>
                  </a:lnTo>
                  <a:lnTo>
                    <a:pt x="6089" y="9889"/>
                  </a:lnTo>
                  <a:lnTo>
                    <a:pt x="6089" y="9889"/>
                  </a:lnTo>
                  <a:lnTo>
                    <a:pt x="6235" y="9913"/>
                  </a:lnTo>
                  <a:lnTo>
                    <a:pt x="6406" y="9913"/>
                  </a:lnTo>
                  <a:lnTo>
                    <a:pt x="13810" y="9231"/>
                  </a:lnTo>
                  <a:lnTo>
                    <a:pt x="13810" y="9231"/>
                  </a:lnTo>
                  <a:lnTo>
                    <a:pt x="13980" y="9207"/>
                  </a:lnTo>
                  <a:lnTo>
                    <a:pt x="14151" y="9134"/>
                  </a:lnTo>
                  <a:lnTo>
                    <a:pt x="14297" y="9061"/>
                  </a:lnTo>
                  <a:lnTo>
                    <a:pt x="14467" y="8963"/>
                  </a:lnTo>
                  <a:lnTo>
                    <a:pt x="14614" y="8866"/>
                  </a:lnTo>
                  <a:lnTo>
                    <a:pt x="14735" y="8744"/>
                  </a:lnTo>
                  <a:lnTo>
                    <a:pt x="14833" y="8598"/>
                  </a:lnTo>
                  <a:lnTo>
                    <a:pt x="14930" y="8452"/>
                  </a:lnTo>
                  <a:lnTo>
                    <a:pt x="17414" y="3142"/>
                  </a:lnTo>
                  <a:lnTo>
                    <a:pt x="17414" y="3142"/>
                  </a:lnTo>
                  <a:lnTo>
                    <a:pt x="17463" y="2996"/>
                  </a:lnTo>
                  <a:lnTo>
                    <a:pt x="17487" y="2875"/>
                  </a:lnTo>
                  <a:lnTo>
                    <a:pt x="17463" y="2753"/>
                  </a:lnTo>
                  <a:lnTo>
                    <a:pt x="17439" y="2631"/>
                  </a:lnTo>
                  <a:lnTo>
                    <a:pt x="17366" y="2558"/>
                  </a:lnTo>
                  <a:lnTo>
                    <a:pt x="17244" y="2485"/>
                  </a:lnTo>
                  <a:lnTo>
                    <a:pt x="17122" y="2436"/>
                  </a:lnTo>
                  <a:lnTo>
                    <a:pt x="16976" y="2412"/>
                  </a:lnTo>
                  <a:lnTo>
                    <a:pt x="4579" y="1998"/>
                  </a:lnTo>
                  <a:lnTo>
                    <a:pt x="4214" y="366"/>
                  </a:lnTo>
                  <a:lnTo>
                    <a:pt x="4214" y="366"/>
                  </a:lnTo>
                  <a:lnTo>
                    <a:pt x="4141" y="220"/>
                  </a:lnTo>
                  <a:lnTo>
                    <a:pt x="4043" y="98"/>
                  </a:lnTo>
                  <a:lnTo>
                    <a:pt x="3897" y="25"/>
                  </a:lnTo>
                  <a:lnTo>
                    <a:pt x="372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22"/>
                  </a:lnTo>
                  <a:lnTo>
                    <a:pt x="74" y="196"/>
                  </a:lnTo>
                  <a:lnTo>
                    <a:pt x="25" y="293"/>
                  </a:lnTo>
                  <a:lnTo>
                    <a:pt x="1" y="366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585"/>
                  </a:lnTo>
                  <a:lnTo>
                    <a:pt x="25" y="658"/>
                  </a:lnTo>
                  <a:lnTo>
                    <a:pt x="74" y="756"/>
                  </a:lnTo>
                  <a:lnTo>
                    <a:pt x="147" y="829"/>
                  </a:lnTo>
                  <a:lnTo>
                    <a:pt x="220" y="877"/>
                  </a:lnTo>
                  <a:lnTo>
                    <a:pt x="293" y="926"/>
                  </a:lnTo>
                  <a:lnTo>
                    <a:pt x="390" y="951"/>
                  </a:lnTo>
                  <a:lnTo>
                    <a:pt x="488" y="975"/>
                  </a:lnTo>
                  <a:lnTo>
                    <a:pt x="3337" y="975"/>
                  </a:lnTo>
                  <a:lnTo>
                    <a:pt x="5286" y="9256"/>
                  </a:lnTo>
                  <a:lnTo>
                    <a:pt x="4506" y="1120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1"/>
            <p:cNvSpPr/>
            <p:nvPr/>
          </p:nvSpPr>
          <p:spPr>
            <a:xfrm>
              <a:off x="2261000" y="3781750"/>
              <a:ext cx="48725" cy="108400"/>
            </a:xfrm>
            <a:custGeom>
              <a:rect b="b" l="l" r="r" t="t"/>
              <a:pathLst>
                <a:path extrusionOk="0" fill="none" h="4336" w="1949">
                  <a:moveTo>
                    <a:pt x="1" y="4336"/>
                  </a:moveTo>
                  <a:lnTo>
                    <a:pt x="1949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1"/>
            <p:cNvSpPr/>
            <p:nvPr/>
          </p:nvSpPr>
          <p:spPr>
            <a:xfrm>
              <a:off x="2225675" y="3780550"/>
              <a:ext cx="32300" cy="113875"/>
            </a:xfrm>
            <a:custGeom>
              <a:rect b="b" l="l" r="r" t="t"/>
              <a:pathLst>
                <a:path extrusionOk="0" fill="none" h="4555" w="1292">
                  <a:moveTo>
                    <a:pt x="1" y="4554"/>
                  </a:moveTo>
                  <a:lnTo>
                    <a:pt x="1292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41"/>
            <p:cNvSpPr/>
            <p:nvPr/>
          </p:nvSpPr>
          <p:spPr>
            <a:xfrm>
              <a:off x="2190375" y="3779325"/>
              <a:ext cx="15850" cy="119350"/>
            </a:xfrm>
            <a:custGeom>
              <a:rect b="b" l="l" r="r" t="t"/>
              <a:pathLst>
                <a:path extrusionOk="0" fill="none" h="4774" w="634">
                  <a:moveTo>
                    <a:pt x="0" y="4774"/>
                  </a:moveTo>
                  <a:lnTo>
                    <a:pt x="63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1"/>
            <p:cNvSpPr/>
            <p:nvPr/>
          </p:nvSpPr>
          <p:spPr>
            <a:xfrm>
              <a:off x="2154450" y="3777500"/>
              <a:ext cx="1250" cy="126050"/>
            </a:xfrm>
            <a:custGeom>
              <a:rect b="b" l="l" r="r" t="t"/>
              <a:pathLst>
                <a:path extrusionOk="0" fill="none" h="5042" w="50">
                  <a:moveTo>
                    <a:pt x="49" y="5042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1"/>
            <p:cNvSpPr/>
            <p:nvPr/>
          </p:nvSpPr>
          <p:spPr>
            <a:xfrm>
              <a:off x="2103300" y="3776275"/>
              <a:ext cx="17075" cy="131550"/>
            </a:xfrm>
            <a:custGeom>
              <a:rect b="b" l="l" r="r" t="t"/>
              <a:pathLst>
                <a:path extrusionOk="0" fill="none" h="5262" w="683">
                  <a:moveTo>
                    <a:pt x="683" y="526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41"/>
            <p:cNvSpPr/>
            <p:nvPr/>
          </p:nvSpPr>
          <p:spPr>
            <a:xfrm>
              <a:off x="2051550" y="3775050"/>
              <a:ext cx="34125" cy="137025"/>
            </a:xfrm>
            <a:custGeom>
              <a:rect b="b" l="l" r="r" t="t"/>
              <a:pathLst>
                <a:path extrusionOk="0" fill="none" h="5481" w="1365">
                  <a:moveTo>
                    <a:pt x="1364" y="548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9" name="Google Shape;609;p41"/>
          <p:cNvGrpSpPr/>
          <p:nvPr/>
        </p:nvGrpSpPr>
        <p:grpSpPr>
          <a:xfrm>
            <a:off x="2037542" y="3228038"/>
            <a:ext cx="360301" cy="295814"/>
            <a:chOff x="2599525" y="3688600"/>
            <a:chExt cx="428675" cy="351950"/>
          </a:xfrm>
        </p:grpSpPr>
        <p:sp>
          <p:nvSpPr>
            <p:cNvPr id="610" name="Google Shape;610;p41"/>
            <p:cNvSpPr/>
            <p:nvPr/>
          </p:nvSpPr>
          <p:spPr>
            <a:xfrm>
              <a:off x="2599525" y="3688600"/>
              <a:ext cx="428675" cy="168675"/>
            </a:xfrm>
            <a:custGeom>
              <a:rect b="b" l="l" r="r" t="t"/>
              <a:pathLst>
                <a:path extrusionOk="0" fill="none" h="6747" w="17147">
                  <a:moveTo>
                    <a:pt x="16660" y="1876"/>
                  </a:moveTo>
                  <a:lnTo>
                    <a:pt x="11594" y="1876"/>
                  </a:lnTo>
                  <a:lnTo>
                    <a:pt x="11594" y="1462"/>
                  </a:lnTo>
                  <a:lnTo>
                    <a:pt x="11594" y="1462"/>
                  </a:lnTo>
                  <a:lnTo>
                    <a:pt x="11594" y="1316"/>
                  </a:lnTo>
                  <a:lnTo>
                    <a:pt x="11569" y="1170"/>
                  </a:lnTo>
                  <a:lnTo>
                    <a:pt x="11472" y="902"/>
                  </a:lnTo>
                  <a:lnTo>
                    <a:pt x="11350" y="658"/>
                  </a:lnTo>
                  <a:lnTo>
                    <a:pt x="11155" y="439"/>
                  </a:lnTo>
                  <a:lnTo>
                    <a:pt x="10961" y="268"/>
                  </a:lnTo>
                  <a:lnTo>
                    <a:pt x="10693" y="122"/>
                  </a:lnTo>
                  <a:lnTo>
                    <a:pt x="10425" y="49"/>
                  </a:lnTo>
                  <a:lnTo>
                    <a:pt x="10279" y="25"/>
                  </a:lnTo>
                  <a:lnTo>
                    <a:pt x="10133" y="1"/>
                  </a:lnTo>
                  <a:lnTo>
                    <a:pt x="7015" y="1"/>
                  </a:lnTo>
                  <a:lnTo>
                    <a:pt x="7015" y="1"/>
                  </a:lnTo>
                  <a:lnTo>
                    <a:pt x="6869" y="25"/>
                  </a:lnTo>
                  <a:lnTo>
                    <a:pt x="6723" y="49"/>
                  </a:lnTo>
                  <a:lnTo>
                    <a:pt x="6455" y="122"/>
                  </a:lnTo>
                  <a:lnTo>
                    <a:pt x="6187" y="268"/>
                  </a:lnTo>
                  <a:lnTo>
                    <a:pt x="5992" y="439"/>
                  </a:lnTo>
                  <a:lnTo>
                    <a:pt x="5797" y="658"/>
                  </a:lnTo>
                  <a:lnTo>
                    <a:pt x="5676" y="902"/>
                  </a:lnTo>
                  <a:lnTo>
                    <a:pt x="5578" y="1170"/>
                  </a:lnTo>
                  <a:lnTo>
                    <a:pt x="5554" y="1316"/>
                  </a:lnTo>
                  <a:lnTo>
                    <a:pt x="5554" y="1462"/>
                  </a:lnTo>
                  <a:lnTo>
                    <a:pt x="5554" y="1876"/>
                  </a:lnTo>
                  <a:lnTo>
                    <a:pt x="488" y="1876"/>
                  </a:lnTo>
                  <a:lnTo>
                    <a:pt x="488" y="1876"/>
                  </a:lnTo>
                  <a:lnTo>
                    <a:pt x="391" y="1876"/>
                  </a:lnTo>
                  <a:lnTo>
                    <a:pt x="293" y="1900"/>
                  </a:lnTo>
                  <a:lnTo>
                    <a:pt x="220" y="1949"/>
                  </a:lnTo>
                  <a:lnTo>
                    <a:pt x="147" y="2022"/>
                  </a:lnTo>
                  <a:lnTo>
                    <a:pt x="74" y="2071"/>
                  </a:lnTo>
                  <a:lnTo>
                    <a:pt x="50" y="2168"/>
                  </a:lnTo>
                  <a:lnTo>
                    <a:pt x="1" y="2266"/>
                  </a:lnTo>
                  <a:lnTo>
                    <a:pt x="1" y="2363"/>
                  </a:lnTo>
                  <a:lnTo>
                    <a:pt x="1" y="5773"/>
                  </a:lnTo>
                  <a:lnTo>
                    <a:pt x="1" y="5773"/>
                  </a:lnTo>
                  <a:lnTo>
                    <a:pt x="25" y="5967"/>
                  </a:lnTo>
                  <a:lnTo>
                    <a:pt x="74" y="6138"/>
                  </a:lnTo>
                  <a:lnTo>
                    <a:pt x="171" y="6308"/>
                  </a:lnTo>
                  <a:lnTo>
                    <a:pt x="293" y="6455"/>
                  </a:lnTo>
                  <a:lnTo>
                    <a:pt x="439" y="6576"/>
                  </a:lnTo>
                  <a:lnTo>
                    <a:pt x="585" y="6674"/>
                  </a:lnTo>
                  <a:lnTo>
                    <a:pt x="780" y="6722"/>
                  </a:lnTo>
                  <a:lnTo>
                    <a:pt x="975" y="6747"/>
                  </a:lnTo>
                  <a:lnTo>
                    <a:pt x="7721" y="6747"/>
                  </a:lnTo>
                  <a:lnTo>
                    <a:pt x="7721" y="6138"/>
                  </a:lnTo>
                  <a:lnTo>
                    <a:pt x="7721" y="6138"/>
                  </a:lnTo>
                  <a:lnTo>
                    <a:pt x="7746" y="6041"/>
                  </a:lnTo>
                  <a:lnTo>
                    <a:pt x="7770" y="5967"/>
                  </a:lnTo>
                  <a:lnTo>
                    <a:pt x="7819" y="5870"/>
                  </a:lnTo>
                  <a:lnTo>
                    <a:pt x="7868" y="5797"/>
                  </a:lnTo>
                  <a:lnTo>
                    <a:pt x="7941" y="5748"/>
                  </a:lnTo>
                  <a:lnTo>
                    <a:pt x="8038" y="5700"/>
                  </a:lnTo>
                  <a:lnTo>
                    <a:pt x="8111" y="5675"/>
                  </a:lnTo>
                  <a:lnTo>
                    <a:pt x="8209" y="5651"/>
                  </a:lnTo>
                  <a:lnTo>
                    <a:pt x="8939" y="5651"/>
                  </a:lnTo>
                  <a:lnTo>
                    <a:pt x="8939" y="5651"/>
                  </a:lnTo>
                  <a:lnTo>
                    <a:pt x="9037" y="5675"/>
                  </a:lnTo>
                  <a:lnTo>
                    <a:pt x="9110" y="5700"/>
                  </a:lnTo>
                  <a:lnTo>
                    <a:pt x="9207" y="5748"/>
                  </a:lnTo>
                  <a:lnTo>
                    <a:pt x="9280" y="5797"/>
                  </a:lnTo>
                  <a:lnTo>
                    <a:pt x="9329" y="5870"/>
                  </a:lnTo>
                  <a:lnTo>
                    <a:pt x="9378" y="5967"/>
                  </a:lnTo>
                  <a:lnTo>
                    <a:pt x="9402" y="6041"/>
                  </a:lnTo>
                  <a:lnTo>
                    <a:pt x="9426" y="6138"/>
                  </a:lnTo>
                  <a:lnTo>
                    <a:pt x="9426" y="6747"/>
                  </a:lnTo>
                  <a:lnTo>
                    <a:pt x="16173" y="6747"/>
                  </a:lnTo>
                  <a:lnTo>
                    <a:pt x="16173" y="6747"/>
                  </a:lnTo>
                  <a:lnTo>
                    <a:pt x="16367" y="6722"/>
                  </a:lnTo>
                  <a:lnTo>
                    <a:pt x="16562" y="6674"/>
                  </a:lnTo>
                  <a:lnTo>
                    <a:pt x="16708" y="6576"/>
                  </a:lnTo>
                  <a:lnTo>
                    <a:pt x="16855" y="6455"/>
                  </a:lnTo>
                  <a:lnTo>
                    <a:pt x="16976" y="6308"/>
                  </a:lnTo>
                  <a:lnTo>
                    <a:pt x="17074" y="6138"/>
                  </a:lnTo>
                  <a:lnTo>
                    <a:pt x="17122" y="5967"/>
                  </a:lnTo>
                  <a:lnTo>
                    <a:pt x="17147" y="5773"/>
                  </a:lnTo>
                  <a:lnTo>
                    <a:pt x="17147" y="2363"/>
                  </a:lnTo>
                  <a:lnTo>
                    <a:pt x="17147" y="2363"/>
                  </a:lnTo>
                  <a:lnTo>
                    <a:pt x="17147" y="2266"/>
                  </a:lnTo>
                  <a:lnTo>
                    <a:pt x="17098" y="2168"/>
                  </a:lnTo>
                  <a:lnTo>
                    <a:pt x="17074" y="2071"/>
                  </a:lnTo>
                  <a:lnTo>
                    <a:pt x="17001" y="2022"/>
                  </a:lnTo>
                  <a:lnTo>
                    <a:pt x="16928" y="1949"/>
                  </a:lnTo>
                  <a:lnTo>
                    <a:pt x="16855" y="1900"/>
                  </a:lnTo>
                  <a:lnTo>
                    <a:pt x="16757" y="1876"/>
                  </a:lnTo>
                  <a:lnTo>
                    <a:pt x="16660" y="1876"/>
                  </a:lnTo>
                  <a:lnTo>
                    <a:pt x="16660" y="1876"/>
                  </a:lnTo>
                  <a:close/>
                  <a:moveTo>
                    <a:pt x="10620" y="1876"/>
                  </a:moveTo>
                  <a:lnTo>
                    <a:pt x="6528" y="1876"/>
                  </a:lnTo>
                  <a:lnTo>
                    <a:pt x="6528" y="1462"/>
                  </a:lnTo>
                  <a:lnTo>
                    <a:pt x="6528" y="1462"/>
                  </a:lnTo>
                  <a:lnTo>
                    <a:pt x="6528" y="1364"/>
                  </a:lnTo>
                  <a:lnTo>
                    <a:pt x="6577" y="1291"/>
                  </a:lnTo>
                  <a:lnTo>
                    <a:pt x="6601" y="1194"/>
                  </a:lnTo>
                  <a:lnTo>
                    <a:pt x="6674" y="1121"/>
                  </a:lnTo>
                  <a:lnTo>
                    <a:pt x="6747" y="1072"/>
                  </a:lnTo>
                  <a:lnTo>
                    <a:pt x="6820" y="1023"/>
                  </a:lnTo>
                  <a:lnTo>
                    <a:pt x="6918" y="999"/>
                  </a:lnTo>
                  <a:lnTo>
                    <a:pt x="7015" y="975"/>
                  </a:lnTo>
                  <a:lnTo>
                    <a:pt x="10133" y="975"/>
                  </a:lnTo>
                  <a:lnTo>
                    <a:pt x="10133" y="975"/>
                  </a:lnTo>
                  <a:lnTo>
                    <a:pt x="10230" y="999"/>
                  </a:lnTo>
                  <a:lnTo>
                    <a:pt x="10327" y="1023"/>
                  </a:lnTo>
                  <a:lnTo>
                    <a:pt x="10400" y="1072"/>
                  </a:lnTo>
                  <a:lnTo>
                    <a:pt x="10474" y="1121"/>
                  </a:lnTo>
                  <a:lnTo>
                    <a:pt x="10547" y="1194"/>
                  </a:lnTo>
                  <a:lnTo>
                    <a:pt x="10571" y="1291"/>
                  </a:lnTo>
                  <a:lnTo>
                    <a:pt x="10620" y="1364"/>
                  </a:lnTo>
                  <a:lnTo>
                    <a:pt x="10620" y="1462"/>
                  </a:lnTo>
                  <a:lnTo>
                    <a:pt x="10620" y="187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41"/>
            <p:cNvSpPr/>
            <p:nvPr/>
          </p:nvSpPr>
          <p:spPr>
            <a:xfrm>
              <a:off x="2792550" y="3862125"/>
              <a:ext cx="42650" cy="23775"/>
            </a:xfrm>
            <a:custGeom>
              <a:rect b="b" l="l" r="r" t="t"/>
              <a:pathLst>
                <a:path extrusionOk="0" fill="none" h="951" w="1706">
                  <a:moveTo>
                    <a:pt x="1705" y="1"/>
                  </a:moveTo>
                  <a:lnTo>
                    <a:pt x="1705" y="463"/>
                  </a:lnTo>
                  <a:lnTo>
                    <a:pt x="1705" y="463"/>
                  </a:lnTo>
                  <a:lnTo>
                    <a:pt x="1681" y="561"/>
                  </a:lnTo>
                  <a:lnTo>
                    <a:pt x="1657" y="658"/>
                  </a:lnTo>
                  <a:lnTo>
                    <a:pt x="1608" y="756"/>
                  </a:lnTo>
                  <a:lnTo>
                    <a:pt x="1559" y="804"/>
                  </a:lnTo>
                  <a:lnTo>
                    <a:pt x="1486" y="877"/>
                  </a:lnTo>
                  <a:lnTo>
                    <a:pt x="1389" y="926"/>
                  </a:lnTo>
                  <a:lnTo>
                    <a:pt x="1316" y="951"/>
                  </a:lnTo>
                  <a:lnTo>
                    <a:pt x="1218" y="951"/>
                  </a:lnTo>
                  <a:lnTo>
                    <a:pt x="488" y="951"/>
                  </a:lnTo>
                  <a:lnTo>
                    <a:pt x="488" y="951"/>
                  </a:lnTo>
                  <a:lnTo>
                    <a:pt x="390" y="951"/>
                  </a:lnTo>
                  <a:lnTo>
                    <a:pt x="317" y="926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56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0" y="463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41"/>
            <p:cNvSpPr/>
            <p:nvPr/>
          </p:nvSpPr>
          <p:spPr>
            <a:xfrm>
              <a:off x="2599525" y="3852375"/>
              <a:ext cx="428675" cy="188175"/>
            </a:xfrm>
            <a:custGeom>
              <a:rect b="b" l="l" r="r" t="t"/>
              <a:pathLst>
                <a:path extrusionOk="0" fill="none" h="7527" w="17147">
                  <a:moveTo>
                    <a:pt x="1" y="1"/>
                  </a:moveTo>
                  <a:lnTo>
                    <a:pt x="1" y="7040"/>
                  </a:lnTo>
                  <a:lnTo>
                    <a:pt x="1" y="7040"/>
                  </a:lnTo>
                  <a:lnTo>
                    <a:pt x="1" y="7137"/>
                  </a:lnTo>
                  <a:lnTo>
                    <a:pt x="50" y="7210"/>
                  </a:lnTo>
                  <a:lnTo>
                    <a:pt x="74" y="7307"/>
                  </a:lnTo>
                  <a:lnTo>
                    <a:pt x="147" y="7381"/>
                  </a:lnTo>
                  <a:lnTo>
                    <a:pt x="220" y="7429"/>
                  </a:lnTo>
                  <a:lnTo>
                    <a:pt x="293" y="7478"/>
                  </a:lnTo>
                  <a:lnTo>
                    <a:pt x="391" y="7502"/>
                  </a:lnTo>
                  <a:lnTo>
                    <a:pt x="488" y="7527"/>
                  </a:lnTo>
                  <a:lnTo>
                    <a:pt x="16660" y="7527"/>
                  </a:lnTo>
                  <a:lnTo>
                    <a:pt x="16660" y="7527"/>
                  </a:lnTo>
                  <a:lnTo>
                    <a:pt x="16757" y="7502"/>
                  </a:lnTo>
                  <a:lnTo>
                    <a:pt x="16855" y="7478"/>
                  </a:lnTo>
                  <a:lnTo>
                    <a:pt x="16928" y="7429"/>
                  </a:lnTo>
                  <a:lnTo>
                    <a:pt x="17001" y="7381"/>
                  </a:lnTo>
                  <a:lnTo>
                    <a:pt x="17074" y="7307"/>
                  </a:lnTo>
                  <a:lnTo>
                    <a:pt x="17098" y="7210"/>
                  </a:lnTo>
                  <a:lnTo>
                    <a:pt x="17147" y="7137"/>
                  </a:lnTo>
                  <a:lnTo>
                    <a:pt x="17147" y="7040"/>
                  </a:lnTo>
                  <a:lnTo>
                    <a:pt x="17147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41"/>
          <p:cNvGrpSpPr/>
          <p:nvPr/>
        </p:nvGrpSpPr>
        <p:grpSpPr>
          <a:xfrm>
            <a:off x="2619925" y="3207571"/>
            <a:ext cx="333700" cy="329077"/>
            <a:chOff x="3292425" y="3664250"/>
            <a:chExt cx="397025" cy="391525"/>
          </a:xfrm>
        </p:grpSpPr>
        <p:sp>
          <p:nvSpPr>
            <p:cNvPr id="614" name="Google Shape;614;p41"/>
            <p:cNvSpPr/>
            <p:nvPr/>
          </p:nvSpPr>
          <p:spPr>
            <a:xfrm>
              <a:off x="3292425" y="3680675"/>
              <a:ext cx="375100" cy="375100"/>
            </a:xfrm>
            <a:custGeom>
              <a:rect b="b" l="l" r="r" t="t"/>
              <a:pathLst>
                <a:path extrusionOk="0" fill="none" h="15004" w="15004">
                  <a:moveTo>
                    <a:pt x="7502" y="1"/>
                  </a:moveTo>
                  <a:lnTo>
                    <a:pt x="7502" y="1"/>
                  </a:lnTo>
                  <a:lnTo>
                    <a:pt x="7112" y="1"/>
                  </a:lnTo>
                  <a:lnTo>
                    <a:pt x="6747" y="50"/>
                  </a:lnTo>
                  <a:lnTo>
                    <a:pt x="6357" y="98"/>
                  </a:lnTo>
                  <a:lnTo>
                    <a:pt x="5992" y="147"/>
                  </a:lnTo>
                  <a:lnTo>
                    <a:pt x="5627" y="244"/>
                  </a:lnTo>
                  <a:lnTo>
                    <a:pt x="5261" y="342"/>
                  </a:lnTo>
                  <a:lnTo>
                    <a:pt x="4921" y="464"/>
                  </a:lnTo>
                  <a:lnTo>
                    <a:pt x="4580" y="585"/>
                  </a:lnTo>
                  <a:lnTo>
                    <a:pt x="4239" y="732"/>
                  </a:lnTo>
                  <a:lnTo>
                    <a:pt x="3922" y="902"/>
                  </a:lnTo>
                  <a:lnTo>
                    <a:pt x="3605" y="1097"/>
                  </a:lnTo>
                  <a:lnTo>
                    <a:pt x="3313" y="1292"/>
                  </a:lnTo>
                  <a:lnTo>
                    <a:pt x="3021" y="1487"/>
                  </a:lnTo>
                  <a:lnTo>
                    <a:pt x="2729" y="1706"/>
                  </a:lnTo>
                  <a:lnTo>
                    <a:pt x="2461" y="1949"/>
                  </a:lnTo>
                  <a:lnTo>
                    <a:pt x="2193" y="2193"/>
                  </a:lnTo>
                  <a:lnTo>
                    <a:pt x="1949" y="2461"/>
                  </a:lnTo>
                  <a:lnTo>
                    <a:pt x="1706" y="2729"/>
                  </a:lnTo>
                  <a:lnTo>
                    <a:pt x="1486" y="3021"/>
                  </a:lnTo>
                  <a:lnTo>
                    <a:pt x="1292" y="3313"/>
                  </a:lnTo>
                  <a:lnTo>
                    <a:pt x="1097" y="3605"/>
                  </a:lnTo>
                  <a:lnTo>
                    <a:pt x="902" y="3922"/>
                  </a:lnTo>
                  <a:lnTo>
                    <a:pt x="731" y="4239"/>
                  </a:lnTo>
                  <a:lnTo>
                    <a:pt x="585" y="4580"/>
                  </a:lnTo>
                  <a:lnTo>
                    <a:pt x="464" y="4921"/>
                  </a:lnTo>
                  <a:lnTo>
                    <a:pt x="342" y="5262"/>
                  </a:lnTo>
                  <a:lnTo>
                    <a:pt x="244" y="5627"/>
                  </a:lnTo>
                  <a:lnTo>
                    <a:pt x="147" y="5992"/>
                  </a:lnTo>
                  <a:lnTo>
                    <a:pt x="98" y="6358"/>
                  </a:lnTo>
                  <a:lnTo>
                    <a:pt x="50" y="6747"/>
                  </a:lnTo>
                  <a:lnTo>
                    <a:pt x="1" y="7113"/>
                  </a:lnTo>
                  <a:lnTo>
                    <a:pt x="1" y="7502"/>
                  </a:lnTo>
                  <a:lnTo>
                    <a:pt x="1" y="7502"/>
                  </a:lnTo>
                  <a:lnTo>
                    <a:pt x="1" y="7892"/>
                  </a:lnTo>
                  <a:lnTo>
                    <a:pt x="50" y="8257"/>
                  </a:lnTo>
                  <a:lnTo>
                    <a:pt x="98" y="8647"/>
                  </a:lnTo>
                  <a:lnTo>
                    <a:pt x="147" y="9012"/>
                  </a:lnTo>
                  <a:lnTo>
                    <a:pt x="244" y="9378"/>
                  </a:lnTo>
                  <a:lnTo>
                    <a:pt x="342" y="9743"/>
                  </a:lnTo>
                  <a:lnTo>
                    <a:pt x="464" y="10084"/>
                  </a:lnTo>
                  <a:lnTo>
                    <a:pt x="585" y="10425"/>
                  </a:lnTo>
                  <a:lnTo>
                    <a:pt x="731" y="10766"/>
                  </a:lnTo>
                  <a:lnTo>
                    <a:pt x="902" y="11082"/>
                  </a:lnTo>
                  <a:lnTo>
                    <a:pt x="1097" y="11399"/>
                  </a:lnTo>
                  <a:lnTo>
                    <a:pt x="1292" y="11691"/>
                  </a:lnTo>
                  <a:lnTo>
                    <a:pt x="1486" y="11984"/>
                  </a:lnTo>
                  <a:lnTo>
                    <a:pt x="1706" y="12276"/>
                  </a:lnTo>
                  <a:lnTo>
                    <a:pt x="1949" y="12544"/>
                  </a:lnTo>
                  <a:lnTo>
                    <a:pt x="2193" y="12812"/>
                  </a:lnTo>
                  <a:lnTo>
                    <a:pt x="2461" y="13055"/>
                  </a:lnTo>
                  <a:lnTo>
                    <a:pt x="2729" y="13299"/>
                  </a:lnTo>
                  <a:lnTo>
                    <a:pt x="3021" y="13518"/>
                  </a:lnTo>
                  <a:lnTo>
                    <a:pt x="3313" y="13713"/>
                  </a:lnTo>
                  <a:lnTo>
                    <a:pt x="3605" y="13908"/>
                  </a:lnTo>
                  <a:lnTo>
                    <a:pt x="3922" y="14102"/>
                  </a:lnTo>
                  <a:lnTo>
                    <a:pt x="4239" y="14273"/>
                  </a:lnTo>
                  <a:lnTo>
                    <a:pt x="4580" y="14419"/>
                  </a:lnTo>
                  <a:lnTo>
                    <a:pt x="4921" y="14541"/>
                  </a:lnTo>
                  <a:lnTo>
                    <a:pt x="5261" y="14663"/>
                  </a:lnTo>
                  <a:lnTo>
                    <a:pt x="5627" y="14760"/>
                  </a:lnTo>
                  <a:lnTo>
                    <a:pt x="5992" y="14857"/>
                  </a:lnTo>
                  <a:lnTo>
                    <a:pt x="6357" y="14906"/>
                  </a:lnTo>
                  <a:lnTo>
                    <a:pt x="6747" y="14955"/>
                  </a:lnTo>
                  <a:lnTo>
                    <a:pt x="7112" y="15004"/>
                  </a:lnTo>
                  <a:lnTo>
                    <a:pt x="7502" y="15004"/>
                  </a:lnTo>
                  <a:lnTo>
                    <a:pt x="7502" y="15004"/>
                  </a:lnTo>
                  <a:lnTo>
                    <a:pt x="7892" y="15004"/>
                  </a:lnTo>
                  <a:lnTo>
                    <a:pt x="8257" y="14955"/>
                  </a:lnTo>
                  <a:lnTo>
                    <a:pt x="8647" y="14906"/>
                  </a:lnTo>
                  <a:lnTo>
                    <a:pt x="9012" y="14857"/>
                  </a:lnTo>
                  <a:lnTo>
                    <a:pt x="9377" y="14760"/>
                  </a:lnTo>
                  <a:lnTo>
                    <a:pt x="9743" y="14663"/>
                  </a:lnTo>
                  <a:lnTo>
                    <a:pt x="10084" y="14541"/>
                  </a:lnTo>
                  <a:lnTo>
                    <a:pt x="10425" y="14419"/>
                  </a:lnTo>
                  <a:lnTo>
                    <a:pt x="10766" y="14273"/>
                  </a:lnTo>
                  <a:lnTo>
                    <a:pt x="11082" y="14102"/>
                  </a:lnTo>
                  <a:lnTo>
                    <a:pt x="11399" y="13908"/>
                  </a:lnTo>
                  <a:lnTo>
                    <a:pt x="11691" y="13713"/>
                  </a:lnTo>
                  <a:lnTo>
                    <a:pt x="11983" y="13518"/>
                  </a:lnTo>
                  <a:lnTo>
                    <a:pt x="12276" y="13299"/>
                  </a:lnTo>
                  <a:lnTo>
                    <a:pt x="12544" y="13055"/>
                  </a:lnTo>
                  <a:lnTo>
                    <a:pt x="12812" y="12812"/>
                  </a:lnTo>
                  <a:lnTo>
                    <a:pt x="13055" y="12544"/>
                  </a:lnTo>
                  <a:lnTo>
                    <a:pt x="13299" y="12276"/>
                  </a:lnTo>
                  <a:lnTo>
                    <a:pt x="13518" y="11984"/>
                  </a:lnTo>
                  <a:lnTo>
                    <a:pt x="13713" y="11691"/>
                  </a:lnTo>
                  <a:lnTo>
                    <a:pt x="13907" y="11399"/>
                  </a:lnTo>
                  <a:lnTo>
                    <a:pt x="14102" y="11082"/>
                  </a:lnTo>
                  <a:lnTo>
                    <a:pt x="14273" y="10766"/>
                  </a:lnTo>
                  <a:lnTo>
                    <a:pt x="14419" y="10425"/>
                  </a:lnTo>
                  <a:lnTo>
                    <a:pt x="14541" y="10084"/>
                  </a:lnTo>
                  <a:lnTo>
                    <a:pt x="14662" y="9743"/>
                  </a:lnTo>
                  <a:lnTo>
                    <a:pt x="14760" y="9378"/>
                  </a:lnTo>
                  <a:lnTo>
                    <a:pt x="14857" y="9012"/>
                  </a:lnTo>
                  <a:lnTo>
                    <a:pt x="14906" y="8647"/>
                  </a:lnTo>
                  <a:lnTo>
                    <a:pt x="14955" y="8257"/>
                  </a:lnTo>
                  <a:lnTo>
                    <a:pt x="15003" y="7892"/>
                  </a:lnTo>
                  <a:lnTo>
                    <a:pt x="15003" y="7502"/>
                  </a:lnTo>
                  <a:lnTo>
                    <a:pt x="7502" y="7502"/>
                  </a:lnTo>
                  <a:lnTo>
                    <a:pt x="7502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41"/>
            <p:cNvSpPr/>
            <p:nvPr/>
          </p:nvSpPr>
          <p:spPr>
            <a:xfrm>
              <a:off x="3504325" y="3664250"/>
              <a:ext cx="131525" cy="153450"/>
            </a:xfrm>
            <a:custGeom>
              <a:rect b="b" l="l" r="r" t="t"/>
              <a:pathLst>
                <a:path extrusionOk="0" fill="none" h="6138" w="5261">
                  <a:moveTo>
                    <a:pt x="0" y="0"/>
                  </a:moveTo>
                  <a:lnTo>
                    <a:pt x="0" y="0"/>
                  </a:lnTo>
                  <a:lnTo>
                    <a:pt x="390" y="25"/>
                  </a:lnTo>
                  <a:lnTo>
                    <a:pt x="780" y="98"/>
                  </a:lnTo>
                  <a:lnTo>
                    <a:pt x="1169" y="171"/>
                  </a:lnTo>
                  <a:lnTo>
                    <a:pt x="1559" y="268"/>
                  </a:lnTo>
                  <a:lnTo>
                    <a:pt x="1924" y="414"/>
                  </a:lnTo>
                  <a:lnTo>
                    <a:pt x="2314" y="560"/>
                  </a:lnTo>
                  <a:lnTo>
                    <a:pt x="2655" y="731"/>
                  </a:lnTo>
                  <a:lnTo>
                    <a:pt x="3020" y="901"/>
                  </a:lnTo>
                  <a:lnTo>
                    <a:pt x="3020" y="901"/>
                  </a:lnTo>
                  <a:lnTo>
                    <a:pt x="3337" y="1121"/>
                  </a:lnTo>
                  <a:lnTo>
                    <a:pt x="3654" y="1340"/>
                  </a:lnTo>
                  <a:lnTo>
                    <a:pt x="3946" y="1559"/>
                  </a:lnTo>
                  <a:lnTo>
                    <a:pt x="4238" y="1803"/>
                  </a:lnTo>
                  <a:lnTo>
                    <a:pt x="4530" y="2070"/>
                  </a:lnTo>
                  <a:lnTo>
                    <a:pt x="4774" y="2363"/>
                  </a:lnTo>
                  <a:lnTo>
                    <a:pt x="5017" y="2655"/>
                  </a:lnTo>
                  <a:lnTo>
                    <a:pt x="5261" y="2972"/>
                  </a:lnTo>
                  <a:lnTo>
                    <a:pt x="0" y="613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41"/>
            <p:cNvSpPr/>
            <p:nvPr/>
          </p:nvSpPr>
          <p:spPr>
            <a:xfrm>
              <a:off x="3501875" y="3749500"/>
              <a:ext cx="187575" cy="96825"/>
            </a:xfrm>
            <a:custGeom>
              <a:rect b="b" l="l" r="r" t="t"/>
              <a:pathLst>
                <a:path extrusionOk="0" fill="none" h="3873" w="7503">
                  <a:moveTo>
                    <a:pt x="6431" y="0"/>
                  </a:moveTo>
                  <a:lnTo>
                    <a:pt x="1" y="3872"/>
                  </a:lnTo>
                  <a:lnTo>
                    <a:pt x="7502" y="3872"/>
                  </a:lnTo>
                  <a:lnTo>
                    <a:pt x="7502" y="3872"/>
                  </a:lnTo>
                  <a:lnTo>
                    <a:pt x="7478" y="3337"/>
                  </a:lnTo>
                  <a:lnTo>
                    <a:pt x="7429" y="2825"/>
                  </a:lnTo>
                  <a:lnTo>
                    <a:pt x="7332" y="2314"/>
                  </a:lnTo>
                  <a:lnTo>
                    <a:pt x="7210" y="1827"/>
                  </a:lnTo>
                  <a:lnTo>
                    <a:pt x="7064" y="1340"/>
                  </a:lnTo>
                  <a:lnTo>
                    <a:pt x="6893" y="877"/>
                  </a:lnTo>
                  <a:lnTo>
                    <a:pt x="6674" y="438"/>
                  </a:lnTo>
                  <a:lnTo>
                    <a:pt x="6431" y="0"/>
                  </a:lnTo>
                  <a:lnTo>
                    <a:pt x="6431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41"/>
          <p:cNvGrpSpPr/>
          <p:nvPr/>
        </p:nvGrpSpPr>
        <p:grpSpPr>
          <a:xfrm>
            <a:off x="3157782" y="3250038"/>
            <a:ext cx="369526" cy="268183"/>
            <a:chOff x="3932350" y="3714775"/>
            <a:chExt cx="439650" cy="319075"/>
          </a:xfrm>
        </p:grpSpPr>
        <p:sp>
          <p:nvSpPr>
            <p:cNvPr id="618" name="Google Shape;618;p41"/>
            <p:cNvSpPr/>
            <p:nvPr/>
          </p:nvSpPr>
          <p:spPr>
            <a:xfrm>
              <a:off x="3932350" y="3714775"/>
              <a:ext cx="439650" cy="319075"/>
            </a:xfrm>
            <a:custGeom>
              <a:rect b="b" l="l" r="r" t="t"/>
              <a:pathLst>
                <a:path extrusionOk="0" fill="none" h="12763" w="17586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41"/>
            <p:cNvSpPr/>
            <p:nvPr/>
          </p:nvSpPr>
          <p:spPr>
            <a:xfrm>
              <a:off x="3970100" y="3862750"/>
              <a:ext cx="77350" cy="132750"/>
            </a:xfrm>
            <a:custGeom>
              <a:rect b="b" l="l" r="r" t="t"/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1"/>
            <p:cNvSpPr/>
            <p:nvPr/>
          </p:nvSpPr>
          <p:spPr>
            <a:xfrm>
              <a:off x="4278800" y="3862750"/>
              <a:ext cx="77350" cy="132750"/>
            </a:xfrm>
            <a:custGeom>
              <a:rect b="b" l="l" r="r" t="t"/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41"/>
            <p:cNvSpPr/>
            <p:nvPr/>
          </p:nvSpPr>
          <p:spPr>
            <a:xfrm>
              <a:off x="4073000" y="3716600"/>
              <a:ext cx="77350" cy="278900"/>
            </a:xfrm>
            <a:custGeom>
              <a:rect b="b" l="l" r="r" t="t"/>
              <a:pathLst>
                <a:path extrusionOk="0" fill="none" h="11156" w="3094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41"/>
            <p:cNvSpPr/>
            <p:nvPr/>
          </p:nvSpPr>
          <p:spPr>
            <a:xfrm>
              <a:off x="4175900" y="3787250"/>
              <a:ext cx="77350" cy="208250"/>
            </a:xfrm>
            <a:custGeom>
              <a:rect b="b" l="l" r="r" t="t"/>
              <a:pathLst>
                <a:path extrusionOk="0" fill="none" h="8330" w="3094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3" name="Google Shape;623;p41"/>
          <p:cNvGrpSpPr/>
          <p:nvPr/>
        </p:nvGrpSpPr>
        <p:grpSpPr>
          <a:xfrm>
            <a:off x="3722766" y="3250038"/>
            <a:ext cx="369505" cy="268183"/>
            <a:chOff x="4604550" y="3714775"/>
            <a:chExt cx="439625" cy="319075"/>
          </a:xfrm>
        </p:grpSpPr>
        <p:sp>
          <p:nvSpPr>
            <p:cNvPr id="624" name="Google Shape;624;p41"/>
            <p:cNvSpPr/>
            <p:nvPr/>
          </p:nvSpPr>
          <p:spPr>
            <a:xfrm>
              <a:off x="4604550" y="3714775"/>
              <a:ext cx="439625" cy="319075"/>
            </a:xfrm>
            <a:custGeom>
              <a:rect b="b" l="l" r="r" t="t"/>
              <a:pathLst>
                <a:path extrusionOk="0" fill="none" h="12763" w="17585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2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41"/>
            <p:cNvSpPr/>
            <p:nvPr/>
          </p:nvSpPr>
          <p:spPr>
            <a:xfrm>
              <a:off x="4647175" y="3761675"/>
              <a:ext cx="354400" cy="213725"/>
            </a:xfrm>
            <a:custGeom>
              <a:rect b="b" l="l" r="r" t="t"/>
              <a:pathLst>
                <a:path extrusionOk="0" fill="none" h="8549" w="14176">
                  <a:moveTo>
                    <a:pt x="1" y="8549"/>
                  </a:moveTo>
                  <a:lnTo>
                    <a:pt x="3654" y="4408"/>
                  </a:lnTo>
                  <a:lnTo>
                    <a:pt x="5821" y="5699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10571" y="3337"/>
                  </a:lnTo>
                  <a:lnTo>
                    <a:pt x="14175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6" name="Google Shape;626;p41"/>
          <p:cNvGrpSpPr/>
          <p:nvPr/>
        </p:nvGrpSpPr>
        <p:grpSpPr>
          <a:xfrm>
            <a:off x="4301051" y="3222406"/>
            <a:ext cx="353136" cy="313738"/>
            <a:chOff x="5292575" y="3681900"/>
            <a:chExt cx="420150" cy="373275"/>
          </a:xfrm>
        </p:grpSpPr>
        <p:sp>
          <p:nvSpPr>
            <p:cNvPr id="627" name="Google Shape;627;p41"/>
            <p:cNvSpPr/>
            <p:nvPr/>
          </p:nvSpPr>
          <p:spPr>
            <a:xfrm>
              <a:off x="5292575" y="3706875"/>
              <a:ext cx="420150" cy="266700"/>
            </a:xfrm>
            <a:custGeom>
              <a:rect b="b" l="l" r="r" t="t"/>
              <a:pathLst>
                <a:path extrusionOk="0" fill="none" h="10668" w="16806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1"/>
            <p:cNvSpPr/>
            <p:nvPr/>
          </p:nvSpPr>
          <p:spPr>
            <a:xfrm>
              <a:off x="5490475" y="3681900"/>
              <a:ext cx="24375" cy="25000"/>
            </a:xfrm>
            <a:custGeom>
              <a:rect b="b" l="l" r="r" t="t"/>
              <a:pathLst>
                <a:path extrusionOk="0" fill="none" h="1000" w="975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1"/>
            <p:cNvSpPr/>
            <p:nvPr/>
          </p:nvSpPr>
          <p:spPr>
            <a:xfrm>
              <a:off x="5358350" y="3973550"/>
              <a:ext cx="60900" cy="81625"/>
            </a:xfrm>
            <a:custGeom>
              <a:rect b="b" l="l" r="r" t="t"/>
              <a:pathLst>
                <a:path extrusionOk="0" fill="none" h="3265" w="2436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41"/>
            <p:cNvSpPr/>
            <p:nvPr/>
          </p:nvSpPr>
          <p:spPr>
            <a:xfrm>
              <a:off x="5586050" y="3973550"/>
              <a:ext cx="60925" cy="81625"/>
            </a:xfrm>
            <a:custGeom>
              <a:rect b="b" l="l" r="r" t="t"/>
              <a:pathLst>
                <a:path extrusionOk="0" fill="none" h="3265" w="2437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41"/>
            <p:cNvSpPr/>
            <p:nvPr/>
          </p:nvSpPr>
          <p:spPr>
            <a:xfrm>
              <a:off x="5316925" y="3731225"/>
              <a:ext cx="371450" cy="218000"/>
            </a:xfrm>
            <a:custGeom>
              <a:rect b="b" l="l" r="r" t="t"/>
              <a:pathLst>
                <a:path extrusionOk="0" fill="none" h="8720" w="14858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41"/>
            <p:cNvSpPr/>
            <p:nvPr/>
          </p:nvSpPr>
          <p:spPr>
            <a:xfrm>
              <a:off x="5380250" y="3784800"/>
              <a:ext cx="230200" cy="115725"/>
            </a:xfrm>
            <a:custGeom>
              <a:rect b="b" l="l" r="r" t="t"/>
              <a:pathLst>
                <a:path extrusionOk="0" fill="none" h="4629" w="9208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1"/>
            <p:cNvSpPr/>
            <p:nvPr/>
          </p:nvSpPr>
          <p:spPr>
            <a:xfrm>
              <a:off x="5547700" y="3779925"/>
              <a:ext cx="68825" cy="68825"/>
            </a:xfrm>
            <a:custGeom>
              <a:rect b="b" l="l" r="r" t="t"/>
              <a:pathLst>
                <a:path extrusionOk="0" fill="none" h="2753" w="2753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4" name="Google Shape;634;p41"/>
          <p:cNvGrpSpPr/>
          <p:nvPr/>
        </p:nvGrpSpPr>
        <p:grpSpPr>
          <a:xfrm>
            <a:off x="4846073" y="3182482"/>
            <a:ext cx="393060" cy="393060"/>
            <a:chOff x="5941025" y="3634400"/>
            <a:chExt cx="467650" cy="467650"/>
          </a:xfrm>
        </p:grpSpPr>
        <p:sp>
          <p:nvSpPr>
            <p:cNvPr id="635" name="Google Shape;635;p41"/>
            <p:cNvSpPr/>
            <p:nvPr/>
          </p:nvSpPr>
          <p:spPr>
            <a:xfrm>
              <a:off x="5941025" y="3634400"/>
              <a:ext cx="467650" cy="467650"/>
            </a:xfrm>
            <a:custGeom>
              <a:rect b="b" l="l" r="r" t="t"/>
              <a:pathLst>
                <a:path extrusionOk="0" fill="none" h="18706" w="18706">
                  <a:moveTo>
                    <a:pt x="9353" y="1"/>
                  </a:moveTo>
                  <a:lnTo>
                    <a:pt x="9353" y="1"/>
                  </a:lnTo>
                  <a:lnTo>
                    <a:pt x="8866" y="25"/>
                  </a:lnTo>
                  <a:lnTo>
                    <a:pt x="8403" y="50"/>
                  </a:lnTo>
                  <a:lnTo>
                    <a:pt x="7940" y="123"/>
                  </a:lnTo>
                  <a:lnTo>
                    <a:pt x="7478" y="196"/>
                  </a:lnTo>
                  <a:lnTo>
                    <a:pt x="7015" y="293"/>
                  </a:lnTo>
                  <a:lnTo>
                    <a:pt x="6577" y="439"/>
                  </a:lnTo>
                  <a:lnTo>
                    <a:pt x="6138" y="585"/>
                  </a:lnTo>
                  <a:lnTo>
                    <a:pt x="5724" y="732"/>
                  </a:lnTo>
                  <a:lnTo>
                    <a:pt x="5310" y="926"/>
                  </a:lnTo>
                  <a:lnTo>
                    <a:pt x="4896" y="1146"/>
                  </a:lnTo>
                  <a:lnTo>
                    <a:pt x="4506" y="1365"/>
                  </a:lnTo>
                  <a:lnTo>
                    <a:pt x="4117" y="1608"/>
                  </a:lnTo>
                  <a:lnTo>
                    <a:pt x="3751" y="1876"/>
                  </a:lnTo>
                  <a:lnTo>
                    <a:pt x="3410" y="2144"/>
                  </a:lnTo>
                  <a:lnTo>
                    <a:pt x="3069" y="2436"/>
                  </a:lnTo>
                  <a:lnTo>
                    <a:pt x="2753" y="2753"/>
                  </a:lnTo>
                  <a:lnTo>
                    <a:pt x="2436" y="3070"/>
                  </a:lnTo>
                  <a:lnTo>
                    <a:pt x="2144" y="3411"/>
                  </a:lnTo>
                  <a:lnTo>
                    <a:pt x="1876" y="3752"/>
                  </a:lnTo>
                  <a:lnTo>
                    <a:pt x="1608" y="4117"/>
                  </a:lnTo>
                  <a:lnTo>
                    <a:pt x="1365" y="4507"/>
                  </a:lnTo>
                  <a:lnTo>
                    <a:pt x="1145" y="4896"/>
                  </a:lnTo>
                  <a:lnTo>
                    <a:pt x="926" y="5310"/>
                  </a:lnTo>
                  <a:lnTo>
                    <a:pt x="731" y="5724"/>
                  </a:lnTo>
                  <a:lnTo>
                    <a:pt x="585" y="6138"/>
                  </a:lnTo>
                  <a:lnTo>
                    <a:pt x="439" y="6577"/>
                  </a:lnTo>
                  <a:lnTo>
                    <a:pt x="293" y="7015"/>
                  </a:lnTo>
                  <a:lnTo>
                    <a:pt x="196" y="7478"/>
                  </a:lnTo>
                  <a:lnTo>
                    <a:pt x="123" y="7941"/>
                  </a:lnTo>
                  <a:lnTo>
                    <a:pt x="49" y="8403"/>
                  </a:lnTo>
                  <a:lnTo>
                    <a:pt x="25" y="8866"/>
                  </a:lnTo>
                  <a:lnTo>
                    <a:pt x="1" y="9353"/>
                  </a:lnTo>
                  <a:lnTo>
                    <a:pt x="1" y="9353"/>
                  </a:lnTo>
                  <a:lnTo>
                    <a:pt x="25" y="9840"/>
                  </a:lnTo>
                  <a:lnTo>
                    <a:pt x="49" y="10303"/>
                  </a:lnTo>
                  <a:lnTo>
                    <a:pt x="123" y="10766"/>
                  </a:lnTo>
                  <a:lnTo>
                    <a:pt x="196" y="11229"/>
                  </a:lnTo>
                  <a:lnTo>
                    <a:pt x="293" y="11691"/>
                  </a:lnTo>
                  <a:lnTo>
                    <a:pt x="439" y="12130"/>
                  </a:lnTo>
                  <a:lnTo>
                    <a:pt x="585" y="12568"/>
                  </a:lnTo>
                  <a:lnTo>
                    <a:pt x="731" y="12982"/>
                  </a:lnTo>
                  <a:lnTo>
                    <a:pt x="926" y="13396"/>
                  </a:lnTo>
                  <a:lnTo>
                    <a:pt x="1145" y="13810"/>
                  </a:lnTo>
                  <a:lnTo>
                    <a:pt x="1365" y="14200"/>
                  </a:lnTo>
                  <a:lnTo>
                    <a:pt x="1608" y="14590"/>
                  </a:lnTo>
                  <a:lnTo>
                    <a:pt x="1876" y="14955"/>
                  </a:lnTo>
                  <a:lnTo>
                    <a:pt x="2144" y="15296"/>
                  </a:lnTo>
                  <a:lnTo>
                    <a:pt x="2436" y="15637"/>
                  </a:lnTo>
                  <a:lnTo>
                    <a:pt x="2753" y="15953"/>
                  </a:lnTo>
                  <a:lnTo>
                    <a:pt x="3069" y="16270"/>
                  </a:lnTo>
                  <a:lnTo>
                    <a:pt x="3410" y="16562"/>
                  </a:lnTo>
                  <a:lnTo>
                    <a:pt x="3751" y="16830"/>
                  </a:lnTo>
                  <a:lnTo>
                    <a:pt x="4117" y="17098"/>
                  </a:lnTo>
                  <a:lnTo>
                    <a:pt x="4506" y="17342"/>
                  </a:lnTo>
                  <a:lnTo>
                    <a:pt x="4896" y="17561"/>
                  </a:lnTo>
                  <a:lnTo>
                    <a:pt x="5310" y="17780"/>
                  </a:lnTo>
                  <a:lnTo>
                    <a:pt x="5724" y="17975"/>
                  </a:lnTo>
                  <a:lnTo>
                    <a:pt x="6138" y="18121"/>
                  </a:lnTo>
                  <a:lnTo>
                    <a:pt x="6577" y="18267"/>
                  </a:lnTo>
                  <a:lnTo>
                    <a:pt x="7015" y="18413"/>
                  </a:lnTo>
                  <a:lnTo>
                    <a:pt x="7478" y="18511"/>
                  </a:lnTo>
                  <a:lnTo>
                    <a:pt x="7940" y="18584"/>
                  </a:lnTo>
                  <a:lnTo>
                    <a:pt x="8403" y="18657"/>
                  </a:lnTo>
                  <a:lnTo>
                    <a:pt x="8866" y="18681"/>
                  </a:lnTo>
                  <a:lnTo>
                    <a:pt x="9353" y="18706"/>
                  </a:lnTo>
                  <a:lnTo>
                    <a:pt x="9353" y="18706"/>
                  </a:lnTo>
                  <a:lnTo>
                    <a:pt x="9840" y="18681"/>
                  </a:lnTo>
                  <a:lnTo>
                    <a:pt x="10303" y="18657"/>
                  </a:lnTo>
                  <a:lnTo>
                    <a:pt x="10766" y="18584"/>
                  </a:lnTo>
                  <a:lnTo>
                    <a:pt x="11228" y="18511"/>
                  </a:lnTo>
                  <a:lnTo>
                    <a:pt x="11691" y="18413"/>
                  </a:lnTo>
                  <a:lnTo>
                    <a:pt x="12130" y="18267"/>
                  </a:lnTo>
                  <a:lnTo>
                    <a:pt x="12568" y="18121"/>
                  </a:lnTo>
                  <a:lnTo>
                    <a:pt x="12982" y="17975"/>
                  </a:lnTo>
                  <a:lnTo>
                    <a:pt x="13396" y="17780"/>
                  </a:lnTo>
                  <a:lnTo>
                    <a:pt x="13810" y="17561"/>
                  </a:lnTo>
                  <a:lnTo>
                    <a:pt x="14200" y="17342"/>
                  </a:lnTo>
                  <a:lnTo>
                    <a:pt x="14589" y="17098"/>
                  </a:lnTo>
                  <a:lnTo>
                    <a:pt x="14955" y="16830"/>
                  </a:lnTo>
                  <a:lnTo>
                    <a:pt x="15296" y="16562"/>
                  </a:lnTo>
                  <a:lnTo>
                    <a:pt x="15637" y="16270"/>
                  </a:lnTo>
                  <a:lnTo>
                    <a:pt x="15953" y="15953"/>
                  </a:lnTo>
                  <a:lnTo>
                    <a:pt x="16270" y="15637"/>
                  </a:lnTo>
                  <a:lnTo>
                    <a:pt x="16562" y="15296"/>
                  </a:lnTo>
                  <a:lnTo>
                    <a:pt x="16830" y="14955"/>
                  </a:lnTo>
                  <a:lnTo>
                    <a:pt x="17098" y="14590"/>
                  </a:lnTo>
                  <a:lnTo>
                    <a:pt x="17341" y="14200"/>
                  </a:lnTo>
                  <a:lnTo>
                    <a:pt x="17561" y="13810"/>
                  </a:lnTo>
                  <a:lnTo>
                    <a:pt x="17780" y="13396"/>
                  </a:lnTo>
                  <a:lnTo>
                    <a:pt x="17975" y="12982"/>
                  </a:lnTo>
                  <a:lnTo>
                    <a:pt x="18121" y="12568"/>
                  </a:lnTo>
                  <a:lnTo>
                    <a:pt x="18267" y="12130"/>
                  </a:lnTo>
                  <a:lnTo>
                    <a:pt x="18413" y="11691"/>
                  </a:lnTo>
                  <a:lnTo>
                    <a:pt x="18511" y="11229"/>
                  </a:lnTo>
                  <a:lnTo>
                    <a:pt x="18584" y="10766"/>
                  </a:lnTo>
                  <a:lnTo>
                    <a:pt x="18657" y="10303"/>
                  </a:lnTo>
                  <a:lnTo>
                    <a:pt x="18681" y="9840"/>
                  </a:lnTo>
                  <a:lnTo>
                    <a:pt x="18705" y="9353"/>
                  </a:lnTo>
                  <a:lnTo>
                    <a:pt x="18705" y="9353"/>
                  </a:lnTo>
                  <a:lnTo>
                    <a:pt x="18681" y="8866"/>
                  </a:lnTo>
                  <a:lnTo>
                    <a:pt x="18657" y="8403"/>
                  </a:lnTo>
                  <a:lnTo>
                    <a:pt x="18584" y="7941"/>
                  </a:lnTo>
                  <a:lnTo>
                    <a:pt x="18511" y="7478"/>
                  </a:lnTo>
                  <a:lnTo>
                    <a:pt x="18413" y="7015"/>
                  </a:lnTo>
                  <a:lnTo>
                    <a:pt x="18267" y="6577"/>
                  </a:lnTo>
                  <a:lnTo>
                    <a:pt x="18121" y="6138"/>
                  </a:lnTo>
                  <a:lnTo>
                    <a:pt x="17975" y="5724"/>
                  </a:lnTo>
                  <a:lnTo>
                    <a:pt x="17780" y="5310"/>
                  </a:lnTo>
                  <a:lnTo>
                    <a:pt x="17561" y="4896"/>
                  </a:lnTo>
                  <a:lnTo>
                    <a:pt x="17341" y="4507"/>
                  </a:lnTo>
                  <a:lnTo>
                    <a:pt x="17098" y="4117"/>
                  </a:lnTo>
                  <a:lnTo>
                    <a:pt x="16830" y="3752"/>
                  </a:lnTo>
                  <a:lnTo>
                    <a:pt x="16562" y="3411"/>
                  </a:lnTo>
                  <a:lnTo>
                    <a:pt x="16270" y="3070"/>
                  </a:lnTo>
                  <a:lnTo>
                    <a:pt x="15953" y="2753"/>
                  </a:lnTo>
                  <a:lnTo>
                    <a:pt x="15637" y="2436"/>
                  </a:lnTo>
                  <a:lnTo>
                    <a:pt x="15296" y="2144"/>
                  </a:lnTo>
                  <a:lnTo>
                    <a:pt x="14955" y="1876"/>
                  </a:lnTo>
                  <a:lnTo>
                    <a:pt x="14589" y="1608"/>
                  </a:lnTo>
                  <a:lnTo>
                    <a:pt x="14200" y="1365"/>
                  </a:lnTo>
                  <a:lnTo>
                    <a:pt x="13810" y="1146"/>
                  </a:lnTo>
                  <a:lnTo>
                    <a:pt x="13396" y="926"/>
                  </a:lnTo>
                  <a:lnTo>
                    <a:pt x="12982" y="732"/>
                  </a:lnTo>
                  <a:lnTo>
                    <a:pt x="12568" y="585"/>
                  </a:lnTo>
                  <a:lnTo>
                    <a:pt x="12130" y="439"/>
                  </a:lnTo>
                  <a:lnTo>
                    <a:pt x="11691" y="293"/>
                  </a:lnTo>
                  <a:lnTo>
                    <a:pt x="11228" y="196"/>
                  </a:lnTo>
                  <a:lnTo>
                    <a:pt x="10766" y="123"/>
                  </a:lnTo>
                  <a:lnTo>
                    <a:pt x="10303" y="50"/>
                  </a:lnTo>
                  <a:lnTo>
                    <a:pt x="9840" y="25"/>
                  </a:lnTo>
                  <a:lnTo>
                    <a:pt x="9353" y="1"/>
                  </a:lnTo>
                  <a:lnTo>
                    <a:pt x="935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41"/>
            <p:cNvSpPr/>
            <p:nvPr/>
          </p:nvSpPr>
          <p:spPr>
            <a:xfrm>
              <a:off x="6211975" y="3753150"/>
              <a:ext cx="19525" cy="18900"/>
            </a:xfrm>
            <a:custGeom>
              <a:rect b="b" l="l" r="r" t="t"/>
              <a:pathLst>
                <a:path extrusionOk="0" fill="none" h="756" w="781">
                  <a:moveTo>
                    <a:pt x="585" y="0"/>
                  </a:moveTo>
                  <a:lnTo>
                    <a:pt x="585" y="0"/>
                  </a:lnTo>
                  <a:lnTo>
                    <a:pt x="658" y="24"/>
                  </a:lnTo>
                  <a:lnTo>
                    <a:pt x="707" y="49"/>
                  </a:lnTo>
                  <a:lnTo>
                    <a:pt x="756" y="122"/>
                  </a:lnTo>
                  <a:lnTo>
                    <a:pt x="780" y="195"/>
                  </a:lnTo>
                  <a:lnTo>
                    <a:pt x="780" y="195"/>
                  </a:lnTo>
                  <a:lnTo>
                    <a:pt x="756" y="268"/>
                  </a:lnTo>
                  <a:lnTo>
                    <a:pt x="707" y="390"/>
                  </a:lnTo>
                  <a:lnTo>
                    <a:pt x="658" y="487"/>
                  </a:lnTo>
                  <a:lnTo>
                    <a:pt x="585" y="560"/>
                  </a:lnTo>
                  <a:lnTo>
                    <a:pt x="585" y="560"/>
                  </a:lnTo>
                  <a:lnTo>
                    <a:pt x="488" y="633"/>
                  </a:lnTo>
                  <a:lnTo>
                    <a:pt x="390" y="706"/>
                  </a:lnTo>
                  <a:lnTo>
                    <a:pt x="293" y="755"/>
                  </a:lnTo>
                  <a:lnTo>
                    <a:pt x="196" y="755"/>
                  </a:lnTo>
                  <a:lnTo>
                    <a:pt x="196" y="755"/>
                  </a:lnTo>
                  <a:lnTo>
                    <a:pt x="122" y="755"/>
                  </a:lnTo>
                  <a:lnTo>
                    <a:pt x="74" y="706"/>
                  </a:lnTo>
                  <a:lnTo>
                    <a:pt x="25" y="633"/>
                  </a:lnTo>
                  <a:lnTo>
                    <a:pt x="1" y="560"/>
                  </a:lnTo>
                  <a:lnTo>
                    <a:pt x="1" y="560"/>
                  </a:lnTo>
                  <a:lnTo>
                    <a:pt x="25" y="487"/>
                  </a:lnTo>
                  <a:lnTo>
                    <a:pt x="74" y="390"/>
                  </a:lnTo>
                  <a:lnTo>
                    <a:pt x="122" y="268"/>
                  </a:lnTo>
                  <a:lnTo>
                    <a:pt x="196" y="195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585" y="0"/>
                  </a:lnTo>
                  <a:lnTo>
                    <a:pt x="585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1"/>
            <p:cNvSpPr/>
            <p:nvPr/>
          </p:nvSpPr>
          <p:spPr>
            <a:xfrm>
              <a:off x="5943475" y="3695900"/>
              <a:ext cx="177800" cy="351350"/>
            </a:xfrm>
            <a:custGeom>
              <a:rect b="b" l="l" r="r" t="t"/>
              <a:pathLst>
                <a:path extrusionOk="0" fill="none" h="14054" w="7112">
                  <a:moveTo>
                    <a:pt x="2582" y="780"/>
                  </a:moveTo>
                  <a:lnTo>
                    <a:pt x="2582" y="780"/>
                  </a:lnTo>
                  <a:lnTo>
                    <a:pt x="2752" y="780"/>
                  </a:lnTo>
                  <a:lnTo>
                    <a:pt x="2752" y="780"/>
                  </a:lnTo>
                  <a:lnTo>
                    <a:pt x="2996" y="780"/>
                  </a:lnTo>
                  <a:lnTo>
                    <a:pt x="3215" y="829"/>
                  </a:lnTo>
                  <a:lnTo>
                    <a:pt x="3386" y="878"/>
                  </a:lnTo>
                  <a:lnTo>
                    <a:pt x="3507" y="951"/>
                  </a:lnTo>
                  <a:lnTo>
                    <a:pt x="3507" y="951"/>
                  </a:lnTo>
                  <a:lnTo>
                    <a:pt x="3605" y="1024"/>
                  </a:lnTo>
                  <a:lnTo>
                    <a:pt x="3702" y="1048"/>
                  </a:lnTo>
                  <a:lnTo>
                    <a:pt x="3800" y="1024"/>
                  </a:lnTo>
                  <a:lnTo>
                    <a:pt x="3897" y="951"/>
                  </a:lnTo>
                  <a:lnTo>
                    <a:pt x="3897" y="951"/>
                  </a:lnTo>
                  <a:lnTo>
                    <a:pt x="3970" y="878"/>
                  </a:lnTo>
                  <a:lnTo>
                    <a:pt x="4092" y="829"/>
                  </a:lnTo>
                  <a:lnTo>
                    <a:pt x="4189" y="780"/>
                  </a:lnTo>
                  <a:lnTo>
                    <a:pt x="4262" y="780"/>
                  </a:lnTo>
                  <a:lnTo>
                    <a:pt x="4262" y="780"/>
                  </a:lnTo>
                  <a:lnTo>
                    <a:pt x="4384" y="731"/>
                  </a:lnTo>
                  <a:lnTo>
                    <a:pt x="4506" y="658"/>
                  </a:lnTo>
                  <a:lnTo>
                    <a:pt x="4676" y="537"/>
                  </a:lnTo>
                  <a:lnTo>
                    <a:pt x="4847" y="390"/>
                  </a:lnTo>
                  <a:lnTo>
                    <a:pt x="4847" y="390"/>
                  </a:lnTo>
                  <a:lnTo>
                    <a:pt x="5042" y="244"/>
                  </a:lnTo>
                  <a:lnTo>
                    <a:pt x="5285" y="123"/>
                  </a:lnTo>
                  <a:lnTo>
                    <a:pt x="5529" y="49"/>
                  </a:lnTo>
                  <a:lnTo>
                    <a:pt x="5797" y="1"/>
                  </a:lnTo>
                  <a:lnTo>
                    <a:pt x="5797" y="1"/>
                  </a:lnTo>
                  <a:lnTo>
                    <a:pt x="5894" y="25"/>
                  </a:lnTo>
                  <a:lnTo>
                    <a:pt x="5992" y="49"/>
                  </a:lnTo>
                  <a:lnTo>
                    <a:pt x="6040" y="74"/>
                  </a:lnTo>
                  <a:lnTo>
                    <a:pt x="6089" y="123"/>
                  </a:lnTo>
                  <a:lnTo>
                    <a:pt x="6089" y="171"/>
                  </a:lnTo>
                  <a:lnTo>
                    <a:pt x="6089" y="244"/>
                  </a:lnTo>
                  <a:lnTo>
                    <a:pt x="6040" y="317"/>
                  </a:lnTo>
                  <a:lnTo>
                    <a:pt x="5992" y="390"/>
                  </a:lnTo>
                  <a:lnTo>
                    <a:pt x="5992" y="390"/>
                  </a:lnTo>
                  <a:lnTo>
                    <a:pt x="5845" y="561"/>
                  </a:lnTo>
                  <a:lnTo>
                    <a:pt x="5772" y="707"/>
                  </a:lnTo>
                  <a:lnTo>
                    <a:pt x="5748" y="853"/>
                  </a:lnTo>
                  <a:lnTo>
                    <a:pt x="5772" y="926"/>
                  </a:lnTo>
                  <a:lnTo>
                    <a:pt x="5797" y="951"/>
                  </a:lnTo>
                  <a:lnTo>
                    <a:pt x="5797" y="951"/>
                  </a:lnTo>
                  <a:lnTo>
                    <a:pt x="5870" y="1048"/>
                  </a:lnTo>
                  <a:lnTo>
                    <a:pt x="5918" y="1145"/>
                  </a:lnTo>
                  <a:lnTo>
                    <a:pt x="5967" y="1243"/>
                  </a:lnTo>
                  <a:lnTo>
                    <a:pt x="5992" y="1340"/>
                  </a:lnTo>
                  <a:lnTo>
                    <a:pt x="5992" y="1340"/>
                  </a:lnTo>
                  <a:lnTo>
                    <a:pt x="5967" y="1438"/>
                  </a:lnTo>
                  <a:lnTo>
                    <a:pt x="5918" y="1535"/>
                  </a:lnTo>
                  <a:lnTo>
                    <a:pt x="5870" y="1633"/>
                  </a:lnTo>
                  <a:lnTo>
                    <a:pt x="5797" y="1730"/>
                  </a:lnTo>
                  <a:lnTo>
                    <a:pt x="5797" y="1730"/>
                  </a:lnTo>
                  <a:lnTo>
                    <a:pt x="5748" y="1754"/>
                  </a:lnTo>
                  <a:lnTo>
                    <a:pt x="5699" y="1754"/>
                  </a:lnTo>
                  <a:lnTo>
                    <a:pt x="5553" y="1754"/>
                  </a:lnTo>
                  <a:lnTo>
                    <a:pt x="5383" y="1657"/>
                  </a:lnTo>
                  <a:lnTo>
                    <a:pt x="5212" y="1535"/>
                  </a:lnTo>
                  <a:lnTo>
                    <a:pt x="5212" y="1535"/>
                  </a:lnTo>
                  <a:lnTo>
                    <a:pt x="5066" y="1389"/>
                  </a:lnTo>
                  <a:lnTo>
                    <a:pt x="4896" y="1316"/>
                  </a:lnTo>
                  <a:lnTo>
                    <a:pt x="4749" y="1292"/>
                  </a:lnTo>
                  <a:lnTo>
                    <a:pt x="4701" y="1316"/>
                  </a:lnTo>
                  <a:lnTo>
                    <a:pt x="4652" y="1340"/>
                  </a:lnTo>
                  <a:lnTo>
                    <a:pt x="4652" y="1340"/>
                  </a:lnTo>
                  <a:lnTo>
                    <a:pt x="4555" y="1413"/>
                  </a:lnTo>
                  <a:lnTo>
                    <a:pt x="4457" y="1486"/>
                  </a:lnTo>
                  <a:lnTo>
                    <a:pt x="4360" y="1511"/>
                  </a:lnTo>
                  <a:lnTo>
                    <a:pt x="4262" y="1535"/>
                  </a:lnTo>
                  <a:lnTo>
                    <a:pt x="4262" y="1535"/>
                  </a:lnTo>
                  <a:lnTo>
                    <a:pt x="4116" y="1559"/>
                  </a:lnTo>
                  <a:lnTo>
                    <a:pt x="4043" y="1584"/>
                  </a:lnTo>
                  <a:lnTo>
                    <a:pt x="3994" y="1633"/>
                  </a:lnTo>
                  <a:lnTo>
                    <a:pt x="3994" y="1633"/>
                  </a:lnTo>
                  <a:lnTo>
                    <a:pt x="3946" y="1657"/>
                  </a:lnTo>
                  <a:lnTo>
                    <a:pt x="3873" y="1681"/>
                  </a:lnTo>
                  <a:lnTo>
                    <a:pt x="3702" y="1730"/>
                  </a:lnTo>
                  <a:lnTo>
                    <a:pt x="3702" y="1730"/>
                  </a:lnTo>
                  <a:lnTo>
                    <a:pt x="3605" y="1730"/>
                  </a:lnTo>
                  <a:lnTo>
                    <a:pt x="3507" y="1779"/>
                  </a:lnTo>
                  <a:lnTo>
                    <a:pt x="3410" y="1827"/>
                  </a:lnTo>
                  <a:lnTo>
                    <a:pt x="3312" y="1900"/>
                  </a:lnTo>
                  <a:lnTo>
                    <a:pt x="3312" y="1900"/>
                  </a:lnTo>
                  <a:lnTo>
                    <a:pt x="3288" y="1949"/>
                  </a:lnTo>
                  <a:lnTo>
                    <a:pt x="3288" y="2022"/>
                  </a:lnTo>
                  <a:lnTo>
                    <a:pt x="3288" y="2144"/>
                  </a:lnTo>
                  <a:lnTo>
                    <a:pt x="3386" y="2314"/>
                  </a:lnTo>
                  <a:lnTo>
                    <a:pt x="3507" y="2485"/>
                  </a:lnTo>
                  <a:lnTo>
                    <a:pt x="3507" y="2485"/>
                  </a:lnTo>
                  <a:lnTo>
                    <a:pt x="3605" y="2558"/>
                  </a:lnTo>
                  <a:lnTo>
                    <a:pt x="3702" y="2582"/>
                  </a:lnTo>
                  <a:lnTo>
                    <a:pt x="3800" y="2607"/>
                  </a:lnTo>
                  <a:lnTo>
                    <a:pt x="3921" y="2607"/>
                  </a:lnTo>
                  <a:lnTo>
                    <a:pt x="4043" y="2582"/>
                  </a:lnTo>
                  <a:lnTo>
                    <a:pt x="4141" y="2534"/>
                  </a:lnTo>
                  <a:lnTo>
                    <a:pt x="4262" y="2461"/>
                  </a:lnTo>
                  <a:lnTo>
                    <a:pt x="4360" y="2388"/>
                  </a:lnTo>
                  <a:lnTo>
                    <a:pt x="4360" y="2388"/>
                  </a:lnTo>
                  <a:lnTo>
                    <a:pt x="4555" y="2193"/>
                  </a:lnTo>
                  <a:lnTo>
                    <a:pt x="4749" y="2047"/>
                  </a:lnTo>
                  <a:lnTo>
                    <a:pt x="4920" y="1949"/>
                  </a:lnTo>
                  <a:lnTo>
                    <a:pt x="5042" y="1900"/>
                  </a:lnTo>
                  <a:lnTo>
                    <a:pt x="5042" y="1900"/>
                  </a:lnTo>
                  <a:lnTo>
                    <a:pt x="5115" y="1925"/>
                  </a:lnTo>
                  <a:lnTo>
                    <a:pt x="5163" y="1974"/>
                  </a:lnTo>
                  <a:lnTo>
                    <a:pt x="5212" y="2022"/>
                  </a:lnTo>
                  <a:lnTo>
                    <a:pt x="5212" y="2095"/>
                  </a:lnTo>
                  <a:lnTo>
                    <a:pt x="5212" y="2095"/>
                  </a:lnTo>
                  <a:lnTo>
                    <a:pt x="5236" y="2168"/>
                  </a:lnTo>
                  <a:lnTo>
                    <a:pt x="5285" y="2241"/>
                  </a:lnTo>
                  <a:lnTo>
                    <a:pt x="5334" y="2266"/>
                  </a:lnTo>
                  <a:lnTo>
                    <a:pt x="5407" y="2290"/>
                  </a:lnTo>
                  <a:lnTo>
                    <a:pt x="5407" y="2290"/>
                  </a:lnTo>
                  <a:lnTo>
                    <a:pt x="5504" y="2314"/>
                  </a:lnTo>
                  <a:lnTo>
                    <a:pt x="5602" y="2339"/>
                  </a:lnTo>
                  <a:lnTo>
                    <a:pt x="5699" y="2412"/>
                  </a:lnTo>
                  <a:lnTo>
                    <a:pt x="5797" y="2485"/>
                  </a:lnTo>
                  <a:lnTo>
                    <a:pt x="5797" y="2485"/>
                  </a:lnTo>
                  <a:lnTo>
                    <a:pt x="5845" y="2558"/>
                  </a:lnTo>
                  <a:lnTo>
                    <a:pt x="5870" y="2680"/>
                  </a:lnTo>
                  <a:lnTo>
                    <a:pt x="5845" y="2777"/>
                  </a:lnTo>
                  <a:lnTo>
                    <a:pt x="5797" y="2850"/>
                  </a:lnTo>
                  <a:lnTo>
                    <a:pt x="5797" y="2850"/>
                  </a:lnTo>
                  <a:lnTo>
                    <a:pt x="5699" y="2923"/>
                  </a:lnTo>
                  <a:lnTo>
                    <a:pt x="5602" y="2996"/>
                  </a:lnTo>
                  <a:lnTo>
                    <a:pt x="5504" y="3045"/>
                  </a:lnTo>
                  <a:lnTo>
                    <a:pt x="5407" y="3045"/>
                  </a:lnTo>
                  <a:lnTo>
                    <a:pt x="5407" y="3045"/>
                  </a:lnTo>
                  <a:lnTo>
                    <a:pt x="5310" y="3069"/>
                  </a:lnTo>
                  <a:lnTo>
                    <a:pt x="5163" y="3167"/>
                  </a:lnTo>
                  <a:lnTo>
                    <a:pt x="4993" y="3289"/>
                  </a:lnTo>
                  <a:lnTo>
                    <a:pt x="4847" y="3435"/>
                  </a:lnTo>
                  <a:lnTo>
                    <a:pt x="4847" y="3435"/>
                  </a:lnTo>
                  <a:lnTo>
                    <a:pt x="4676" y="3581"/>
                  </a:lnTo>
                  <a:lnTo>
                    <a:pt x="4506" y="3703"/>
                  </a:lnTo>
                  <a:lnTo>
                    <a:pt x="4384" y="3776"/>
                  </a:lnTo>
                  <a:lnTo>
                    <a:pt x="4262" y="3800"/>
                  </a:lnTo>
                  <a:lnTo>
                    <a:pt x="4262" y="3800"/>
                  </a:lnTo>
                  <a:lnTo>
                    <a:pt x="4141" y="3849"/>
                  </a:lnTo>
                  <a:lnTo>
                    <a:pt x="3970" y="3971"/>
                  </a:lnTo>
                  <a:lnTo>
                    <a:pt x="3726" y="4165"/>
                  </a:lnTo>
                  <a:lnTo>
                    <a:pt x="3483" y="4409"/>
                  </a:lnTo>
                  <a:lnTo>
                    <a:pt x="3142" y="4750"/>
                  </a:lnTo>
                  <a:lnTo>
                    <a:pt x="3142" y="4750"/>
                  </a:lnTo>
                  <a:lnTo>
                    <a:pt x="3020" y="4847"/>
                  </a:lnTo>
                  <a:lnTo>
                    <a:pt x="2874" y="4969"/>
                  </a:lnTo>
                  <a:lnTo>
                    <a:pt x="2557" y="5164"/>
                  </a:lnTo>
                  <a:lnTo>
                    <a:pt x="2265" y="5286"/>
                  </a:lnTo>
                  <a:lnTo>
                    <a:pt x="2119" y="5310"/>
                  </a:lnTo>
                  <a:lnTo>
                    <a:pt x="1997" y="5335"/>
                  </a:lnTo>
                  <a:lnTo>
                    <a:pt x="1997" y="5335"/>
                  </a:lnTo>
                  <a:lnTo>
                    <a:pt x="1754" y="5335"/>
                  </a:lnTo>
                  <a:lnTo>
                    <a:pt x="1535" y="5383"/>
                  </a:lnTo>
                  <a:lnTo>
                    <a:pt x="1364" y="5456"/>
                  </a:lnTo>
                  <a:lnTo>
                    <a:pt x="1242" y="5529"/>
                  </a:lnTo>
                  <a:lnTo>
                    <a:pt x="1242" y="5529"/>
                  </a:lnTo>
                  <a:lnTo>
                    <a:pt x="1169" y="5602"/>
                  </a:lnTo>
                  <a:lnTo>
                    <a:pt x="1096" y="5700"/>
                  </a:lnTo>
                  <a:lnTo>
                    <a:pt x="1047" y="5797"/>
                  </a:lnTo>
                  <a:lnTo>
                    <a:pt x="1047" y="5895"/>
                  </a:lnTo>
                  <a:lnTo>
                    <a:pt x="1047" y="5895"/>
                  </a:lnTo>
                  <a:lnTo>
                    <a:pt x="1047" y="5992"/>
                  </a:lnTo>
                  <a:lnTo>
                    <a:pt x="1096" y="6090"/>
                  </a:lnTo>
                  <a:lnTo>
                    <a:pt x="1169" y="6187"/>
                  </a:lnTo>
                  <a:lnTo>
                    <a:pt x="1242" y="6284"/>
                  </a:lnTo>
                  <a:lnTo>
                    <a:pt x="1242" y="6284"/>
                  </a:lnTo>
                  <a:lnTo>
                    <a:pt x="1315" y="6357"/>
                  </a:lnTo>
                  <a:lnTo>
                    <a:pt x="1413" y="6406"/>
                  </a:lnTo>
                  <a:lnTo>
                    <a:pt x="1535" y="6455"/>
                  </a:lnTo>
                  <a:lnTo>
                    <a:pt x="1608" y="6455"/>
                  </a:lnTo>
                  <a:lnTo>
                    <a:pt x="1608" y="6455"/>
                  </a:lnTo>
                  <a:lnTo>
                    <a:pt x="1729" y="6504"/>
                  </a:lnTo>
                  <a:lnTo>
                    <a:pt x="1876" y="6601"/>
                  </a:lnTo>
                  <a:lnTo>
                    <a:pt x="2070" y="6747"/>
                  </a:lnTo>
                  <a:lnTo>
                    <a:pt x="2290" y="6942"/>
                  </a:lnTo>
                  <a:lnTo>
                    <a:pt x="2290" y="6942"/>
                  </a:lnTo>
                  <a:lnTo>
                    <a:pt x="2484" y="7137"/>
                  </a:lnTo>
                  <a:lnTo>
                    <a:pt x="2679" y="7283"/>
                  </a:lnTo>
                  <a:lnTo>
                    <a:pt x="2825" y="7380"/>
                  </a:lnTo>
                  <a:lnTo>
                    <a:pt x="2947" y="7405"/>
                  </a:lnTo>
                  <a:lnTo>
                    <a:pt x="2947" y="7405"/>
                  </a:lnTo>
                  <a:lnTo>
                    <a:pt x="3093" y="7380"/>
                  </a:lnTo>
                  <a:lnTo>
                    <a:pt x="3166" y="7356"/>
                  </a:lnTo>
                  <a:lnTo>
                    <a:pt x="3239" y="7332"/>
                  </a:lnTo>
                  <a:lnTo>
                    <a:pt x="3239" y="7332"/>
                  </a:lnTo>
                  <a:lnTo>
                    <a:pt x="3288" y="7283"/>
                  </a:lnTo>
                  <a:lnTo>
                    <a:pt x="3410" y="7259"/>
                  </a:lnTo>
                  <a:lnTo>
                    <a:pt x="3556" y="7234"/>
                  </a:lnTo>
                  <a:lnTo>
                    <a:pt x="3702" y="7234"/>
                  </a:lnTo>
                  <a:lnTo>
                    <a:pt x="3702" y="7234"/>
                  </a:lnTo>
                  <a:lnTo>
                    <a:pt x="3873" y="7234"/>
                  </a:lnTo>
                  <a:lnTo>
                    <a:pt x="4019" y="7283"/>
                  </a:lnTo>
                  <a:lnTo>
                    <a:pt x="4165" y="7332"/>
                  </a:lnTo>
                  <a:lnTo>
                    <a:pt x="4262" y="7429"/>
                  </a:lnTo>
                  <a:lnTo>
                    <a:pt x="4262" y="7429"/>
                  </a:lnTo>
                  <a:lnTo>
                    <a:pt x="4360" y="7502"/>
                  </a:lnTo>
                  <a:lnTo>
                    <a:pt x="4457" y="7551"/>
                  </a:lnTo>
                  <a:lnTo>
                    <a:pt x="4555" y="7600"/>
                  </a:lnTo>
                  <a:lnTo>
                    <a:pt x="4652" y="7600"/>
                  </a:lnTo>
                  <a:lnTo>
                    <a:pt x="4652" y="7600"/>
                  </a:lnTo>
                  <a:lnTo>
                    <a:pt x="4749" y="7648"/>
                  </a:lnTo>
                  <a:lnTo>
                    <a:pt x="4896" y="7721"/>
                  </a:lnTo>
                  <a:lnTo>
                    <a:pt x="5066" y="7843"/>
                  </a:lnTo>
                  <a:lnTo>
                    <a:pt x="5212" y="7989"/>
                  </a:lnTo>
                  <a:lnTo>
                    <a:pt x="5212" y="7989"/>
                  </a:lnTo>
                  <a:lnTo>
                    <a:pt x="5383" y="8135"/>
                  </a:lnTo>
                  <a:lnTo>
                    <a:pt x="5553" y="8257"/>
                  </a:lnTo>
                  <a:lnTo>
                    <a:pt x="5699" y="8330"/>
                  </a:lnTo>
                  <a:lnTo>
                    <a:pt x="5797" y="8355"/>
                  </a:lnTo>
                  <a:lnTo>
                    <a:pt x="5797" y="8355"/>
                  </a:lnTo>
                  <a:lnTo>
                    <a:pt x="5870" y="8379"/>
                  </a:lnTo>
                  <a:lnTo>
                    <a:pt x="5992" y="8428"/>
                  </a:lnTo>
                  <a:lnTo>
                    <a:pt x="6089" y="8476"/>
                  </a:lnTo>
                  <a:lnTo>
                    <a:pt x="6162" y="8549"/>
                  </a:lnTo>
                  <a:lnTo>
                    <a:pt x="6162" y="8549"/>
                  </a:lnTo>
                  <a:lnTo>
                    <a:pt x="6259" y="8622"/>
                  </a:lnTo>
                  <a:lnTo>
                    <a:pt x="6357" y="8695"/>
                  </a:lnTo>
                  <a:lnTo>
                    <a:pt x="6454" y="8720"/>
                  </a:lnTo>
                  <a:lnTo>
                    <a:pt x="6552" y="8744"/>
                  </a:lnTo>
                  <a:lnTo>
                    <a:pt x="6552" y="8744"/>
                  </a:lnTo>
                  <a:lnTo>
                    <a:pt x="6649" y="8769"/>
                  </a:lnTo>
                  <a:lnTo>
                    <a:pt x="6747" y="8793"/>
                  </a:lnTo>
                  <a:lnTo>
                    <a:pt x="6844" y="8866"/>
                  </a:lnTo>
                  <a:lnTo>
                    <a:pt x="6941" y="8939"/>
                  </a:lnTo>
                  <a:lnTo>
                    <a:pt x="6941" y="8939"/>
                  </a:lnTo>
                  <a:lnTo>
                    <a:pt x="7014" y="9036"/>
                  </a:lnTo>
                  <a:lnTo>
                    <a:pt x="7063" y="9134"/>
                  </a:lnTo>
                  <a:lnTo>
                    <a:pt x="7112" y="9231"/>
                  </a:lnTo>
                  <a:lnTo>
                    <a:pt x="7112" y="9304"/>
                  </a:lnTo>
                  <a:lnTo>
                    <a:pt x="7112" y="9304"/>
                  </a:lnTo>
                  <a:lnTo>
                    <a:pt x="7112" y="9402"/>
                  </a:lnTo>
                  <a:lnTo>
                    <a:pt x="7063" y="9499"/>
                  </a:lnTo>
                  <a:lnTo>
                    <a:pt x="7014" y="9597"/>
                  </a:lnTo>
                  <a:lnTo>
                    <a:pt x="6941" y="9694"/>
                  </a:lnTo>
                  <a:lnTo>
                    <a:pt x="6941" y="9694"/>
                  </a:lnTo>
                  <a:lnTo>
                    <a:pt x="6868" y="9791"/>
                  </a:lnTo>
                  <a:lnTo>
                    <a:pt x="6795" y="9889"/>
                  </a:lnTo>
                  <a:lnTo>
                    <a:pt x="6747" y="9986"/>
                  </a:lnTo>
                  <a:lnTo>
                    <a:pt x="6747" y="10084"/>
                  </a:lnTo>
                  <a:lnTo>
                    <a:pt x="6747" y="10084"/>
                  </a:lnTo>
                  <a:lnTo>
                    <a:pt x="6722" y="10181"/>
                  </a:lnTo>
                  <a:lnTo>
                    <a:pt x="6625" y="10327"/>
                  </a:lnTo>
                  <a:lnTo>
                    <a:pt x="6503" y="10473"/>
                  </a:lnTo>
                  <a:lnTo>
                    <a:pt x="6357" y="10644"/>
                  </a:lnTo>
                  <a:lnTo>
                    <a:pt x="6357" y="10644"/>
                  </a:lnTo>
                  <a:lnTo>
                    <a:pt x="6211" y="10814"/>
                  </a:lnTo>
                  <a:lnTo>
                    <a:pt x="6089" y="10961"/>
                  </a:lnTo>
                  <a:lnTo>
                    <a:pt x="6016" y="11107"/>
                  </a:lnTo>
                  <a:lnTo>
                    <a:pt x="5992" y="11204"/>
                  </a:lnTo>
                  <a:lnTo>
                    <a:pt x="5992" y="11204"/>
                  </a:lnTo>
                  <a:lnTo>
                    <a:pt x="5943" y="11326"/>
                  </a:lnTo>
                  <a:lnTo>
                    <a:pt x="5870" y="11472"/>
                  </a:lnTo>
                  <a:lnTo>
                    <a:pt x="5748" y="11618"/>
                  </a:lnTo>
                  <a:lnTo>
                    <a:pt x="5602" y="11789"/>
                  </a:lnTo>
                  <a:lnTo>
                    <a:pt x="5602" y="11789"/>
                  </a:lnTo>
                  <a:lnTo>
                    <a:pt x="5456" y="11935"/>
                  </a:lnTo>
                  <a:lnTo>
                    <a:pt x="5334" y="12105"/>
                  </a:lnTo>
                  <a:lnTo>
                    <a:pt x="5261" y="12251"/>
                  </a:lnTo>
                  <a:lnTo>
                    <a:pt x="5212" y="12349"/>
                  </a:lnTo>
                  <a:lnTo>
                    <a:pt x="5212" y="12349"/>
                  </a:lnTo>
                  <a:lnTo>
                    <a:pt x="5188" y="12446"/>
                  </a:lnTo>
                  <a:lnTo>
                    <a:pt x="5139" y="12568"/>
                  </a:lnTo>
                  <a:lnTo>
                    <a:pt x="5042" y="12714"/>
                  </a:lnTo>
                  <a:lnTo>
                    <a:pt x="4944" y="12836"/>
                  </a:lnTo>
                  <a:lnTo>
                    <a:pt x="4944" y="12836"/>
                  </a:lnTo>
                  <a:lnTo>
                    <a:pt x="4822" y="12958"/>
                  </a:lnTo>
                  <a:lnTo>
                    <a:pt x="4725" y="13079"/>
                  </a:lnTo>
                  <a:lnTo>
                    <a:pt x="4676" y="13201"/>
                  </a:lnTo>
                  <a:lnTo>
                    <a:pt x="4652" y="13299"/>
                  </a:lnTo>
                  <a:lnTo>
                    <a:pt x="4652" y="13299"/>
                  </a:lnTo>
                  <a:lnTo>
                    <a:pt x="4676" y="13469"/>
                  </a:lnTo>
                  <a:lnTo>
                    <a:pt x="4701" y="13542"/>
                  </a:lnTo>
                  <a:lnTo>
                    <a:pt x="4749" y="13591"/>
                  </a:lnTo>
                  <a:lnTo>
                    <a:pt x="4749" y="13591"/>
                  </a:lnTo>
                  <a:lnTo>
                    <a:pt x="4774" y="13640"/>
                  </a:lnTo>
                  <a:lnTo>
                    <a:pt x="4822" y="13713"/>
                  </a:lnTo>
                  <a:lnTo>
                    <a:pt x="4847" y="13883"/>
                  </a:lnTo>
                  <a:lnTo>
                    <a:pt x="4847" y="13883"/>
                  </a:lnTo>
                  <a:lnTo>
                    <a:pt x="4822" y="13956"/>
                  </a:lnTo>
                  <a:lnTo>
                    <a:pt x="4774" y="14005"/>
                  </a:lnTo>
                  <a:lnTo>
                    <a:pt x="4725" y="14054"/>
                  </a:lnTo>
                  <a:lnTo>
                    <a:pt x="4652" y="14054"/>
                  </a:lnTo>
                  <a:lnTo>
                    <a:pt x="4652" y="14054"/>
                  </a:lnTo>
                  <a:lnTo>
                    <a:pt x="4555" y="14054"/>
                  </a:lnTo>
                  <a:lnTo>
                    <a:pt x="4457" y="14005"/>
                  </a:lnTo>
                  <a:lnTo>
                    <a:pt x="4360" y="13956"/>
                  </a:lnTo>
                  <a:lnTo>
                    <a:pt x="4262" y="13883"/>
                  </a:lnTo>
                  <a:lnTo>
                    <a:pt x="4262" y="13883"/>
                  </a:lnTo>
                  <a:lnTo>
                    <a:pt x="4189" y="13761"/>
                  </a:lnTo>
                  <a:lnTo>
                    <a:pt x="4141" y="13615"/>
                  </a:lnTo>
                  <a:lnTo>
                    <a:pt x="4092" y="13469"/>
                  </a:lnTo>
                  <a:lnTo>
                    <a:pt x="4092" y="13299"/>
                  </a:lnTo>
                  <a:lnTo>
                    <a:pt x="4092" y="13299"/>
                  </a:lnTo>
                  <a:lnTo>
                    <a:pt x="4067" y="13152"/>
                  </a:lnTo>
                  <a:lnTo>
                    <a:pt x="4019" y="12982"/>
                  </a:lnTo>
                  <a:lnTo>
                    <a:pt x="3970" y="12836"/>
                  </a:lnTo>
                  <a:lnTo>
                    <a:pt x="3897" y="12738"/>
                  </a:lnTo>
                  <a:lnTo>
                    <a:pt x="3897" y="12738"/>
                  </a:lnTo>
                  <a:lnTo>
                    <a:pt x="3848" y="12690"/>
                  </a:lnTo>
                  <a:lnTo>
                    <a:pt x="3824" y="12592"/>
                  </a:lnTo>
                  <a:lnTo>
                    <a:pt x="3751" y="12349"/>
                  </a:lnTo>
                  <a:lnTo>
                    <a:pt x="3726" y="12056"/>
                  </a:lnTo>
                  <a:lnTo>
                    <a:pt x="3702" y="11716"/>
                  </a:lnTo>
                  <a:lnTo>
                    <a:pt x="3702" y="11472"/>
                  </a:lnTo>
                  <a:lnTo>
                    <a:pt x="3702" y="11472"/>
                  </a:lnTo>
                  <a:lnTo>
                    <a:pt x="3702" y="11301"/>
                  </a:lnTo>
                  <a:lnTo>
                    <a:pt x="3653" y="11107"/>
                  </a:lnTo>
                  <a:lnTo>
                    <a:pt x="3629" y="10936"/>
                  </a:lnTo>
                  <a:lnTo>
                    <a:pt x="3556" y="10741"/>
                  </a:lnTo>
                  <a:lnTo>
                    <a:pt x="3483" y="10571"/>
                  </a:lnTo>
                  <a:lnTo>
                    <a:pt x="3410" y="10425"/>
                  </a:lnTo>
                  <a:lnTo>
                    <a:pt x="3312" y="10279"/>
                  </a:lnTo>
                  <a:lnTo>
                    <a:pt x="3239" y="10181"/>
                  </a:lnTo>
                  <a:lnTo>
                    <a:pt x="3239" y="10181"/>
                  </a:lnTo>
                  <a:lnTo>
                    <a:pt x="3045" y="9962"/>
                  </a:lnTo>
                  <a:lnTo>
                    <a:pt x="2898" y="9767"/>
                  </a:lnTo>
                  <a:lnTo>
                    <a:pt x="2801" y="9621"/>
                  </a:lnTo>
                  <a:lnTo>
                    <a:pt x="2752" y="9499"/>
                  </a:lnTo>
                  <a:lnTo>
                    <a:pt x="2752" y="9499"/>
                  </a:lnTo>
                  <a:lnTo>
                    <a:pt x="2728" y="9353"/>
                  </a:lnTo>
                  <a:lnTo>
                    <a:pt x="2704" y="9280"/>
                  </a:lnTo>
                  <a:lnTo>
                    <a:pt x="2655" y="9231"/>
                  </a:lnTo>
                  <a:lnTo>
                    <a:pt x="2655" y="9231"/>
                  </a:lnTo>
                  <a:lnTo>
                    <a:pt x="2631" y="9158"/>
                  </a:lnTo>
                  <a:lnTo>
                    <a:pt x="2582" y="9036"/>
                  </a:lnTo>
                  <a:lnTo>
                    <a:pt x="2582" y="8890"/>
                  </a:lnTo>
                  <a:lnTo>
                    <a:pt x="2557" y="8744"/>
                  </a:lnTo>
                  <a:lnTo>
                    <a:pt x="2557" y="8744"/>
                  </a:lnTo>
                  <a:lnTo>
                    <a:pt x="2582" y="8598"/>
                  </a:lnTo>
                  <a:lnTo>
                    <a:pt x="2582" y="8452"/>
                  </a:lnTo>
                  <a:lnTo>
                    <a:pt x="2631" y="8330"/>
                  </a:lnTo>
                  <a:lnTo>
                    <a:pt x="2655" y="8281"/>
                  </a:lnTo>
                  <a:lnTo>
                    <a:pt x="2655" y="8281"/>
                  </a:lnTo>
                  <a:lnTo>
                    <a:pt x="2704" y="8208"/>
                  </a:lnTo>
                  <a:lnTo>
                    <a:pt x="2728" y="8160"/>
                  </a:lnTo>
                  <a:lnTo>
                    <a:pt x="2752" y="7989"/>
                  </a:lnTo>
                  <a:lnTo>
                    <a:pt x="2752" y="7989"/>
                  </a:lnTo>
                  <a:lnTo>
                    <a:pt x="2728" y="7819"/>
                  </a:lnTo>
                  <a:lnTo>
                    <a:pt x="2704" y="7746"/>
                  </a:lnTo>
                  <a:lnTo>
                    <a:pt x="2655" y="7697"/>
                  </a:lnTo>
                  <a:lnTo>
                    <a:pt x="2655" y="7697"/>
                  </a:lnTo>
                  <a:lnTo>
                    <a:pt x="2606" y="7673"/>
                  </a:lnTo>
                  <a:lnTo>
                    <a:pt x="2533" y="7624"/>
                  </a:lnTo>
                  <a:lnTo>
                    <a:pt x="2363" y="7600"/>
                  </a:lnTo>
                  <a:lnTo>
                    <a:pt x="2363" y="7600"/>
                  </a:lnTo>
                  <a:lnTo>
                    <a:pt x="2265" y="7575"/>
                  </a:lnTo>
                  <a:lnTo>
                    <a:pt x="2119" y="7502"/>
                  </a:lnTo>
                  <a:lnTo>
                    <a:pt x="1973" y="7380"/>
                  </a:lnTo>
                  <a:lnTo>
                    <a:pt x="1802" y="7234"/>
                  </a:lnTo>
                  <a:lnTo>
                    <a:pt x="1802" y="7234"/>
                  </a:lnTo>
                  <a:lnTo>
                    <a:pt x="1632" y="7088"/>
                  </a:lnTo>
                  <a:lnTo>
                    <a:pt x="1486" y="6966"/>
                  </a:lnTo>
                  <a:lnTo>
                    <a:pt x="1340" y="6869"/>
                  </a:lnTo>
                  <a:lnTo>
                    <a:pt x="1242" y="6845"/>
                  </a:lnTo>
                  <a:lnTo>
                    <a:pt x="1242" y="6845"/>
                  </a:lnTo>
                  <a:lnTo>
                    <a:pt x="1121" y="6796"/>
                  </a:lnTo>
                  <a:lnTo>
                    <a:pt x="926" y="6674"/>
                  </a:lnTo>
                  <a:lnTo>
                    <a:pt x="706" y="6504"/>
                  </a:lnTo>
                  <a:lnTo>
                    <a:pt x="463" y="6284"/>
                  </a:lnTo>
                  <a:lnTo>
                    <a:pt x="463" y="6284"/>
                  </a:lnTo>
                  <a:lnTo>
                    <a:pt x="171" y="5919"/>
                  </a:lnTo>
                  <a:lnTo>
                    <a:pt x="0" y="5700"/>
                  </a:lnTo>
                  <a:lnTo>
                    <a:pt x="0" y="5700"/>
                  </a:lnTo>
                  <a:lnTo>
                    <a:pt x="0" y="572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1"/>
            <p:cNvSpPr/>
            <p:nvPr/>
          </p:nvSpPr>
          <p:spPr>
            <a:xfrm>
              <a:off x="6128575" y="3695900"/>
              <a:ext cx="86475" cy="47525"/>
            </a:xfrm>
            <a:custGeom>
              <a:rect b="b" l="l" r="r" t="t"/>
              <a:pathLst>
                <a:path extrusionOk="0" fill="none" h="1901" w="3459">
                  <a:moveTo>
                    <a:pt x="2022" y="1340"/>
                  </a:moveTo>
                  <a:lnTo>
                    <a:pt x="2022" y="1340"/>
                  </a:lnTo>
                  <a:lnTo>
                    <a:pt x="1924" y="1413"/>
                  </a:lnTo>
                  <a:lnTo>
                    <a:pt x="1827" y="1486"/>
                  </a:lnTo>
                  <a:lnTo>
                    <a:pt x="1729" y="1511"/>
                  </a:lnTo>
                  <a:lnTo>
                    <a:pt x="1632" y="1535"/>
                  </a:lnTo>
                  <a:lnTo>
                    <a:pt x="1632" y="1535"/>
                  </a:lnTo>
                  <a:lnTo>
                    <a:pt x="1559" y="1535"/>
                  </a:lnTo>
                  <a:lnTo>
                    <a:pt x="1461" y="1584"/>
                  </a:lnTo>
                  <a:lnTo>
                    <a:pt x="1340" y="1657"/>
                  </a:lnTo>
                  <a:lnTo>
                    <a:pt x="1267" y="1730"/>
                  </a:lnTo>
                  <a:lnTo>
                    <a:pt x="1267" y="1730"/>
                  </a:lnTo>
                  <a:lnTo>
                    <a:pt x="1169" y="1803"/>
                  </a:lnTo>
                  <a:lnTo>
                    <a:pt x="1072" y="1852"/>
                  </a:lnTo>
                  <a:lnTo>
                    <a:pt x="974" y="1900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79" y="1900"/>
                  </a:lnTo>
                  <a:lnTo>
                    <a:pt x="682" y="1852"/>
                  </a:lnTo>
                  <a:lnTo>
                    <a:pt x="585" y="1803"/>
                  </a:lnTo>
                  <a:lnTo>
                    <a:pt x="512" y="1730"/>
                  </a:lnTo>
                  <a:lnTo>
                    <a:pt x="512" y="1730"/>
                  </a:lnTo>
                  <a:lnTo>
                    <a:pt x="438" y="1633"/>
                  </a:lnTo>
                  <a:lnTo>
                    <a:pt x="414" y="1535"/>
                  </a:lnTo>
                  <a:lnTo>
                    <a:pt x="438" y="1438"/>
                  </a:lnTo>
                  <a:lnTo>
                    <a:pt x="512" y="1340"/>
                  </a:lnTo>
                  <a:lnTo>
                    <a:pt x="512" y="1340"/>
                  </a:lnTo>
                  <a:lnTo>
                    <a:pt x="585" y="1243"/>
                  </a:lnTo>
                  <a:lnTo>
                    <a:pt x="633" y="1145"/>
                  </a:lnTo>
                  <a:lnTo>
                    <a:pt x="682" y="1048"/>
                  </a:lnTo>
                  <a:lnTo>
                    <a:pt x="682" y="951"/>
                  </a:lnTo>
                  <a:lnTo>
                    <a:pt x="682" y="951"/>
                  </a:lnTo>
                  <a:lnTo>
                    <a:pt x="658" y="804"/>
                  </a:lnTo>
                  <a:lnTo>
                    <a:pt x="633" y="731"/>
                  </a:lnTo>
                  <a:lnTo>
                    <a:pt x="585" y="683"/>
                  </a:lnTo>
                  <a:lnTo>
                    <a:pt x="585" y="683"/>
                  </a:lnTo>
                  <a:lnTo>
                    <a:pt x="536" y="634"/>
                  </a:lnTo>
                  <a:lnTo>
                    <a:pt x="463" y="610"/>
                  </a:lnTo>
                  <a:lnTo>
                    <a:pt x="317" y="585"/>
                  </a:lnTo>
                  <a:lnTo>
                    <a:pt x="317" y="585"/>
                  </a:lnTo>
                  <a:lnTo>
                    <a:pt x="146" y="561"/>
                  </a:lnTo>
                  <a:lnTo>
                    <a:pt x="73" y="512"/>
                  </a:lnTo>
                  <a:lnTo>
                    <a:pt x="24" y="488"/>
                  </a:lnTo>
                  <a:lnTo>
                    <a:pt x="24" y="488"/>
                  </a:lnTo>
                  <a:lnTo>
                    <a:pt x="0" y="439"/>
                  </a:lnTo>
                  <a:lnTo>
                    <a:pt x="24" y="366"/>
                  </a:lnTo>
                  <a:lnTo>
                    <a:pt x="49" y="293"/>
                  </a:lnTo>
                  <a:lnTo>
                    <a:pt x="122" y="196"/>
                  </a:lnTo>
                  <a:lnTo>
                    <a:pt x="122" y="196"/>
                  </a:lnTo>
                  <a:lnTo>
                    <a:pt x="171" y="171"/>
                  </a:lnTo>
                  <a:lnTo>
                    <a:pt x="268" y="123"/>
                  </a:lnTo>
                  <a:lnTo>
                    <a:pt x="512" y="74"/>
                  </a:lnTo>
                  <a:lnTo>
                    <a:pt x="804" y="25"/>
                  </a:lnTo>
                  <a:lnTo>
                    <a:pt x="1145" y="1"/>
                  </a:lnTo>
                  <a:lnTo>
                    <a:pt x="2509" y="1"/>
                  </a:lnTo>
                  <a:lnTo>
                    <a:pt x="2509" y="1"/>
                  </a:lnTo>
                  <a:lnTo>
                    <a:pt x="2850" y="25"/>
                  </a:lnTo>
                  <a:lnTo>
                    <a:pt x="3142" y="49"/>
                  </a:lnTo>
                  <a:lnTo>
                    <a:pt x="3337" y="74"/>
                  </a:lnTo>
                  <a:lnTo>
                    <a:pt x="3434" y="98"/>
                  </a:lnTo>
                  <a:lnTo>
                    <a:pt x="3434" y="98"/>
                  </a:lnTo>
                  <a:lnTo>
                    <a:pt x="3458" y="123"/>
                  </a:lnTo>
                  <a:lnTo>
                    <a:pt x="3434" y="171"/>
                  </a:lnTo>
                  <a:lnTo>
                    <a:pt x="3361" y="317"/>
                  </a:lnTo>
                  <a:lnTo>
                    <a:pt x="3239" y="488"/>
                  </a:lnTo>
                  <a:lnTo>
                    <a:pt x="3069" y="683"/>
                  </a:lnTo>
                  <a:lnTo>
                    <a:pt x="3069" y="683"/>
                  </a:lnTo>
                  <a:lnTo>
                    <a:pt x="2874" y="853"/>
                  </a:lnTo>
                  <a:lnTo>
                    <a:pt x="2679" y="999"/>
                  </a:lnTo>
                  <a:lnTo>
                    <a:pt x="2509" y="1121"/>
                  </a:lnTo>
                  <a:lnTo>
                    <a:pt x="2411" y="1145"/>
                  </a:lnTo>
                  <a:lnTo>
                    <a:pt x="2411" y="1145"/>
                  </a:lnTo>
                  <a:lnTo>
                    <a:pt x="2314" y="1170"/>
                  </a:lnTo>
                  <a:lnTo>
                    <a:pt x="2216" y="1194"/>
                  </a:lnTo>
                  <a:lnTo>
                    <a:pt x="2119" y="1267"/>
                  </a:lnTo>
                  <a:lnTo>
                    <a:pt x="2022" y="1340"/>
                  </a:lnTo>
                  <a:lnTo>
                    <a:pt x="2022" y="134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41"/>
            <p:cNvSpPr/>
            <p:nvPr/>
          </p:nvSpPr>
          <p:spPr>
            <a:xfrm>
              <a:off x="6357500" y="3940075"/>
              <a:ext cx="18900" cy="34725"/>
            </a:xfrm>
            <a:custGeom>
              <a:rect b="b" l="l" r="r" t="t"/>
              <a:pathLst>
                <a:path extrusionOk="0" fill="none" h="1389" w="756">
                  <a:moveTo>
                    <a:pt x="585" y="682"/>
                  </a:moveTo>
                  <a:lnTo>
                    <a:pt x="585" y="682"/>
                  </a:lnTo>
                  <a:lnTo>
                    <a:pt x="512" y="779"/>
                  </a:lnTo>
                  <a:lnTo>
                    <a:pt x="439" y="877"/>
                  </a:lnTo>
                  <a:lnTo>
                    <a:pt x="390" y="974"/>
                  </a:lnTo>
                  <a:lnTo>
                    <a:pt x="390" y="1072"/>
                  </a:lnTo>
                  <a:lnTo>
                    <a:pt x="390" y="1072"/>
                  </a:lnTo>
                  <a:lnTo>
                    <a:pt x="366" y="1218"/>
                  </a:lnTo>
                  <a:lnTo>
                    <a:pt x="317" y="1291"/>
                  </a:lnTo>
                  <a:lnTo>
                    <a:pt x="293" y="1364"/>
                  </a:lnTo>
                  <a:lnTo>
                    <a:pt x="293" y="1364"/>
                  </a:lnTo>
                  <a:lnTo>
                    <a:pt x="244" y="1388"/>
                  </a:lnTo>
                  <a:lnTo>
                    <a:pt x="195" y="1388"/>
                  </a:lnTo>
                  <a:lnTo>
                    <a:pt x="147" y="1388"/>
                  </a:lnTo>
                  <a:lnTo>
                    <a:pt x="98" y="1364"/>
                  </a:lnTo>
                  <a:lnTo>
                    <a:pt x="98" y="1364"/>
                  </a:lnTo>
                  <a:lnTo>
                    <a:pt x="74" y="1291"/>
                  </a:lnTo>
                  <a:lnTo>
                    <a:pt x="25" y="1169"/>
                  </a:lnTo>
                  <a:lnTo>
                    <a:pt x="25" y="1023"/>
                  </a:lnTo>
                  <a:lnTo>
                    <a:pt x="1" y="877"/>
                  </a:lnTo>
                  <a:lnTo>
                    <a:pt x="1" y="877"/>
                  </a:lnTo>
                  <a:lnTo>
                    <a:pt x="25" y="706"/>
                  </a:lnTo>
                  <a:lnTo>
                    <a:pt x="98" y="536"/>
                  </a:lnTo>
                  <a:lnTo>
                    <a:pt x="171" y="365"/>
                  </a:lnTo>
                  <a:lnTo>
                    <a:pt x="293" y="219"/>
                  </a:lnTo>
                  <a:lnTo>
                    <a:pt x="293" y="219"/>
                  </a:lnTo>
                  <a:lnTo>
                    <a:pt x="415" y="122"/>
                  </a:lnTo>
                  <a:lnTo>
                    <a:pt x="512" y="49"/>
                  </a:lnTo>
                  <a:lnTo>
                    <a:pt x="609" y="0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707" y="73"/>
                  </a:lnTo>
                  <a:lnTo>
                    <a:pt x="731" y="146"/>
                  </a:lnTo>
                  <a:lnTo>
                    <a:pt x="756" y="317"/>
                  </a:lnTo>
                  <a:lnTo>
                    <a:pt x="756" y="317"/>
                  </a:lnTo>
                  <a:lnTo>
                    <a:pt x="756" y="390"/>
                  </a:lnTo>
                  <a:lnTo>
                    <a:pt x="707" y="487"/>
                  </a:lnTo>
                  <a:lnTo>
                    <a:pt x="658" y="609"/>
                  </a:lnTo>
                  <a:lnTo>
                    <a:pt x="585" y="682"/>
                  </a:lnTo>
                  <a:lnTo>
                    <a:pt x="585" y="68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41"/>
            <p:cNvSpPr/>
            <p:nvPr/>
          </p:nvSpPr>
          <p:spPr>
            <a:xfrm>
              <a:off x="6202850" y="3720875"/>
              <a:ext cx="204000" cy="278875"/>
            </a:xfrm>
            <a:custGeom>
              <a:rect b="b" l="l" r="r" t="t"/>
              <a:pathLst>
                <a:path extrusionOk="0" fill="none" h="11155" w="8160">
                  <a:moveTo>
                    <a:pt x="8159" y="4774"/>
                  </a:moveTo>
                  <a:lnTo>
                    <a:pt x="8159" y="4774"/>
                  </a:lnTo>
                  <a:lnTo>
                    <a:pt x="7599" y="4701"/>
                  </a:lnTo>
                  <a:lnTo>
                    <a:pt x="7283" y="4652"/>
                  </a:lnTo>
                  <a:lnTo>
                    <a:pt x="7136" y="4603"/>
                  </a:lnTo>
                  <a:lnTo>
                    <a:pt x="7136" y="4603"/>
                  </a:lnTo>
                  <a:lnTo>
                    <a:pt x="7088" y="4579"/>
                  </a:lnTo>
                  <a:lnTo>
                    <a:pt x="7015" y="4555"/>
                  </a:lnTo>
                  <a:lnTo>
                    <a:pt x="6844" y="4530"/>
                  </a:lnTo>
                  <a:lnTo>
                    <a:pt x="6844" y="4530"/>
                  </a:lnTo>
                  <a:lnTo>
                    <a:pt x="6747" y="4506"/>
                  </a:lnTo>
                  <a:lnTo>
                    <a:pt x="6649" y="4457"/>
                  </a:lnTo>
                  <a:lnTo>
                    <a:pt x="6552" y="4409"/>
                  </a:lnTo>
                  <a:lnTo>
                    <a:pt x="6454" y="4336"/>
                  </a:lnTo>
                  <a:lnTo>
                    <a:pt x="6454" y="4336"/>
                  </a:lnTo>
                  <a:lnTo>
                    <a:pt x="6381" y="4262"/>
                  </a:lnTo>
                  <a:lnTo>
                    <a:pt x="6308" y="4214"/>
                  </a:lnTo>
                  <a:lnTo>
                    <a:pt x="6235" y="4214"/>
                  </a:lnTo>
                  <a:lnTo>
                    <a:pt x="6187" y="4238"/>
                  </a:lnTo>
                  <a:lnTo>
                    <a:pt x="6187" y="4238"/>
                  </a:lnTo>
                  <a:lnTo>
                    <a:pt x="6162" y="4287"/>
                  </a:lnTo>
                  <a:lnTo>
                    <a:pt x="6162" y="4360"/>
                  </a:lnTo>
                  <a:lnTo>
                    <a:pt x="6211" y="4433"/>
                  </a:lnTo>
                  <a:lnTo>
                    <a:pt x="6284" y="4530"/>
                  </a:lnTo>
                  <a:lnTo>
                    <a:pt x="6284" y="4530"/>
                  </a:lnTo>
                  <a:lnTo>
                    <a:pt x="6357" y="4603"/>
                  </a:lnTo>
                  <a:lnTo>
                    <a:pt x="6454" y="4652"/>
                  </a:lnTo>
                  <a:lnTo>
                    <a:pt x="6576" y="4701"/>
                  </a:lnTo>
                  <a:lnTo>
                    <a:pt x="6649" y="4701"/>
                  </a:lnTo>
                  <a:lnTo>
                    <a:pt x="6649" y="4701"/>
                  </a:lnTo>
                  <a:lnTo>
                    <a:pt x="6747" y="4725"/>
                  </a:lnTo>
                  <a:lnTo>
                    <a:pt x="6844" y="4774"/>
                  </a:lnTo>
                  <a:lnTo>
                    <a:pt x="6942" y="4823"/>
                  </a:lnTo>
                  <a:lnTo>
                    <a:pt x="7039" y="4896"/>
                  </a:lnTo>
                  <a:lnTo>
                    <a:pt x="7039" y="4896"/>
                  </a:lnTo>
                  <a:lnTo>
                    <a:pt x="7063" y="4944"/>
                  </a:lnTo>
                  <a:lnTo>
                    <a:pt x="7088" y="4993"/>
                  </a:lnTo>
                  <a:lnTo>
                    <a:pt x="7063" y="5139"/>
                  </a:lnTo>
                  <a:lnTo>
                    <a:pt x="6966" y="5310"/>
                  </a:lnTo>
                  <a:lnTo>
                    <a:pt x="6844" y="5480"/>
                  </a:lnTo>
                  <a:lnTo>
                    <a:pt x="6844" y="5480"/>
                  </a:lnTo>
                  <a:lnTo>
                    <a:pt x="6674" y="5626"/>
                  </a:lnTo>
                  <a:lnTo>
                    <a:pt x="6528" y="5748"/>
                  </a:lnTo>
                  <a:lnTo>
                    <a:pt x="6381" y="5821"/>
                  </a:lnTo>
                  <a:lnTo>
                    <a:pt x="6284" y="5846"/>
                  </a:lnTo>
                  <a:lnTo>
                    <a:pt x="6284" y="5846"/>
                  </a:lnTo>
                  <a:lnTo>
                    <a:pt x="6113" y="5870"/>
                  </a:lnTo>
                  <a:lnTo>
                    <a:pt x="6040" y="5894"/>
                  </a:lnTo>
                  <a:lnTo>
                    <a:pt x="5992" y="5943"/>
                  </a:lnTo>
                  <a:lnTo>
                    <a:pt x="5992" y="5943"/>
                  </a:lnTo>
                  <a:lnTo>
                    <a:pt x="5943" y="5967"/>
                  </a:lnTo>
                  <a:lnTo>
                    <a:pt x="5894" y="5992"/>
                  </a:lnTo>
                  <a:lnTo>
                    <a:pt x="5846" y="5967"/>
                  </a:lnTo>
                  <a:lnTo>
                    <a:pt x="5797" y="5943"/>
                  </a:lnTo>
                  <a:lnTo>
                    <a:pt x="5797" y="5943"/>
                  </a:lnTo>
                  <a:lnTo>
                    <a:pt x="5773" y="5894"/>
                  </a:lnTo>
                  <a:lnTo>
                    <a:pt x="5724" y="5821"/>
                  </a:lnTo>
                  <a:lnTo>
                    <a:pt x="5699" y="5651"/>
                  </a:lnTo>
                  <a:lnTo>
                    <a:pt x="5699" y="5651"/>
                  </a:lnTo>
                  <a:lnTo>
                    <a:pt x="5675" y="5553"/>
                  </a:lnTo>
                  <a:lnTo>
                    <a:pt x="5602" y="5407"/>
                  </a:lnTo>
                  <a:lnTo>
                    <a:pt x="5480" y="5261"/>
                  </a:lnTo>
                  <a:lnTo>
                    <a:pt x="5334" y="5091"/>
                  </a:lnTo>
                  <a:lnTo>
                    <a:pt x="5334" y="5091"/>
                  </a:lnTo>
                  <a:lnTo>
                    <a:pt x="5188" y="4920"/>
                  </a:lnTo>
                  <a:lnTo>
                    <a:pt x="5066" y="4774"/>
                  </a:lnTo>
                  <a:lnTo>
                    <a:pt x="4969" y="4628"/>
                  </a:lnTo>
                  <a:lnTo>
                    <a:pt x="4944" y="4530"/>
                  </a:lnTo>
                  <a:lnTo>
                    <a:pt x="4944" y="4530"/>
                  </a:lnTo>
                  <a:lnTo>
                    <a:pt x="4944" y="4457"/>
                  </a:lnTo>
                  <a:lnTo>
                    <a:pt x="4920" y="4409"/>
                  </a:lnTo>
                  <a:lnTo>
                    <a:pt x="4896" y="4409"/>
                  </a:lnTo>
                  <a:lnTo>
                    <a:pt x="4847" y="4433"/>
                  </a:lnTo>
                  <a:lnTo>
                    <a:pt x="4847" y="4433"/>
                  </a:lnTo>
                  <a:lnTo>
                    <a:pt x="4823" y="4482"/>
                  </a:lnTo>
                  <a:lnTo>
                    <a:pt x="4774" y="4555"/>
                  </a:lnTo>
                  <a:lnTo>
                    <a:pt x="4750" y="4701"/>
                  </a:lnTo>
                  <a:lnTo>
                    <a:pt x="4750" y="4701"/>
                  </a:lnTo>
                  <a:lnTo>
                    <a:pt x="4774" y="4798"/>
                  </a:lnTo>
                  <a:lnTo>
                    <a:pt x="4847" y="4920"/>
                  </a:lnTo>
                  <a:lnTo>
                    <a:pt x="4920" y="5066"/>
                  </a:lnTo>
                  <a:lnTo>
                    <a:pt x="5042" y="5188"/>
                  </a:lnTo>
                  <a:lnTo>
                    <a:pt x="5042" y="5188"/>
                  </a:lnTo>
                  <a:lnTo>
                    <a:pt x="5139" y="5310"/>
                  </a:lnTo>
                  <a:lnTo>
                    <a:pt x="5237" y="5431"/>
                  </a:lnTo>
                  <a:lnTo>
                    <a:pt x="5310" y="5553"/>
                  </a:lnTo>
                  <a:lnTo>
                    <a:pt x="5334" y="5651"/>
                  </a:lnTo>
                  <a:lnTo>
                    <a:pt x="5334" y="5651"/>
                  </a:lnTo>
                  <a:lnTo>
                    <a:pt x="5334" y="5748"/>
                  </a:lnTo>
                  <a:lnTo>
                    <a:pt x="5383" y="5846"/>
                  </a:lnTo>
                  <a:lnTo>
                    <a:pt x="5432" y="5943"/>
                  </a:lnTo>
                  <a:lnTo>
                    <a:pt x="5505" y="6040"/>
                  </a:lnTo>
                  <a:lnTo>
                    <a:pt x="5505" y="6040"/>
                  </a:lnTo>
                  <a:lnTo>
                    <a:pt x="5626" y="6113"/>
                  </a:lnTo>
                  <a:lnTo>
                    <a:pt x="5773" y="6162"/>
                  </a:lnTo>
                  <a:lnTo>
                    <a:pt x="5919" y="6211"/>
                  </a:lnTo>
                  <a:lnTo>
                    <a:pt x="6089" y="6235"/>
                  </a:lnTo>
                  <a:lnTo>
                    <a:pt x="6089" y="6235"/>
                  </a:lnTo>
                  <a:lnTo>
                    <a:pt x="6235" y="6235"/>
                  </a:lnTo>
                  <a:lnTo>
                    <a:pt x="6357" y="6284"/>
                  </a:lnTo>
                  <a:lnTo>
                    <a:pt x="6430" y="6333"/>
                  </a:lnTo>
                  <a:lnTo>
                    <a:pt x="6454" y="6381"/>
                  </a:lnTo>
                  <a:lnTo>
                    <a:pt x="6454" y="6430"/>
                  </a:lnTo>
                  <a:lnTo>
                    <a:pt x="6454" y="6430"/>
                  </a:lnTo>
                  <a:lnTo>
                    <a:pt x="6430" y="6527"/>
                  </a:lnTo>
                  <a:lnTo>
                    <a:pt x="6308" y="6722"/>
                  </a:lnTo>
                  <a:lnTo>
                    <a:pt x="6113" y="6941"/>
                  </a:lnTo>
                  <a:lnTo>
                    <a:pt x="5894" y="7185"/>
                  </a:lnTo>
                  <a:lnTo>
                    <a:pt x="5894" y="7185"/>
                  </a:lnTo>
                  <a:lnTo>
                    <a:pt x="5675" y="7429"/>
                  </a:lnTo>
                  <a:lnTo>
                    <a:pt x="5505" y="7696"/>
                  </a:lnTo>
                  <a:lnTo>
                    <a:pt x="5358" y="7940"/>
                  </a:lnTo>
                  <a:lnTo>
                    <a:pt x="5334" y="8037"/>
                  </a:lnTo>
                  <a:lnTo>
                    <a:pt x="5334" y="8135"/>
                  </a:lnTo>
                  <a:lnTo>
                    <a:pt x="5334" y="8135"/>
                  </a:lnTo>
                  <a:lnTo>
                    <a:pt x="5334" y="8281"/>
                  </a:lnTo>
                  <a:lnTo>
                    <a:pt x="5358" y="8427"/>
                  </a:lnTo>
                  <a:lnTo>
                    <a:pt x="5383" y="8525"/>
                  </a:lnTo>
                  <a:lnTo>
                    <a:pt x="5432" y="8598"/>
                  </a:lnTo>
                  <a:lnTo>
                    <a:pt x="5432" y="8598"/>
                  </a:lnTo>
                  <a:lnTo>
                    <a:pt x="5456" y="8646"/>
                  </a:lnTo>
                  <a:lnTo>
                    <a:pt x="5480" y="8719"/>
                  </a:lnTo>
                  <a:lnTo>
                    <a:pt x="5505" y="8890"/>
                  </a:lnTo>
                  <a:lnTo>
                    <a:pt x="5505" y="8890"/>
                  </a:lnTo>
                  <a:lnTo>
                    <a:pt x="5480" y="8987"/>
                  </a:lnTo>
                  <a:lnTo>
                    <a:pt x="5383" y="9158"/>
                  </a:lnTo>
                  <a:lnTo>
                    <a:pt x="5237" y="9353"/>
                  </a:lnTo>
                  <a:lnTo>
                    <a:pt x="5042" y="9547"/>
                  </a:lnTo>
                  <a:lnTo>
                    <a:pt x="5042" y="9547"/>
                  </a:lnTo>
                  <a:lnTo>
                    <a:pt x="4847" y="9742"/>
                  </a:lnTo>
                  <a:lnTo>
                    <a:pt x="4701" y="9937"/>
                  </a:lnTo>
                  <a:lnTo>
                    <a:pt x="4603" y="10108"/>
                  </a:lnTo>
                  <a:lnTo>
                    <a:pt x="4555" y="10205"/>
                  </a:lnTo>
                  <a:lnTo>
                    <a:pt x="4555" y="10205"/>
                  </a:lnTo>
                  <a:lnTo>
                    <a:pt x="4530" y="10327"/>
                  </a:lnTo>
                  <a:lnTo>
                    <a:pt x="4457" y="10473"/>
                  </a:lnTo>
                  <a:lnTo>
                    <a:pt x="4336" y="10619"/>
                  </a:lnTo>
                  <a:lnTo>
                    <a:pt x="4189" y="10790"/>
                  </a:lnTo>
                  <a:lnTo>
                    <a:pt x="4189" y="10790"/>
                  </a:lnTo>
                  <a:lnTo>
                    <a:pt x="4019" y="10936"/>
                  </a:lnTo>
                  <a:lnTo>
                    <a:pt x="3873" y="11057"/>
                  </a:lnTo>
                  <a:lnTo>
                    <a:pt x="3727" y="11131"/>
                  </a:lnTo>
                  <a:lnTo>
                    <a:pt x="3605" y="11155"/>
                  </a:lnTo>
                  <a:lnTo>
                    <a:pt x="3605" y="11155"/>
                  </a:lnTo>
                  <a:lnTo>
                    <a:pt x="3532" y="11155"/>
                  </a:lnTo>
                  <a:lnTo>
                    <a:pt x="3434" y="11106"/>
                  </a:lnTo>
                  <a:lnTo>
                    <a:pt x="3337" y="11057"/>
                  </a:lnTo>
                  <a:lnTo>
                    <a:pt x="3240" y="10984"/>
                  </a:lnTo>
                  <a:lnTo>
                    <a:pt x="3240" y="10984"/>
                  </a:lnTo>
                  <a:lnTo>
                    <a:pt x="3167" y="10887"/>
                  </a:lnTo>
                  <a:lnTo>
                    <a:pt x="3093" y="10790"/>
                  </a:lnTo>
                  <a:lnTo>
                    <a:pt x="3069" y="10692"/>
                  </a:lnTo>
                  <a:lnTo>
                    <a:pt x="3045" y="10595"/>
                  </a:lnTo>
                  <a:lnTo>
                    <a:pt x="3045" y="10595"/>
                  </a:lnTo>
                  <a:lnTo>
                    <a:pt x="3020" y="10424"/>
                  </a:lnTo>
                  <a:lnTo>
                    <a:pt x="2996" y="10351"/>
                  </a:lnTo>
                  <a:lnTo>
                    <a:pt x="2947" y="10302"/>
                  </a:lnTo>
                  <a:lnTo>
                    <a:pt x="2947" y="10302"/>
                  </a:lnTo>
                  <a:lnTo>
                    <a:pt x="2923" y="10254"/>
                  </a:lnTo>
                  <a:lnTo>
                    <a:pt x="2874" y="10181"/>
                  </a:lnTo>
                  <a:lnTo>
                    <a:pt x="2850" y="10035"/>
                  </a:lnTo>
                  <a:lnTo>
                    <a:pt x="2850" y="10035"/>
                  </a:lnTo>
                  <a:lnTo>
                    <a:pt x="2826" y="9864"/>
                  </a:lnTo>
                  <a:lnTo>
                    <a:pt x="2801" y="9791"/>
                  </a:lnTo>
                  <a:lnTo>
                    <a:pt x="2752" y="9742"/>
                  </a:lnTo>
                  <a:lnTo>
                    <a:pt x="2752" y="9742"/>
                  </a:lnTo>
                  <a:lnTo>
                    <a:pt x="2728" y="9669"/>
                  </a:lnTo>
                  <a:lnTo>
                    <a:pt x="2704" y="9572"/>
                  </a:lnTo>
                  <a:lnTo>
                    <a:pt x="2679" y="9426"/>
                  </a:lnTo>
                  <a:lnTo>
                    <a:pt x="2655" y="9255"/>
                  </a:lnTo>
                  <a:lnTo>
                    <a:pt x="2655" y="9255"/>
                  </a:lnTo>
                  <a:lnTo>
                    <a:pt x="2679" y="9109"/>
                  </a:lnTo>
                  <a:lnTo>
                    <a:pt x="2704" y="8963"/>
                  </a:lnTo>
                  <a:lnTo>
                    <a:pt x="2728" y="8866"/>
                  </a:lnTo>
                  <a:lnTo>
                    <a:pt x="2752" y="8792"/>
                  </a:lnTo>
                  <a:lnTo>
                    <a:pt x="2752" y="8792"/>
                  </a:lnTo>
                  <a:lnTo>
                    <a:pt x="2801" y="8744"/>
                  </a:lnTo>
                  <a:lnTo>
                    <a:pt x="2826" y="8671"/>
                  </a:lnTo>
                  <a:lnTo>
                    <a:pt x="2850" y="8500"/>
                  </a:lnTo>
                  <a:lnTo>
                    <a:pt x="2850" y="8500"/>
                  </a:lnTo>
                  <a:lnTo>
                    <a:pt x="2826" y="8403"/>
                  </a:lnTo>
                  <a:lnTo>
                    <a:pt x="2777" y="8281"/>
                  </a:lnTo>
                  <a:lnTo>
                    <a:pt x="2679" y="8159"/>
                  </a:lnTo>
                  <a:lnTo>
                    <a:pt x="2582" y="8037"/>
                  </a:lnTo>
                  <a:lnTo>
                    <a:pt x="2582" y="8037"/>
                  </a:lnTo>
                  <a:lnTo>
                    <a:pt x="2460" y="7891"/>
                  </a:lnTo>
                  <a:lnTo>
                    <a:pt x="2363" y="7721"/>
                  </a:lnTo>
                  <a:lnTo>
                    <a:pt x="2314" y="7526"/>
                  </a:lnTo>
                  <a:lnTo>
                    <a:pt x="2290" y="7356"/>
                  </a:lnTo>
                  <a:lnTo>
                    <a:pt x="2290" y="7356"/>
                  </a:lnTo>
                  <a:lnTo>
                    <a:pt x="2290" y="7209"/>
                  </a:lnTo>
                  <a:lnTo>
                    <a:pt x="2265" y="7063"/>
                  </a:lnTo>
                  <a:lnTo>
                    <a:pt x="2217" y="6966"/>
                  </a:lnTo>
                  <a:lnTo>
                    <a:pt x="2192" y="6893"/>
                  </a:lnTo>
                  <a:lnTo>
                    <a:pt x="2192" y="6893"/>
                  </a:lnTo>
                  <a:lnTo>
                    <a:pt x="2144" y="6844"/>
                  </a:lnTo>
                  <a:lnTo>
                    <a:pt x="2071" y="6820"/>
                  </a:lnTo>
                  <a:lnTo>
                    <a:pt x="1900" y="6795"/>
                  </a:lnTo>
                  <a:lnTo>
                    <a:pt x="1900" y="6795"/>
                  </a:lnTo>
                  <a:lnTo>
                    <a:pt x="1754" y="6820"/>
                  </a:lnTo>
                  <a:lnTo>
                    <a:pt x="1681" y="6844"/>
                  </a:lnTo>
                  <a:lnTo>
                    <a:pt x="1632" y="6893"/>
                  </a:lnTo>
                  <a:lnTo>
                    <a:pt x="1632" y="6893"/>
                  </a:lnTo>
                  <a:lnTo>
                    <a:pt x="1559" y="6941"/>
                  </a:lnTo>
                  <a:lnTo>
                    <a:pt x="1437" y="6966"/>
                  </a:lnTo>
                  <a:lnTo>
                    <a:pt x="1291" y="6990"/>
                  </a:lnTo>
                  <a:lnTo>
                    <a:pt x="1145" y="6990"/>
                  </a:lnTo>
                  <a:lnTo>
                    <a:pt x="1145" y="6990"/>
                  </a:lnTo>
                  <a:lnTo>
                    <a:pt x="975" y="6966"/>
                  </a:lnTo>
                  <a:lnTo>
                    <a:pt x="780" y="6868"/>
                  </a:lnTo>
                  <a:lnTo>
                    <a:pt x="561" y="6747"/>
                  </a:lnTo>
                  <a:lnTo>
                    <a:pt x="390" y="6601"/>
                  </a:lnTo>
                  <a:lnTo>
                    <a:pt x="390" y="6601"/>
                  </a:lnTo>
                  <a:lnTo>
                    <a:pt x="317" y="6527"/>
                  </a:lnTo>
                  <a:lnTo>
                    <a:pt x="244" y="6406"/>
                  </a:lnTo>
                  <a:lnTo>
                    <a:pt x="122" y="6113"/>
                  </a:lnTo>
                  <a:lnTo>
                    <a:pt x="49" y="5797"/>
                  </a:lnTo>
                  <a:lnTo>
                    <a:pt x="0" y="5480"/>
                  </a:lnTo>
                  <a:lnTo>
                    <a:pt x="0" y="5480"/>
                  </a:lnTo>
                  <a:lnTo>
                    <a:pt x="25" y="5310"/>
                  </a:lnTo>
                  <a:lnTo>
                    <a:pt x="49" y="5139"/>
                  </a:lnTo>
                  <a:lnTo>
                    <a:pt x="147" y="4798"/>
                  </a:lnTo>
                  <a:lnTo>
                    <a:pt x="220" y="4628"/>
                  </a:lnTo>
                  <a:lnTo>
                    <a:pt x="293" y="4482"/>
                  </a:lnTo>
                  <a:lnTo>
                    <a:pt x="390" y="4336"/>
                  </a:lnTo>
                  <a:lnTo>
                    <a:pt x="487" y="4238"/>
                  </a:lnTo>
                  <a:lnTo>
                    <a:pt x="487" y="4238"/>
                  </a:lnTo>
                  <a:lnTo>
                    <a:pt x="682" y="4043"/>
                  </a:lnTo>
                  <a:lnTo>
                    <a:pt x="877" y="3897"/>
                  </a:lnTo>
                  <a:lnTo>
                    <a:pt x="1048" y="3800"/>
                  </a:lnTo>
                  <a:lnTo>
                    <a:pt x="1145" y="3751"/>
                  </a:lnTo>
                  <a:lnTo>
                    <a:pt x="1145" y="3751"/>
                  </a:lnTo>
                  <a:lnTo>
                    <a:pt x="1316" y="3727"/>
                  </a:lnTo>
                  <a:lnTo>
                    <a:pt x="1389" y="3702"/>
                  </a:lnTo>
                  <a:lnTo>
                    <a:pt x="1437" y="3654"/>
                  </a:lnTo>
                  <a:lnTo>
                    <a:pt x="1437" y="3654"/>
                  </a:lnTo>
                  <a:lnTo>
                    <a:pt x="1510" y="3629"/>
                  </a:lnTo>
                  <a:lnTo>
                    <a:pt x="1608" y="3605"/>
                  </a:lnTo>
                  <a:lnTo>
                    <a:pt x="1754" y="3581"/>
                  </a:lnTo>
                  <a:lnTo>
                    <a:pt x="1900" y="3581"/>
                  </a:lnTo>
                  <a:lnTo>
                    <a:pt x="1900" y="3581"/>
                  </a:lnTo>
                  <a:lnTo>
                    <a:pt x="2071" y="3581"/>
                  </a:lnTo>
                  <a:lnTo>
                    <a:pt x="2241" y="3629"/>
                  </a:lnTo>
                  <a:lnTo>
                    <a:pt x="2363" y="3678"/>
                  </a:lnTo>
                  <a:lnTo>
                    <a:pt x="2485" y="3751"/>
                  </a:lnTo>
                  <a:lnTo>
                    <a:pt x="2485" y="3751"/>
                  </a:lnTo>
                  <a:lnTo>
                    <a:pt x="2558" y="3824"/>
                  </a:lnTo>
                  <a:lnTo>
                    <a:pt x="2655" y="3897"/>
                  </a:lnTo>
                  <a:lnTo>
                    <a:pt x="2777" y="3946"/>
                  </a:lnTo>
                  <a:lnTo>
                    <a:pt x="2850" y="3946"/>
                  </a:lnTo>
                  <a:lnTo>
                    <a:pt x="2850" y="3946"/>
                  </a:lnTo>
                  <a:lnTo>
                    <a:pt x="3020" y="3970"/>
                  </a:lnTo>
                  <a:lnTo>
                    <a:pt x="3093" y="4019"/>
                  </a:lnTo>
                  <a:lnTo>
                    <a:pt x="3142" y="4043"/>
                  </a:lnTo>
                  <a:lnTo>
                    <a:pt x="3142" y="4043"/>
                  </a:lnTo>
                  <a:lnTo>
                    <a:pt x="3191" y="4068"/>
                  </a:lnTo>
                  <a:lnTo>
                    <a:pt x="3240" y="4092"/>
                  </a:lnTo>
                  <a:lnTo>
                    <a:pt x="3288" y="4068"/>
                  </a:lnTo>
                  <a:lnTo>
                    <a:pt x="3337" y="4043"/>
                  </a:lnTo>
                  <a:lnTo>
                    <a:pt x="3337" y="4043"/>
                  </a:lnTo>
                  <a:lnTo>
                    <a:pt x="3386" y="4019"/>
                  </a:lnTo>
                  <a:lnTo>
                    <a:pt x="3459" y="3970"/>
                  </a:lnTo>
                  <a:lnTo>
                    <a:pt x="3605" y="3946"/>
                  </a:lnTo>
                  <a:lnTo>
                    <a:pt x="3605" y="3946"/>
                  </a:lnTo>
                  <a:lnTo>
                    <a:pt x="3775" y="3970"/>
                  </a:lnTo>
                  <a:lnTo>
                    <a:pt x="3848" y="4019"/>
                  </a:lnTo>
                  <a:lnTo>
                    <a:pt x="3897" y="4043"/>
                  </a:lnTo>
                  <a:lnTo>
                    <a:pt x="3897" y="4043"/>
                  </a:lnTo>
                  <a:lnTo>
                    <a:pt x="3970" y="4092"/>
                  </a:lnTo>
                  <a:lnTo>
                    <a:pt x="4068" y="4116"/>
                  </a:lnTo>
                  <a:lnTo>
                    <a:pt x="4214" y="4141"/>
                  </a:lnTo>
                  <a:lnTo>
                    <a:pt x="4384" y="4141"/>
                  </a:lnTo>
                  <a:lnTo>
                    <a:pt x="4384" y="4141"/>
                  </a:lnTo>
                  <a:lnTo>
                    <a:pt x="4530" y="4141"/>
                  </a:lnTo>
                  <a:lnTo>
                    <a:pt x="4677" y="4116"/>
                  </a:lnTo>
                  <a:lnTo>
                    <a:pt x="4774" y="4092"/>
                  </a:lnTo>
                  <a:lnTo>
                    <a:pt x="4847" y="4043"/>
                  </a:lnTo>
                  <a:lnTo>
                    <a:pt x="4847" y="4043"/>
                  </a:lnTo>
                  <a:lnTo>
                    <a:pt x="4896" y="3995"/>
                  </a:lnTo>
                  <a:lnTo>
                    <a:pt x="4920" y="3921"/>
                  </a:lnTo>
                  <a:lnTo>
                    <a:pt x="4944" y="3751"/>
                  </a:lnTo>
                  <a:lnTo>
                    <a:pt x="4944" y="3751"/>
                  </a:lnTo>
                  <a:lnTo>
                    <a:pt x="4944" y="3727"/>
                  </a:lnTo>
                  <a:lnTo>
                    <a:pt x="4920" y="3678"/>
                  </a:lnTo>
                  <a:lnTo>
                    <a:pt x="4823" y="3629"/>
                  </a:lnTo>
                  <a:lnTo>
                    <a:pt x="4701" y="3581"/>
                  </a:lnTo>
                  <a:lnTo>
                    <a:pt x="4555" y="3581"/>
                  </a:lnTo>
                  <a:lnTo>
                    <a:pt x="4555" y="3581"/>
                  </a:lnTo>
                  <a:lnTo>
                    <a:pt x="4409" y="3556"/>
                  </a:lnTo>
                  <a:lnTo>
                    <a:pt x="4238" y="3507"/>
                  </a:lnTo>
                  <a:lnTo>
                    <a:pt x="4092" y="3459"/>
                  </a:lnTo>
                  <a:lnTo>
                    <a:pt x="3995" y="3386"/>
                  </a:lnTo>
                  <a:lnTo>
                    <a:pt x="3995" y="3386"/>
                  </a:lnTo>
                  <a:lnTo>
                    <a:pt x="3897" y="3313"/>
                  </a:lnTo>
                  <a:lnTo>
                    <a:pt x="3800" y="3240"/>
                  </a:lnTo>
                  <a:lnTo>
                    <a:pt x="3702" y="3215"/>
                  </a:lnTo>
                  <a:lnTo>
                    <a:pt x="3605" y="3191"/>
                  </a:lnTo>
                  <a:lnTo>
                    <a:pt x="3605" y="3191"/>
                  </a:lnTo>
                  <a:lnTo>
                    <a:pt x="3532" y="3166"/>
                  </a:lnTo>
                  <a:lnTo>
                    <a:pt x="3434" y="3142"/>
                  </a:lnTo>
                  <a:lnTo>
                    <a:pt x="3337" y="3069"/>
                  </a:lnTo>
                  <a:lnTo>
                    <a:pt x="3240" y="2996"/>
                  </a:lnTo>
                  <a:lnTo>
                    <a:pt x="3240" y="2996"/>
                  </a:lnTo>
                  <a:lnTo>
                    <a:pt x="3167" y="2923"/>
                  </a:lnTo>
                  <a:lnTo>
                    <a:pt x="3069" y="2899"/>
                  </a:lnTo>
                  <a:lnTo>
                    <a:pt x="2996" y="2874"/>
                  </a:lnTo>
                  <a:lnTo>
                    <a:pt x="2947" y="2899"/>
                  </a:lnTo>
                  <a:lnTo>
                    <a:pt x="2947" y="2899"/>
                  </a:lnTo>
                  <a:lnTo>
                    <a:pt x="2899" y="2923"/>
                  </a:lnTo>
                  <a:lnTo>
                    <a:pt x="2826" y="2923"/>
                  </a:lnTo>
                  <a:lnTo>
                    <a:pt x="2752" y="2874"/>
                  </a:lnTo>
                  <a:lnTo>
                    <a:pt x="2655" y="2801"/>
                  </a:lnTo>
                  <a:lnTo>
                    <a:pt x="2655" y="2801"/>
                  </a:lnTo>
                  <a:lnTo>
                    <a:pt x="2582" y="2752"/>
                  </a:lnTo>
                  <a:lnTo>
                    <a:pt x="2509" y="2704"/>
                  </a:lnTo>
                  <a:lnTo>
                    <a:pt x="2436" y="2704"/>
                  </a:lnTo>
                  <a:lnTo>
                    <a:pt x="2387" y="2704"/>
                  </a:lnTo>
                  <a:lnTo>
                    <a:pt x="2387" y="2704"/>
                  </a:lnTo>
                  <a:lnTo>
                    <a:pt x="2338" y="2752"/>
                  </a:lnTo>
                  <a:lnTo>
                    <a:pt x="2265" y="2777"/>
                  </a:lnTo>
                  <a:lnTo>
                    <a:pt x="2095" y="2801"/>
                  </a:lnTo>
                  <a:lnTo>
                    <a:pt x="2095" y="2801"/>
                  </a:lnTo>
                  <a:lnTo>
                    <a:pt x="1997" y="2850"/>
                  </a:lnTo>
                  <a:lnTo>
                    <a:pt x="1851" y="2923"/>
                  </a:lnTo>
                  <a:lnTo>
                    <a:pt x="1681" y="3045"/>
                  </a:lnTo>
                  <a:lnTo>
                    <a:pt x="1535" y="3191"/>
                  </a:lnTo>
                  <a:lnTo>
                    <a:pt x="1535" y="3191"/>
                  </a:lnTo>
                  <a:lnTo>
                    <a:pt x="1364" y="3337"/>
                  </a:lnTo>
                  <a:lnTo>
                    <a:pt x="1194" y="3459"/>
                  </a:lnTo>
                  <a:lnTo>
                    <a:pt x="1072" y="3532"/>
                  </a:lnTo>
                  <a:lnTo>
                    <a:pt x="950" y="3581"/>
                  </a:lnTo>
                  <a:lnTo>
                    <a:pt x="950" y="3581"/>
                  </a:lnTo>
                  <a:lnTo>
                    <a:pt x="804" y="3532"/>
                  </a:lnTo>
                  <a:lnTo>
                    <a:pt x="731" y="3507"/>
                  </a:lnTo>
                  <a:lnTo>
                    <a:pt x="682" y="3483"/>
                  </a:lnTo>
                  <a:lnTo>
                    <a:pt x="682" y="3483"/>
                  </a:lnTo>
                  <a:lnTo>
                    <a:pt x="634" y="3434"/>
                  </a:lnTo>
                  <a:lnTo>
                    <a:pt x="609" y="3361"/>
                  </a:lnTo>
                  <a:lnTo>
                    <a:pt x="585" y="3191"/>
                  </a:lnTo>
                  <a:lnTo>
                    <a:pt x="585" y="3191"/>
                  </a:lnTo>
                  <a:lnTo>
                    <a:pt x="609" y="3020"/>
                  </a:lnTo>
                  <a:lnTo>
                    <a:pt x="634" y="2947"/>
                  </a:lnTo>
                  <a:lnTo>
                    <a:pt x="682" y="2899"/>
                  </a:lnTo>
                  <a:lnTo>
                    <a:pt x="682" y="2899"/>
                  </a:lnTo>
                  <a:lnTo>
                    <a:pt x="731" y="2874"/>
                  </a:lnTo>
                  <a:lnTo>
                    <a:pt x="853" y="2850"/>
                  </a:lnTo>
                  <a:lnTo>
                    <a:pt x="999" y="2826"/>
                  </a:lnTo>
                  <a:lnTo>
                    <a:pt x="1145" y="2801"/>
                  </a:lnTo>
                  <a:lnTo>
                    <a:pt x="1145" y="2801"/>
                  </a:lnTo>
                  <a:lnTo>
                    <a:pt x="1291" y="2801"/>
                  </a:lnTo>
                  <a:lnTo>
                    <a:pt x="1413" y="2752"/>
                  </a:lnTo>
                  <a:lnTo>
                    <a:pt x="1486" y="2704"/>
                  </a:lnTo>
                  <a:lnTo>
                    <a:pt x="1510" y="2655"/>
                  </a:lnTo>
                  <a:lnTo>
                    <a:pt x="1535" y="2631"/>
                  </a:lnTo>
                  <a:lnTo>
                    <a:pt x="1535" y="2631"/>
                  </a:lnTo>
                  <a:lnTo>
                    <a:pt x="1486" y="2460"/>
                  </a:lnTo>
                  <a:lnTo>
                    <a:pt x="1462" y="2387"/>
                  </a:lnTo>
                  <a:lnTo>
                    <a:pt x="1437" y="2338"/>
                  </a:lnTo>
                  <a:lnTo>
                    <a:pt x="1437" y="2338"/>
                  </a:lnTo>
                  <a:lnTo>
                    <a:pt x="1389" y="2290"/>
                  </a:lnTo>
                  <a:lnTo>
                    <a:pt x="1389" y="2241"/>
                  </a:lnTo>
                  <a:lnTo>
                    <a:pt x="1389" y="2192"/>
                  </a:lnTo>
                  <a:lnTo>
                    <a:pt x="1437" y="2144"/>
                  </a:lnTo>
                  <a:lnTo>
                    <a:pt x="1437" y="2144"/>
                  </a:lnTo>
                  <a:lnTo>
                    <a:pt x="1486" y="2119"/>
                  </a:lnTo>
                  <a:lnTo>
                    <a:pt x="1559" y="2070"/>
                  </a:lnTo>
                  <a:lnTo>
                    <a:pt x="1705" y="2046"/>
                  </a:lnTo>
                  <a:lnTo>
                    <a:pt x="1705" y="2046"/>
                  </a:lnTo>
                  <a:lnTo>
                    <a:pt x="1803" y="2046"/>
                  </a:lnTo>
                  <a:lnTo>
                    <a:pt x="1900" y="1997"/>
                  </a:lnTo>
                  <a:lnTo>
                    <a:pt x="1997" y="1924"/>
                  </a:lnTo>
                  <a:lnTo>
                    <a:pt x="2095" y="1851"/>
                  </a:lnTo>
                  <a:lnTo>
                    <a:pt x="2095" y="1851"/>
                  </a:lnTo>
                  <a:lnTo>
                    <a:pt x="2168" y="1778"/>
                  </a:lnTo>
                  <a:lnTo>
                    <a:pt x="2241" y="1681"/>
                  </a:lnTo>
                  <a:lnTo>
                    <a:pt x="2265" y="1559"/>
                  </a:lnTo>
                  <a:lnTo>
                    <a:pt x="2290" y="1486"/>
                  </a:lnTo>
                  <a:lnTo>
                    <a:pt x="2290" y="1486"/>
                  </a:lnTo>
                  <a:lnTo>
                    <a:pt x="2265" y="1315"/>
                  </a:lnTo>
                  <a:lnTo>
                    <a:pt x="2217" y="1242"/>
                  </a:lnTo>
                  <a:lnTo>
                    <a:pt x="2192" y="1194"/>
                  </a:lnTo>
                  <a:lnTo>
                    <a:pt x="2192" y="1194"/>
                  </a:lnTo>
                  <a:lnTo>
                    <a:pt x="2192" y="1169"/>
                  </a:lnTo>
                  <a:lnTo>
                    <a:pt x="2192" y="1121"/>
                  </a:lnTo>
                  <a:lnTo>
                    <a:pt x="2265" y="999"/>
                  </a:lnTo>
                  <a:lnTo>
                    <a:pt x="2387" y="828"/>
                  </a:lnTo>
                  <a:lnTo>
                    <a:pt x="2582" y="634"/>
                  </a:lnTo>
                  <a:lnTo>
                    <a:pt x="2582" y="634"/>
                  </a:lnTo>
                  <a:lnTo>
                    <a:pt x="2679" y="536"/>
                  </a:lnTo>
                  <a:lnTo>
                    <a:pt x="2826" y="439"/>
                  </a:lnTo>
                  <a:lnTo>
                    <a:pt x="2972" y="366"/>
                  </a:lnTo>
                  <a:lnTo>
                    <a:pt x="3142" y="293"/>
                  </a:lnTo>
                  <a:lnTo>
                    <a:pt x="3483" y="195"/>
                  </a:lnTo>
                  <a:lnTo>
                    <a:pt x="3654" y="171"/>
                  </a:lnTo>
                  <a:lnTo>
                    <a:pt x="3800" y="146"/>
                  </a:lnTo>
                  <a:lnTo>
                    <a:pt x="3800" y="146"/>
                  </a:lnTo>
                  <a:lnTo>
                    <a:pt x="4116" y="171"/>
                  </a:lnTo>
                  <a:lnTo>
                    <a:pt x="4360" y="171"/>
                  </a:lnTo>
                  <a:lnTo>
                    <a:pt x="4555" y="220"/>
                  </a:lnTo>
                  <a:lnTo>
                    <a:pt x="4652" y="244"/>
                  </a:lnTo>
                  <a:lnTo>
                    <a:pt x="4652" y="244"/>
                  </a:lnTo>
                  <a:lnTo>
                    <a:pt x="4701" y="268"/>
                  </a:lnTo>
                  <a:lnTo>
                    <a:pt x="4750" y="293"/>
                  </a:lnTo>
                  <a:lnTo>
                    <a:pt x="4798" y="268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5018" y="195"/>
                  </a:lnTo>
                  <a:lnTo>
                    <a:pt x="5407" y="122"/>
                  </a:lnTo>
                  <a:lnTo>
                    <a:pt x="5821" y="25"/>
                  </a:lnTo>
                  <a:lnTo>
                    <a:pt x="613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1" name="Google Shape;641;p41"/>
          <p:cNvGrpSpPr/>
          <p:nvPr/>
        </p:nvGrpSpPr>
        <p:grpSpPr>
          <a:xfrm>
            <a:off x="5436146" y="3207571"/>
            <a:ext cx="342882" cy="342903"/>
            <a:chOff x="6643075" y="3664250"/>
            <a:chExt cx="407950" cy="407975"/>
          </a:xfrm>
        </p:grpSpPr>
        <p:sp>
          <p:nvSpPr>
            <p:cNvPr id="642" name="Google Shape;642;p41"/>
            <p:cNvSpPr/>
            <p:nvPr/>
          </p:nvSpPr>
          <p:spPr>
            <a:xfrm>
              <a:off x="6794075" y="3815250"/>
              <a:ext cx="211300" cy="211300"/>
            </a:xfrm>
            <a:custGeom>
              <a:rect b="b" l="l" r="r" t="t"/>
              <a:pathLst>
                <a:path extrusionOk="0" fill="none" h="8452" w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41"/>
            <p:cNvSpPr/>
            <p:nvPr/>
          </p:nvSpPr>
          <p:spPr>
            <a:xfrm>
              <a:off x="6643075" y="3664250"/>
              <a:ext cx="407950" cy="407975"/>
            </a:xfrm>
            <a:custGeom>
              <a:rect b="b" l="l" r="r" t="t"/>
              <a:pathLst>
                <a:path extrusionOk="0" fill="none" h="16319" w="16318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4" name="Google Shape;644;p41"/>
          <p:cNvGrpSpPr/>
          <p:nvPr/>
        </p:nvGrpSpPr>
        <p:grpSpPr>
          <a:xfrm>
            <a:off x="336980" y="3758225"/>
            <a:ext cx="371564" cy="371543"/>
            <a:chOff x="576250" y="4319400"/>
            <a:chExt cx="442075" cy="442050"/>
          </a:xfrm>
        </p:grpSpPr>
        <p:sp>
          <p:nvSpPr>
            <p:cNvPr id="645" name="Google Shape;645;p41"/>
            <p:cNvSpPr/>
            <p:nvPr/>
          </p:nvSpPr>
          <p:spPr>
            <a:xfrm>
              <a:off x="576250" y="4319400"/>
              <a:ext cx="442075" cy="442050"/>
            </a:xfrm>
            <a:custGeom>
              <a:rect b="b" l="l" r="r" t="t"/>
              <a:pathLst>
                <a:path extrusionOk="0" fill="none" h="17682" w="17683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1"/>
            <p:cNvSpPr/>
            <p:nvPr/>
          </p:nvSpPr>
          <p:spPr>
            <a:xfrm>
              <a:off x="595725" y="4668875"/>
              <a:ext cx="73100" cy="73100"/>
            </a:xfrm>
            <a:custGeom>
              <a:rect b="b" l="l" r="r" t="t"/>
              <a:pathLst>
                <a:path extrusionOk="0" fill="none" h="2924" w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1"/>
            <p:cNvSpPr/>
            <p:nvPr/>
          </p:nvSpPr>
          <p:spPr>
            <a:xfrm>
              <a:off x="652350" y="4711500"/>
              <a:ext cx="46925" cy="46925"/>
            </a:xfrm>
            <a:custGeom>
              <a:rect b="b" l="l" r="r" t="t"/>
              <a:pathLst>
                <a:path extrusionOk="0" fill="none" h="1877" w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1"/>
            <p:cNvSpPr/>
            <p:nvPr/>
          </p:nvSpPr>
          <p:spPr>
            <a:xfrm>
              <a:off x="579300" y="4638450"/>
              <a:ext cx="46900" cy="46900"/>
            </a:xfrm>
            <a:custGeom>
              <a:rect b="b" l="l" r="r" t="t"/>
              <a:pathLst>
                <a:path extrusionOk="0" fill="none" h="1876" w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9" name="Google Shape;649;p41"/>
          <p:cNvSpPr/>
          <p:nvPr/>
        </p:nvSpPr>
        <p:spPr>
          <a:xfrm>
            <a:off x="886643" y="3830523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1"/>
          <p:cNvSpPr/>
          <p:nvPr/>
        </p:nvSpPr>
        <p:spPr>
          <a:xfrm>
            <a:off x="3177366" y="3773703"/>
            <a:ext cx="340844" cy="340865"/>
          </a:xfrm>
          <a:custGeom>
            <a:rect b="b" l="l" r="r" t="t"/>
            <a:pathLst>
              <a:path extrusionOk="0" fill="none" h="16222" w="16221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1"/>
          <p:cNvSpPr/>
          <p:nvPr/>
        </p:nvSpPr>
        <p:spPr>
          <a:xfrm>
            <a:off x="2612361" y="3795199"/>
            <a:ext cx="340844" cy="297873"/>
          </a:xfrm>
          <a:custGeom>
            <a:rect b="b" l="l" r="r" t="t"/>
            <a:pathLst>
              <a:path extrusionOk="0" fill="none" h="14176" w="16221">
                <a:moveTo>
                  <a:pt x="16075" y="12665"/>
                </a:moveTo>
                <a:lnTo>
                  <a:pt x="8987" y="488"/>
                </a:lnTo>
                <a:lnTo>
                  <a:pt x="8987" y="488"/>
                </a:lnTo>
                <a:lnTo>
                  <a:pt x="8914" y="390"/>
                </a:lnTo>
                <a:lnTo>
                  <a:pt x="8817" y="293"/>
                </a:lnTo>
                <a:lnTo>
                  <a:pt x="8720" y="196"/>
                </a:lnTo>
                <a:lnTo>
                  <a:pt x="8622" y="123"/>
                </a:lnTo>
                <a:lnTo>
                  <a:pt x="8500" y="74"/>
                </a:lnTo>
                <a:lnTo>
                  <a:pt x="8379" y="25"/>
                </a:lnTo>
                <a:lnTo>
                  <a:pt x="8232" y="1"/>
                </a:lnTo>
                <a:lnTo>
                  <a:pt x="8111" y="1"/>
                </a:lnTo>
                <a:lnTo>
                  <a:pt x="8111" y="1"/>
                </a:lnTo>
                <a:lnTo>
                  <a:pt x="7965" y="1"/>
                </a:lnTo>
                <a:lnTo>
                  <a:pt x="7843" y="25"/>
                </a:lnTo>
                <a:lnTo>
                  <a:pt x="7721" y="74"/>
                </a:lnTo>
                <a:lnTo>
                  <a:pt x="7599" y="123"/>
                </a:lnTo>
                <a:lnTo>
                  <a:pt x="7502" y="196"/>
                </a:lnTo>
                <a:lnTo>
                  <a:pt x="7404" y="293"/>
                </a:lnTo>
                <a:lnTo>
                  <a:pt x="7307" y="390"/>
                </a:lnTo>
                <a:lnTo>
                  <a:pt x="7234" y="488"/>
                </a:lnTo>
                <a:lnTo>
                  <a:pt x="147" y="12665"/>
                </a:lnTo>
                <a:lnTo>
                  <a:pt x="147" y="12665"/>
                </a:lnTo>
                <a:lnTo>
                  <a:pt x="74" y="12787"/>
                </a:lnTo>
                <a:lnTo>
                  <a:pt x="25" y="12909"/>
                </a:lnTo>
                <a:lnTo>
                  <a:pt x="0" y="13031"/>
                </a:lnTo>
                <a:lnTo>
                  <a:pt x="0" y="13177"/>
                </a:lnTo>
                <a:lnTo>
                  <a:pt x="0" y="13177"/>
                </a:lnTo>
                <a:lnTo>
                  <a:pt x="0" y="13299"/>
                </a:lnTo>
                <a:lnTo>
                  <a:pt x="25" y="13420"/>
                </a:lnTo>
                <a:lnTo>
                  <a:pt x="74" y="13567"/>
                </a:lnTo>
                <a:lnTo>
                  <a:pt x="147" y="13688"/>
                </a:lnTo>
                <a:lnTo>
                  <a:pt x="147" y="13688"/>
                </a:lnTo>
                <a:lnTo>
                  <a:pt x="220" y="13786"/>
                </a:lnTo>
                <a:lnTo>
                  <a:pt x="293" y="13883"/>
                </a:lnTo>
                <a:lnTo>
                  <a:pt x="390" y="13981"/>
                </a:lnTo>
                <a:lnTo>
                  <a:pt x="512" y="14054"/>
                </a:lnTo>
                <a:lnTo>
                  <a:pt x="634" y="14102"/>
                </a:lnTo>
                <a:lnTo>
                  <a:pt x="755" y="14151"/>
                </a:lnTo>
                <a:lnTo>
                  <a:pt x="877" y="14175"/>
                </a:lnTo>
                <a:lnTo>
                  <a:pt x="1023" y="14175"/>
                </a:lnTo>
                <a:lnTo>
                  <a:pt x="15198" y="14175"/>
                </a:lnTo>
                <a:lnTo>
                  <a:pt x="15198" y="14175"/>
                </a:lnTo>
                <a:lnTo>
                  <a:pt x="15344" y="14175"/>
                </a:lnTo>
                <a:lnTo>
                  <a:pt x="15466" y="14151"/>
                </a:lnTo>
                <a:lnTo>
                  <a:pt x="15588" y="14102"/>
                </a:lnTo>
                <a:lnTo>
                  <a:pt x="15709" y="14054"/>
                </a:lnTo>
                <a:lnTo>
                  <a:pt x="15831" y="13981"/>
                </a:lnTo>
                <a:lnTo>
                  <a:pt x="15929" y="13883"/>
                </a:lnTo>
                <a:lnTo>
                  <a:pt x="16002" y="13786"/>
                </a:lnTo>
                <a:lnTo>
                  <a:pt x="16075" y="13688"/>
                </a:lnTo>
                <a:lnTo>
                  <a:pt x="16075" y="13688"/>
                </a:lnTo>
                <a:lnTo>
                  <a:pt x="16148" y="13567"/>
                </a:lnTo>
                <a:lnTo>
                  <a:pt x="16197" y="13420"/>
                </a:lnTo>
                <a:lnTo>
                  <a:pt x="16221" y="13299"/>
                </a:lnTo>
                <a:lnTo>
                  <a:pt x="16221" y="13177"/>
                </a:lnTo>
                <a:lnTo>
                  <a:pt x="16221" y="13177"/>
                </a:lnTo>
                <a:lnTo>
                  <a:pt x="16221" y="13031"/>
                </a:lnTo>
                <a:lnTo>
                  <a:pt x="16197" y="12909"/>
                </a:lnTo>
                <a:lnTo>
                  <a:pt x="16148" y="12787"/>
                </a:lnTo>
                <a:lnTo>
                  <a:pt x="16075" y="12665"/>
                </a:lnTo>
                <a:lnTo>
                  <a:pt x="16075" y="12665"/>
                </a:lnTo>
                <a:close/>
                <a:moveTo>
                  <a:pt x="8111" y="12349"/>
                </a:moveTo>
                <a:lnTo>
                  <a:pt x="8111" y="12349"/>
                </a:lnTo>
                <a:lnTo>
                  <a:pt x="7916" y="12324"/>
                </a:lnTo>
                <a:lnTo>
                  <a:pt x="7721" y="12276"/>
                </a:lnTo>
                <a:lnTo>
                  <a:pt x="7575" y="12178"/>
                </a:lnTo>
                <a:lnTo>
                  <a:pt x="7429" y="12057"/>
                </a:lnTo>
                <a:lnTo>
                  <a:pt x="7307" y="11910"/>
                </a:lnTo>
                <a:lnTo>
                  <a:pt x="7210" y="11764"/>
                </a:lnTo>
                <a:lnTo>
                  <a:pt x="7161" y="11569"/>
                </a:lnTo>
                <a:lnTo>
                  <a:pt x="7136" y="11375"/>
                </a:lnTo>
                <a:lnTo>
                  <a:pt x="7136" y="11375"/>
                </a:lnTo>
                <a:lnTo>
                  <a:pt x="7161" y="11180"/>
                </a:lnTo>
                <a:lnTo>
                  <a:pt x="7210" y="11009"/>
                </a:lnTo>
                <a:lnTo>
                  <a:pt x="7307" y="10839"/>
                </a:lnTo>
                <a:lnTo>
                  <a:pt x="7429" y="10693"/>
                </a:lnTo>
                <a:lnTo>
                  <a:pt x="7575" y="10571"/>
                </a:lnTo>
                <a:lnTo>
                  <a:pt x="7721" y="10473"/>
                </a:lnTo>
                <a:lnTo>
                  <a:pt x="7916" y="10425"/>
                </a:lnTo>
                <a:lnTo>
                  <a:pt x="8111" y="10400"/>
                </a:lnTo>
                <a:lnTo>
                  <a:pt x="8111" y="10400"/>
                </a:lnTo>
                <a:lnTo>
                  <a:pt x="8306" y="10425"/>
                </a:lnTo>
                <a:lnTo>
                  <a:pt x="8476" y="10473"/>
                </a:lnTo>
                <a:lnTo>
                  <a:pt x="8646" y="10571"/>
                </a:lnTo>
                <a:lnTo>
                  <a:pt x="8793" y="10693"/>
                </a:lnTo>
                <a:lnTo>
                  <a:pt x="8914" y="10839"/>
                </a:lnTo>
                <a:lnTo>
                  <a:pt x="9012" y="11009"/>
                </a:lnTo>
                <a:lnTo>
                  <a:pt x="9061" y="11180"/>
                </a:lnTo>
                <a:lnTo>
                  <a:pt x="9085" y="11375"/>
                </a:lnTo>
                <a:lnTo>
                  <a:pt x="9085" y="11375"/>
                </a:lnTo>
                <a:lnTo>
                  <a:pt x="9061" y="11569"/>
                </a:lnTo>
                <a:lnTo>
                  <a:pt x="9012" y="11764"/>
                </a:lnTo>
                <a:lnTo>
                  <a:pt x="8914" y="11910"/>
                </a:lnTo>
                <a:lnTo>
                  <a:pt x="8793" y="12057"/>
                </a:lnTo>
                <a:lnTo>
                  <a:pt x="8646" y="12178"/>
                </a:lnTo>
                <a:lnTo>
                  <a:pt x="8476" y="12276"/>
                </a:lnTo>
                <a:lnTo>
                  <a:pt x="8306" y="12324"/>
                </a:lnTo>
                <a:lnTo>
                  <a:pt x="8111" y="12349"/>
                </a:lnTo>
                <a:lnTo>
                  <a:pt x="8111" y="12349"/>
                </a:lnTo>
                <a:close/>
                <a:moveTo>
                  <a:pt x="9231" y="5091"/>
                </a:moveTo>
                <a:lnTo>
                  <a:pt x="8939" y="8915"/>
                </a:lnTo>
                <a:lnTo>
                  <a:pt x="8939" y="8915"/>
                </a:lnTo>
                <a:lnTo>
                  <a:pt x="8914" y="9061"/>
                </a:lnTo>
                <a:lnTo>
                  <a:pt x="8866" y="9207"/>
                </a:lnTo>
                <a:lnTo>
                  <a:pt x="8793" y="9304"/>
                </a:lnTo>
                <a:lnTo>
                  <a:pt x="8695" y="9426"/>
                </a:lnTo>
                <a:lnTo>
                  <a:pt x="8573" y="9499"/>
                </a:lnTo>
                <a:lnTo>
                  <a:pt x="8452" y="9572"/>
                </a:lnTo>
                <a:lnTo>
                  <a:pt x="8330" y="9621"/>
                </a:lnTo>
                <a:lnTo>
                  <a:pt x="8184" y="9621"/>
                </a:lnTo>
                <a:lnTo>
                  <a:pt x="8038" y="9621"/>
                </a:lnTo>
                <a:lnTo>
                  <a:pt x="8038" y="9621"/>
                </a:lnTo>
                <a:lnTo>
                  <a:pt x="7891" y="9621"/>
                </a:lnTo>
                <a:lnTo>
                  <a:pt x="7770" y="9572"/>
                </a:lnTo>
                <a:lnTo>
                  <a:pt x="7648" y="9499"/>
                </a:lnTo>
                <a:lnTo>
                  <a:pt x="7526" y="9426"/>
                </a:lnTo>
                <a:lnTo>
                  <a:pt x="7429" y="9304"/>
                </a:lnTo>
                <a:lnTo>
                  <a:pt x="7356" y="9207"/>
                </a:lnTo>
                <a:lnTo>
                  <a:pt x="7307" y="9061"/>
                </a:lnTo>
                <a:lnTo>
                  <a:pt x="7283" y="8915"/>
                </a:lnTo>
                <a:lnTo>
                  <a:pt x="6990" y="5091"/>
                </a:lnTo>
                <a:lnTo>
                  <a:pt x="6990" y="5091"/>
                </a:lnTo>
                <a:lnTo>
                  <a:pt x="7015" y="4945"/>
                </a:lnTo>
                <a:lnTo>
                  <a:pt x="7039" y="4823"/>
                </a:lnTo>
                <a:lnTo>
                  <a:pt x="7088" y="4701"/>
                </a:lnTo>
                <a:lnTo>
                  <a:pt x="7161" y="4604"/>
                </a:lnTo>
                <a:lnTo>
                  <a:pt x="7258" y="4506"/>
                </a:lnTo>
                <a:lnTo>
                  <a:pt x="7380" y="4433"/>
                </a:lnTo>
                <a:lnTo>
                  <a:pt x="7526" y="4409"/>
                </a:lnTo>
                <a:lnTo>
                  <a:pt x="7648" y="4385"/>
                </a:lnTo>
                <a:lnTo>
                  <a:pt x="8573" y="4385"/>
                </a:lnTo>
                <a:lnTo>
                  <a:pt x="8573" y="4385"/>
                </a:lnTo>
                <a:lnTo>
                  <a:pt x="8695" y="4409"/>
                </a:lnTo>
                <a:lnTo>
                  <a:pt x="8841" y="4433"/>
                </a:lnTo>
                <a:lnTo>
                  <a:pt x="8963" y="4506"/>
                </a:lnTo>
                <a:lnTo>
                  <a:pt x="9061" y="4604"/>
                </a:lnTo>
                <a:lnTo>
                  <a:pt x="9134" y="4701"/>
                </a:lnTo>
                <a:lnTo>
                  <a:pt x="9182" y="4823"/>
                </a:lnTo>
                <a:lnTo>
                  <a:pt x="9207" y="4945"/>
                </a:lnTo>
                <a:lnTo>
                  <a:pt x="9231" y="5091"/>
                </a:lnTo>
                <a:lnTo>
                  <a:pt x="9231" y="5091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1"/>
          <p:cNvSpPr/>
          <p:nvPr/>
        </p:nvSpPr>
        <p:spPr>
          <a:xfrm>
            <a:off x="3740838" y="3772169"/>
            <a:ext cx="343912" cy="343933"/>
          </a:xfrm>
          <a:custGeom>
            <a:rect b="b" l="l" r="r" t="t"/>
            <a:pathLst>
              <a:path extrusionOk="0" fill="none" h="16368" w="16367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3" name="Google Shape;653;p41"/>
          <p:cNvGrpSpPr/>
          <p:nvPr/>
        </p:nvGrpSpPr>
        <p:grpSpPr>
          <a:xfrm>
            <a:off x="4280585" y="3777157"/>
            <a:ext cx="394068" cy="325505"/>
            <a:chOff x="5268225" y="4341925"/>
            <a:chExt cx="468850" cy="387275"/>
          </a:xfrm>
        </p:grpSpPr>
        <p:sp>
          <p:nvSpPr>
            <p:cNvPr id="654" name="Google Shape;654;p41"/>
            <p:cNvSpPr/>
            <p:nvPr/>
          </p:nvSpPr>
          <p:spPr>
            <a:xfrm>
              <a:off x="5652425" y="4676800"/>
              <a:ext cx="65775" cy="52400"/>
            </a:xfrm>
            <a:custGeom>
              <a:rect b="b" l="l" r="r" t="t"/>
              <a:pathLst>
                <a:path extrusionOk="0" fill="none" h="2096" w="2631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122" y="1291"/>
                  </a:lnTo>
                  <a:lnTo>
                    <a:pt x="244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412" y="1511"/>
                  </a:lnTo>
                  <a:lnTo>
                    <a:pt x="2533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1"/>
            <p:cNvSpPr/>
            <p:nvPr/>
          </p:nvSpPr>
          <p:spPr>
            <a:xfrm>
              <a:off x="5287100" y="4676800"/>
              <a:ext cx="65775" cy="52400"/>
            </a:xfrm>
            <a:custGeom>
              <a:rect b="b" l="l" r="r" t="t"/>
              <a:pathLst>
                <a:path extrusionOk="0" fill="none" h="2096" w="2631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98" y="1291"/>
                  </a:lnTo>
                  <a:lnTo>
                    <a:pt x="220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387" y="1511"/>
                  </a:lnTo>
                  <a:lnTo>
                    <a:pt x="2509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1"/>
            <p:cNvSpPr/>
            <p:nvPr/>
          </p:nvSpPr>
          <p:spPr>
            <a:xfrm>
              <a:off x="5268225" y="4341925"/>
              <a:ext cx="468850" cy="333075"/>
            </a:xfrm>
            <a:custGeom>
              <a:rect b="b" l="l" r="r" t="t"/>
              <a:pathLst>
                <a:path extrusionOk="0" fill="none" h="13323" w="18754">
                  <a:moveTo>
                    <a:pt x="18754" y="5553"/>
                  </a:moveTo>
                  <a:lnTo>
                    <a:pt x="18754" y="5553"/>
                  </a:lnTo>
                  <a:lnTo>
                    <a:pt x="18730" y="5334"/>
                  </a:lnTo>
                  <a:lnTo>
                    <a:pt x="18681" y="5091"/>
                  </a:lnTo>
                  <a:lnTo>
                    <a:pt x="18583" y="4847"/>
                  </a:lnTo>
                  <a:lnTo>
                    <a:pt x="18462" y="4628"/>
                  </a:lnTo>
                  <a:lnTo>
                    <a:pt x="18291" y="4433"/>
                  </a:lnTo>
                  <a:lnTo>
                    <a:pt x="18121" y="4287"/>
                  </a:lnTo>
                  <a:lnTo>
                    <a:pt x="18023" y="4214"/>
                  </a:lnTo>
                  <a:lnTo>
                    <a:pt x="17926" y="4165"/>
                  </a:lnTo>
                  <a:lnTo>
                    <a:pt x="17828" y="4141"/>
                  </a:lnTo>
                  <a:lnTo>
                    <a:pt x="17731" y="4141"/>
                  </a:lnTo>
                  <a:lnTo>
                    <a:pt x="16489" y="4141"/>
                  </a:lnTo>
                  <a:lnTo>
                    <a:pt x="15588" y="1803"/>
                  </a:lnTo>
                  <a:lnTo>
                    <a:pt x="15588" y="1803"/>
                  </a:lnTo>
                  <a:lnTo>
                    <a:pt x="15490" y="1583"/>
                  </a:lnTo>
                  <a:lnTo>
                    <a:pt x="15344" y="1364"/>
                  </a:lnTo>
                  <a:lnTo>
                    <a:pt x="15174" y="1169"/>
                  </a:lnTo>
                  <a:lnTo>
                    <a:pt x="15003" y="975"/>
                  </a:lnTo>
                  <a:lnTo>
                    <a:pt x="14784" y="804"/>
                  </a:lnTo>
                  <a:lnTo>
                    <a:pt x="14565" y="658"/>
                  </a:lnTo>
                  <a:lnTo>
                    <a:pt x="14346" y="536"/>
                  </a:lnTo>
                  <a:lnTo>
                    <a:pt x="14102" y="439"/>
                  </a:lnTo>
                  <a:lnTo>
                    <a:pt x="14102" y="439"/>
                  </a:lnTo>
                  <a:lnTo>
                    <a:pt x="13810" y="390"/>
                  </a:lnTo>
                  <a:lnTo>
                    <a:pt x="13444" y="317"/>
                  </a:lnTo>
                  <a:lnTo>
                    <a:pt x="12933" y="220"/>
                  </a:lnTo>
                  <a:lnTo>
                    <a:pt x="12275" y="147"/>
                  </a:lnTo>
                  <a:lnTo>
                    <a:pt x="11472" y="73"/>
                  </a:lnTo>
                  <a:lnTo>
                    <a:pt x="10498" y="25"/>
                  </a:lnTo>
                  <a:lnTo>
                    <a:pt x="9377" y="0"/>
                  </a:lnTo>
                  <a:lnTo>
                    <a:pt x="9377" y="0"/>
                  </a:lnTo>
                  <a:lnTo>
                    <a:pt x="8257" y="25"/>
                  </a:lnTo>
                  <a:lnTo>
                    <a:pt x="7283" y="73"/>
                  </a:lnTo>
                  <a:lnTo>
                    <a:pt x="6479" y="147"/>
                  </a:lnTo>
                  <a:lnTo>
                    <a:pt x="5821" y="220"/>
                  </a:lnTo>
                  <a:lnTo>
                    <a:pt x="5310" y="317"/>
                  </a:lnTo>
                  <a:lnTo>
                    <a:pt x="4945" y="390"/>
                  </a:lnTo>
                  <a:lnTo>
                    <a:pt x="4652" y="439"/>
                  </a:lnTo>
                  <a:lnTo>
                    <a:pt x="4652" y="439"/>
                  </a:lnTo>
                  <a:lnTo>
                    <a:pt x="4409" y="536"/>
                  </a:lnTo>
                  <a:lnTo>
                    <a:pt x="4190" y="658"/>
                  </a:lnTo>
                  <a:lnTo>
                    <a:pt x="3970" y="804"/>
                  </a:lnTo>
                  <a:lnTo>
                    <a:pt x="3751" y="975"/>
                  </a:lnTo>
                  <a:lnTo>
                    <a:pt x="3581" y="1169"/>
                  </a:lnTo>
                  <a:lnTo>
                    <a:pt x="3410" y="1364"/>
                  </a:lnTo>
                  <a:lnTo>
                    <a:pt x="3264" y="1583"/>
                  </a:lnTo>
                  <a:lnTo>
                    <a:pt x="3167" y="1803"/>
                  </a:lnTo>
                  <a:lnTo>
                    <a:pt x="2266" y="4141"/>
                  </a:lnTo>
                  <a:lnTo>
                    <a:pt x="1023" y="4141"/>
                  </a:lnTo>
                  <a:lnTo>
                    <a:pt x="1023" y="4141"/>
                  </a:lnTo>
                  <a:lnTo>
                    <a:pt x="926" y="4141"/>
                  </a:lnTo>
                  <a:lnTo>
                    <a:pt x="829" y="4165"/>
                  </a:lnTo>
                  <a:lnTo>
                    <a:pt x="731" y="4214"/>
                  </a:lnTo>
                  <a:lnTo>
                    <a:pt x="634" y="4287"/>
                  </a:lnTo>
                  <a:lnTo>
                    <a:pt x="463" y="4433"/>
                  </a:lnTo>
                  <a:lnTo>
                    <a:pt x="293" y="4628"/>
                  </a:lnTo>
                  <a:lnTo>
                    <a:pt x="171" y="4847"/>
                  </a:lnTo>
                  <a:lnTo>
                    <a:pt x="74" y="5091"/>
                  </a:lnTo>
                  <a:lnTo>
                    <a:pt x="25" y="5334"/>
                  </a:lnTo>
                  <a:lnTo>
                    <a:pt x="1" y="5553"/>
                  </a:lnTo>
                  <a:lnTo>
                    <a:pt x="1" y="5553"/>
                  </a:lnTo>
                  <a:lnTo>
                    <a:pt x="25" y="5748"/>
                  </a:lnTo>
                  <a:lnTo>
                    <a:pt x="74" y="5894"/>
                  </a:lnTo>
                  <a:lnTo>
                    <a:pt x="171" y="6016"/>
                  </a:lnTo>
                  <a:lnTo>
                    <a:pt x="293" y="6089"/>
                  </a:lnTo>
                  <a:lnTo>
                    <a:pt x="463" y="6138"/>
                  </a:lnTo>
                  <a:lnTo>
                    <a:pt x="634" y="6187"/>
                  </a:lnTo>
                  <a:lnTo>
                    <a:pt x="1023" y="6187"/>
                  </a:lnTo>
                  <a:lnTo>
                    <a:pt x="1462" y="6187"/>
                  </a:lnTo>
                  <a:lnTo>
                    <a:pt x="1145" y="7015"/>
                  </a:lnTo>
                  <a:lnTo>
                    <a:pt x="1145" y="7015"/>
                  </a:lnTo>
                  <a:lnTo>
                    <a:pt x="999" y="7526"/>
                  </a:lnTo>
                  <a:lnTo>
                    <a:pt x="877" y="8086"/>
                  </a:lnTo>
                  <a:lnTo>
                    <a:pt x="780" y="8671"/>
                  </a:lnTo>
                  <a:lnTo>
                    <a:pt x="756" y="9207"/>
                  </a:lnTo>
                  <a:lnTo>
                    <a:pt x="756" y="13323"/>
                  </a:lnTo>
                  <a:lnTo>
                    <a:pt x="17999" y="13323"/>
                  </a:lnTo>
                  <a:lnTo>
                    <a:pt x="17999" y="9207"/>
                  </a:lnTo>
                  <a:lnTo>
                    <a:pt x="17999" y="9207"/>
                  </a:lnTo>
                  <a:lnTo>
                    <a:pt x="17975" y="8671"/>
                  </a:lnTo>
                  <a:lnTo>
                    <a:pt x="17877" y="8086"/>
                  </a:lnTo>
                  <a:lnTo>
                    <a:pt x="17755" y="7526"/>
                  </a:lnTo>
                  <a:lnTo>
                    <a:pt x="17609" y="7015"/>
                  </a:lnTo>
                  <a:lnTo>
                    <a:pt x="17293" y="6187"/>
                  </a:lnTo>
                  <a:lnTo>
                    <a:pt x="17731" y="6187"/>
                  </a:lnTo>
                  <a:lnTo>
                    <a:pt x="17731" y="6187"/>
                  </a:lnTo>
                  <a:lnTo>
                    <a:pt x="18121" y="6187"/>
                  </a:lnTo>
                  <a:lnTo>
                    <a:pt x="18291" y="6138"/>
                  </a:lnTo>
                  <a:lnTo>
                    <a:pt x="18462" y="6089"/>
                  </a:lnTo>
                  <a:lnTo>
                    <a:pt x="18583" y="6016"/>
                  </a:lnTo>
                  <a:lnTo>
                    <a:pt x="18681" y="5894"/>
                  </a:lnTo>
                  <a:lnTo>
                    <a:pt x="18730" y="5748"/>
                  </a:lnTo>
                  <a:lnTo>
                    <a:pt x="18754" y="5553"/>
                  </a:lnTo>
                  <a:lnTo>
                    <a:pt x="18754" y="555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41"/>
            <p:cNvSpPr/>
            <p:nvPr/>
          </p:nvSpPr>
          <p:spPr>
            <a:xfrm>
              <a:off x="5351025" y="4375400"/>
              <a:ext cx="303250" cy="149825"/>
            </a:xfrm>
            <a:custGeom>
              <a:rect b="b" l="l" r="r" t="t"/>
              <a:pathLst>
                <a:path extrusionOk="0" fill="none" h="5993" w="12130">
                  <a:moveTo>
                    <a:pt x="1" y="4628"/>
                  </a:moveTo>
                  <a:lnTo>
                    <a:pt x="1" y="4628"/>
                  </a:lnTo>
                  <a:lnTo>
                    <a:pt x="171" y="4019"/>
                  </a:lnTo>
                  <a:lnTo>
                    <a:pt x="585" y="2656"/>
                  </a:lnTo>
                  <a:lnTo>
                    <a:pt x="805" y="1925"/>
                  </a:lnTo>
                  <a:lnTo>
                    <a:pt x="1024" y="1292"/>
                  </a:lnTo>
                  <a:lnTo>
                    <a:pt x="1194" y="829"/>
                  </a:lnTo>
                  <a:lnTo>
                    <a:pt x="1267" y="707"/>
                  </a:lnTo>
                  <a:lnTo>
                    <a:pt x="1316" y="658"/>
                  </a:lnTo>
                  <a:lnTo>
                    <a:pt x="1316" y="658"/>
                  </a:lnTo>
                  <a:lnTo>
                    <a:pt x="1535" y="561"/>
                  </a:lnTo>
                  <a:lnTo>
                    <a:pt x="1852" y="464"/>
                  </a:lnTo>
                  <a:lnTo>
                    <a:pt x="2315" y="342"/>
                  </a:lnTo>
                  <a:lnTo>
                    <a:pt x="2948" y="220"/>
                  </a:lnTo>
                  <a:lnTo>
                    <a:pt x="3776" y="98"/>
                  </a:lnTo>
                  <a:lnTo>
                    <a:pt x="4799" y="25"/>
                  </a:lnTo>
                  <a:lnTo>
                    <a:pt x="5408" y="1"/>
                  </a:lnTo>
                  <a:lnTo>
                    <a:pt x="6065" y="1"/>
                  </a:lnTo>
                  <a:lnTo>
                    <a:pt x="6065" y="1"/>
                  </a:lnTo>
                  <a:lnTo>
                    <a:pt x="6723" y="1"/>
                  </a:lnTo>
                  <a:lnTo>
                    <a:pt x="7332" y="25"/>
                  </a:lnTo>
                  <a:lnTo>
                    <a:pt x="8355" y="98"/>
                  </a:lnTo>
                  <a:lnTo>
                    <a:pt x="9183" y="220"/>
                  </a:lnTo>
                  <a:lnTo>
                    <a:pt x="9816" y="342"/>
                  </a:lnTo>
                  <a:lnTo>
                    <a:pt x="10279" y="464"/>
                  </a:lnTo>
                  <a:lnTo>
                    <a:pt x="10595" y="561"/>
                  </a:lnTo>
                  <a:lnTo>
                    <a:pt x="10814" y="658"/>
                  </a:lnTo>
                  <a:lnTo>
                    <a:pt x="10814" y="658"/>
                  </a:lnTo>
                  <a:lnTo>
                    <a:pt x="10863" y="707"/>
                  </a:lnTo>
                  <a:lnTo>
                    <a:pt x="10936" y="829"/>
                  </a:lnTo>
                  <a:lnTo>
                    <a:pt x="11107" y="1292"/>
                  </a:lnTo>
                  <a:lnTo>
                    <a:pt x="11326" y="1925"/>
                  </a:lnTo>
                  <a:lnTo>
                    <a:pt x="11545" y="2656"/>
                  </a:lnTo>
                  <a:lnTo>
                    <a:pt x="11959" y="4019"/>
                  </a:lnTo>
                  <a:lnTo>
                    <a:pt x="12130" y="4628"/>
                  </a:lnTo>
                  <a:lnTo>
                    <a:pt x="12130" y="4628"/>
                  </a:lnTo>
                  <a:lnTo>
                    <a:pt x="12105" y="4677"/>
                  </a:lnTo>
                  <a:lnTo>
                    <a:pt x="12057" y="4750"/>
                  </a:lnTo>
                  <a:lnTo>
                    <a:pt x="11959" y="4823"/>
                  </a:lnTo>
                  <a:lnTo>
                    <a:pt x="11813" y="4921"/>
                  </a:lnTo>
                  <a:lnTo>
                    <a:pt x="11618" y="5042"/>
                  </a:lnTo>
                  <a:lnTo>
                    <a:pt x="11375" y="5164"/>
                  </a:lnTo>
                  <a:lnTo>
                    <a:pt x="11058" y="5262"/>
                  </a:lnTo>
                  <a:lnTo>
                    <a:pt x="10717" y="5383"/>
                  </a:lnTo>
                  <a:lnTo>
                    <a:pt x="10327" y="5505"/>
                  </a:lnTo>
                  <a:lnTo>
                    <a:pt x="9865" y="5627"/>
                  </a:lnTo>
                  <a:lnTo>
                    <a:pt x="9377" y="5724"/>
                  </a:lnTo>
                  <a:lnTo>
                    <a:pt x="8817" y="5822"/>
                  </a:lnTo>
                  <a:lnTo>
                    <a:pt x="8208" y="5895"/>
                  </a:lnTo>
                  <a:lnTo>
                    <a:pt x="7551" y="5944"/>
                  </a:lnTo>
                  <a:lnTo>
                    <a:pt x="6845" y="5992"/>
                  </a:lnTo>
                  <a:lnTo>
                    <a:pt x="6065" y="5992"/>
                  </a:lnTo>
                  <a:lnTo>
                    <a:pt x="6065" y="5992"/>
                  </a:lnTo>
                  <a:lnTo>
                    <a:pt x="5286" y="5992"/>
                  </a:lnTo>
                  <a:lnTo>
                    <a:pt x="4580" y="5944"/>
                  </a:lnTo>
                  <a:lnTo>
                    <a:pt x="3922" y="5895"/>
                  </a:lnTo>
                  <a:lnTo>
                    <a:pt x="3313" y="5822"/>
                  </a:lnTo>
                  <a:lnTo>
                    <a:pt x="2753" y="5724"/>
                  </a:lnTo>
                  <a:lnTo>
                    <a:pt x="2266" y="5627"/>
                  </a:lnTo>
                  <a:lnTo>
                    <a:pt x="1803" y="5505"/>
                  </a:lnTo>
                  <a:lnTo>
                    <a:pt x="1413" y="5383"/>
                  </a:lnTo>
                  <a:lnTo>
                    <a:pt x="1072" y="5262"/>
                  </a:lnTo>
                  <a:lnTo>
                    <a:pt x="756" y="5164"/>
                  </a:lnTo>
                  <a:lnTo>
                    <a:pt x="512" y="5042"/>
                  </a:lnTo>
                  <a:lnTo>
                    <a:pt x="317" y="4921"/>
                  </a:lnTo>
                  <a:lnTo>
                    <a:pt x="171" y="4823"/>
                  </a:lnTo>
                  <a:lnTo>
                    <a:pt x="74" y="4750"/>
                  </a:lnTo>
                  <a:lnTo>
                    <a:pt x="25" y="4677"/>
                  </a:lnTo>
                  <a:lnTo>
                    <a:pt x="1" y="4628"/>
                  </a:lnTo>
                  <a:lnTo>
                    <a:pt x="1" y="462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41"/>
            <p:cNvSpPr/>
            <p:nvPr/>
          </p:nvSpPr>
          <p:spPr>
            <a:xfrm>
              <a:off x="5326675" y="4569025"/>
              <a:ext cx="81000" cy="65175"/>
            </a:xfrm>
            <a:custGeom>
              <a:rect b="b" l="l" r="r" t="t"/>
              <a:pathLst>
                <a:path extrusionOk="0" fill="none" h="2607" w="3240">
                  <a:moveTo>
                    <a:pt x="1632" y="2607"/>
                  </a:moveTo>
                  <a:lnTo>
                    <a:pt x="1632" y="2607"/>
                  </a:lnTo>
                  <a:lnTo>
                    <a:pt x="1291" y="2582"/>
                  </a:lnTo>
                  <a:lnTo>
                    <a:pt x="999" y="2509"/>
                  </a:lnTo>
                  <a:lnTo>
                    <a:pt x="731" y="2388"/>
                  </a:lnTo>
                  <a:lnTo>
                    <a:pt x="488" y="2217"/>
                  </a:lnTo>
                  <a:lnTo>
                    <a:pt x="293" y="2047"/>
                  </a:lnTo>
                  <a:lnTo>
                    <a:pt x="122" y="1803"/>
                  </a:lnTo>
                  <a:lnTo>
                    <a:pt x="74" y="1706"/>
                  </a:lnTo>
                  <a:lnTo>
                    <a:pt x="49" y="1559"/>
                  </a:lnTo>
                  <a:lnTo>
                    <a:pt x="25" y="1438"/>
                  </a:lnTo>
                  <a:lnTo>
                    <a:pt x="1" y="1316"/>
                  </a:lnTo>
                  <a:lnTo>
                    <a:pt x="1" y="1316"/>
                  </a:lnTo>
                  <a:lnTo>
                    <a:pt x="25" y="1170"/>
                  </a:lnTo>
                  <a:lnTo>
                    <a:pt x="49" y="1048"/>
                  </a:lnTo>
                  <a:lnTo>
                    <a:pt x="74" y="926"/>
                  </a:lnTo>
                  <a:lnTo>
                    <a:pt x="122" y="804"/>
                  </a:lnTo>
                  <a:lnTo>
                    <a:pt x="293" y="585"/>
                  </a:lnTo>
                  <a:lnTo>
                    <a:pt x="488" y="390"/>
                  </a:lnTo>
                  <a:lnTo>
                    <a:pt x="731" y="220"/>
                  </a:lnTo>
                  <a:lnTo>
                    <a:pt x="999" y="98"/>
                  </a:lnTo>
                  <a:lnTo>
                    <a:pt x="1291" y="25"/>
                  </a:lnTo>
                  <a:lnTo>
                    <a:pt x="1632" y="1"/>
                  </a:lnTo>
                  <a:lnTo>
                    <a:pt x="1632" y="1"/>
                  </a:lnTo>
                  <a:lnTo>
                    <a:pt x="1803" y="1"/>
                  </a:lnTo>
                  <a:lnTo>
                    <a:pt x="1949" y="49"/>
                  </a:lnTo>
                  <a:lnTo>
                    <a:pt x="2120" y="98"/>
                  </a:lnTo>
                  <a:lnTo>
                    <a:pt x="2266" y="171"/>
                  </a:lnTo>
                  <a:lnTo>
                    <a:pt x="2412" y="269"/>
                  </a:lnTo>
                  <a:lnTo>
                    <a:pt x="2534" y="390"/>
                  </a:lnTo>
                  <a:lnTo>
                    <a:pt x="2777" y="634"/>
                  </a:lnTo>
                  <a:lnTo>
                    <a:pt x="2972" y="926"/>
                  </a:lnTo>
                  <a:lnTo>
                    <a:pt x="3118" y="1219"/>
                  </a:lnTo>
                  <a:lnTo>
                    <a:pt x="3215" y="1535"/>
                  </a:lnTo>
                  <a:lnTo>
                    <a:pt x="3240" y="1681"/>
                  </a:lnTo>
                  <a:lnTo>
                    <a:pt x="3240" y="1803"/>
                  </a:lnTo>
                  <a:lnTo>
                    <a:pt x="3240" y="1803"/>
                  </a:lnTo>
                  <a:lnTo>
                    <a:pt x="3240" y="1949"/>
                  </a:lnTo>
                  <a:lnTo>
                    <a:pt x="3215" y="2047"/>
                  </a:lnTo>
                  <a:lnTo>
                    <a:pt x="3167" y="2144"/>
                  </a:lnTo>
                  <a:lnTo>
                    <a:pt x="3118" y="2241"/>
                  </a:lnTo>
                  <a:lnTo>
                    <a:pt x="3045" y="2314"/>
                  </a:lnTo>
                  <a:lnTo>
                    <a:pt x="2972" y="2388"/>
                  </a:lnTo>
                  <a:lnTo>
                    <a:pt x="2777" y="2485"/>
                  </a:lnTo>
                  <a:lnTo>
                    <a:pt x="2534" y="2558"/>
                  </a:lnTo>
                  <a:lnTo>
                    <a:pt x="2266" y="2582"/>
                  </a:lnTo>
                  <a:lnTo>
                    <a:pt x="1949" y="2607"/>
                  </a:lnTo>
                  <a:lnTo>
                    <a:pt x="1632" y="2607"/>
                  </a:lnTo>
                  <a:lnTo>
                    <a:pt x="1632" y="2607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1"/>
            <p:cNvSpPr/>
            <p:nvPr/>
          </p:nvSpPr>
          <p:spPr>
            <a:xfrm>
              <a:off x="5447225" y="4615925"/>
              <a:ext cx="110850" cy="25"/>
            </a:xfrm>
            <a:custGeom>
              <a:rect b="b" l="l" r="r" t="t"/>
              <a:pathLst>
                <a:path extrusionOk="0" fill="none" h="1" w="4434">
                  <a:moveTo>
                    <a:pt x="1" y="0"/>
                  </a:moveTo>
                  <a:lnTo>
                    <a:pt x="443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1"/>
            <p:cNvSpPr/>
            <p:nvPr/>
          </p:nvSpPr>
          <p:spPr>
            <a:xfrm>
              <a:off x="5439925" y="4589125"/>
              <a:ext cx="125450" cy="25"/>
            </a:xfrm>
            <a:custGeom>
              <a:rect b="b" l="l" r="r" t="t"/>
              <a:pathLst>
                <a:path extrusionOk="0" fill="none" h="1" w="5018">
                  <a:moveTo>
                    <a:pt x="1" y="0"/>
                  </a:moveTo>
                  <a:lnTo>
                    <a:pt x="501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41"/>
            <p:cNvSpPr/>
            <p:nvPr/>
          </p:nvSpPr>
          <p:spPr>
            <a:xfrm>
              <a:off x="5597625" y="4569025"/>
              <a:ext cx="81000" cy="65175"/>
            </a:xfrm>
            <a:custGeom>
              <a:rect b="b" l="l" r="r" t="t"/>
              <a:pathLst>
                <a:path extrusionOk="0" fill="none" h="2607" w="3240">
                  <a:moveTo>
                    <a:pt x="1608" y="2607"/>
                  </a:moveTo>
                  <a:lnTo>
                    <a:pt x="1608" y="2607"/>
                  </a:lnTo>
                  <a:lnTo>
                    <a:pt x="1291" y="2607"/>
                  </a:lnTo>
                  <a:lnTo>
                    <a:pt x="975" y="2582"/>
                  </a:lnTo>
                  <a:lnTo>
                    <a:pt x="707" y="2558"/>
                  </a:lnTo>
                  <a:lnTo>
                    <a:pt x="463" y="2485"/>
                  </a:lnTo>
                  <a:lnTo>
                    <a:pt x="268" y="2388"/>
                  </a:lnTo>
                  <a:lnTo>
                    <a:pt x="195" y="2314"/>
                  </a:lnTo>
                  <a:lnTo>
                    <a:pt x="122" y="2241"/>
                  </a:lnTo>
                  <a:lnTo>
                    <a:pt x="74" y="2144"/>
                  </a:lnTo>
                  <a:lnTo>
                    <a:pt x="25" y="2047"/>
                  </a:lnTo>
                  <a:lnTo>
                    <a:pt x="1" y="1949"/>
                  </a:lnTo>
                  <a:lnTo>
                    <a:pt x="1" y="1803"/>
                  </a:lnTo>
                  <a:lnTo>
                    <a:pt x="1" y="1803"/>
                  </a:lnTo>
                  <a:lnTo>
                    <a:pt x="1" y="1681"/>
                  </a:lnTo>
                  <a:lnTo>
                    <a:pt x="25" y="1535"/>
                  </a:lnTo>
                  <a:lnTo>
                    <a:pt x="122" y="1219"/>
                  </a:lnTo>
                  <a:lnTo>
                    <a:pt x="268" y="926"/>
                  </a:lnTo>
                  <a:lnTo>
                    <a:pt x="463" y="634"/>
                  </a:lnTo>
                  <a:lnTo>
                    <a:pt x="707" y="390"/>
                  </a:lnTo>
                  <a:lnTo>
                    <a:pt x="829" y="269"/>
                  </a:lnTo>
                  <a:lnTo>
                    <a:pt x="975" y="171"/>
                  </a:lnTo>
                  <a:lnTo>
                    <a:pt x="1121" y="98"/>
                  </a:lnTo>
                  <a:lnTo>
                    <a:pt x="1291" y="49"/>
                  </a:lnTo>
                  <a:lnTo>
                    <a:pt x="1438" y="1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949" y="25"/>
                  </a:lnTo>
                  <a:lnTo>
                    <a:pt x="2241" y="98"/>
                  </a:lnTo>
                  <a:lnTo>
                    <a:pt x="2509" y="220"/>
                  </a:lnTo>
                  <a:lnTo>
                    <a:pt x="2753" y="390"/>
                  </a:lnTo>
                  <a:lnTo>
                    <a:pt x="2948" y="585"/>
                  </a:lnTo>
                  <a:lnTo>
                    <a:pt x="3118" y="804"/>
                  </a:lnTo>
                  <a:lnTo>
                    <a:pt x="3167" y="926"/>
                  </a:lnTo>
                  <a:lnTo>
                    <a:pt x="3191" y="1048"/>
                  </a:lnTo>
                  <a:lnTo>
                    <a:pt x="3215" y="1170"/>
                  </a:lnTo>
                  <a:lnTo>
                    <a:pt x="3240" y="1316"/>
                  </a:lnTo>
                  <a:lnTo>
                    <a:pt x="3240" y="1316"/>
                  </a:lnTo>
                  <a:lnTo>
                    <a:pt x="3215" y="1438"/>
                  </a:lnTo>
                  <a:lnTo>
                    <a:pt x="3191" y="1559"/>
                  </a:lnTo>
                  <a:lnTo>
                    <a:pt x="3167" y="1706"/>
                  </a:lnTo>
                  <a:lnTo>
                    <a:pt x="3118" y="1803"/>
                  </a:lnTo>
                  <a:lnTo>
                    <a:pt x="2948" y="2047"/>
                  </a:lnTo>
                  <a:lnTo>
                    <a:pt x="2753" y="2217"/>
                  </a:lnTo>
                  <a:lnTo>
                    <a:pt x="2509" y="2388"/>
                  </a:lnTo>
                  <a:lnTo>
                    <a:pt x="2241" y="2509"/>
                  </a:lnTo>
                  <a:lnTo>
                    <a:pt x="1949" y="2582"/>
                  </a:lnTo>
                  <a:lnTo>
                    <a:pt x="1608" y="2607"/>
                  </a:lnTo>
                  <a:lnTo>
                    <a:pt x="1608" y="2607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2" name="Google Shape;662;p41"/>
          <p:cNvGrpSpPr/>
          <p:nvPr/>
        </p:nvGrpSpPr>
        <p:grpSpPr>
          <a:xfrm>
            <a:off x="4865531" y="3766924"/>
            <a:ext cx="354145" cy="354145"/>
            <a:chOff x="5964175" y="4329750"/>
            <a:chExt cx="421350" cy="421350"/>
          </a:xfrm>
        </p:grpSpPr>
        <p:sp>
          <p:nvSpPr>
            <p:cNvPr id="663" name="Google Shape;663;p41"/>
            <p:cNvSpPr/>
            <p:nvPr/>
          </p:nvSpPr>
          <p:spPr>
            <a:xfrm>
              <a:off x="5964175" y="4329750"/>
              <a:ext cx="421350" cy="421350"/>
            </a:xfrm>
            <a:custGeom>
              <a:rect b="b" l="l" r="r" t="t"/>
              <a:pathLst>
                <a:path extrusionOk="0" fill="none" h="16854" w="16854">
                  <a:moveTo>
                    <a:pt x="15636" y="14004"/>
                  </a:moveTo>
                  <a:lnTo>
                    <a:pt x="13517" y="6260"/>
                  </a:lnTo>
                  <a:lnTo>
                    <a:pt x="16196" y="3605"/>
                  </a:lnTo>
                  <a:lnTo>
                    <a:pt x="16196" y="3605"/>
                  </a:lnTo>
                  <a:lnTo>
                    <a:pt x="16318" y="3434"/>
                  </a:lnTo>
                  <a:lnTo>
                    <a:pt x="16440" y="3239"/>
                  </a:lnTo>
                  <a:lnTo>
                    <a:pt x="16537" y="3020"/>
                  </a:lnTo>
                  <a:lnTo>
                    <a:pt x="16610" y="2777"/>
                  </a:lnTo>
                  <a:lnTo>
                    <a:pt x="16732" y="2338"/>
                  </a:lnTo>
                  <a:lnTo>
                    <a:pt x="16805" y="2046"/>
                  </a:lnTo>
                  <a:lnTo>
                    <a:pt x="16805" y="2046"/>
                  </a:lnTo>
                  <a:lnTo>
                    <a:pt x="16830" y="1729"/>
                  </a:lnTo>
                  <a:lnTo>
                    <a:pt x="16854" y="1437"/>
                  </a:lnTo>
                  <a:lnTo>
                    <a:pt x="16854" y="1194"/>
                  </a:lnTo>
                  <a:lnTo>
                    <a:pt x="16854" y="950"/>
                  </a:lnTo>
                  <a:lnTo>
                    <a:pt x="16805" y="755"/>
                  </a:lnTo>
                  <a:lnTo>
                    <a:pt x="16732" y="585"/>
                  </a:lnTo>
                  <a:lnTo>
                    <a:pt x="16659" y="414"/>
                  </a:lnTo>
                  <a:lnTo>
                    <a:pt x="16562" y="293"/>
                  </a:lnTo>
                  <a:lnTo>
                    <a:pt x="16562" y="293"/>
                  </a:lnTo>
                  <a:lnTo>
                    <a:pt x="16440" y="195"/>
                  </a:lnTo>
                  <a:lnTo>
                    <a:pt x="16269" y="122"/>
                  </a:lnTo>
                  <a:lnTo>
                    <a:pt x="16099" y="49"/>
                  </a:lnTo>
                  <a:lnTo>
                    <a:pt x="15904" y="0"/>
                  </a:lnTo>
                  <a:lnTo>
                    <a:pt x="15660" y="0"/>
                  </a:lnTo>
                  <a:lnTo>
                    <a:pt x="15417" y="0"/>
                  </a:lnTo>
                  <a:lnTo>
                    <a:pt x="15125" y="25"/>
                  </a:lnTo>
                  <a:lnTo>
                    <a:pt x="14808" y="49"/>
                  </a:lnTo>
                  <a:lnTo>
                    <a:pt x="14808" y="49"/>
                  </a:lnTo>
                  <a:lnTo>
                    <a:pt x="14516" y="122"/>
                  </a:lnTo>
                  <a:lnTo>
                    <a:pt x="14077" y="244"/>
                  </a:lnTo>
                  <a:lnTo>
                    <a:pt x="13834" y="317"/>
                  </a:lnTo>
                  <a:lnTo>
                    <a:pt x="13615" y="414"/>
                  </a:lnTo>
                  <a:lnTo>
                    <a:pt x="13420" y="536"/>
                  </a:lnTo>
                  <a:lnTo>
                    <a:pt x="13249" y="658"/>
                  </a:lnTo>
                  <a:lnTo>
                    <a:pt x="10595" y="3337"/>
                  </a:lnTo>
                  <a:lnTo>
                    <a:pt x="2850" y="1218"/>
                  </a:lnTo>
                  <a:lnTo>
                    <a:pt x="2850" y="1218"/>
                  </a:lnTo>
                  <a:lnTo>
                    <a:pt x="2704" y="1194"/>
                  </a:lnTo>
                  <a:lnTo>
                    <a:pt x="2582" y="1218"/>
                  </a:lnTo>
                  <a:lnTo>
                    <a:pt x="2460" y="1267"/>
                  </a:lnTo>
                  <a:lnTo>
                    <a:pt x="2338" y="1340"/>
                  </a:lnTo>
                  <a:lnTo>
                    <a:pt x="1608" y="2095"/>
                  </a:lnTo>
                  <a:lnTo>
                    <a:pt x="1608" y="2095"/>
                  </a:lnTo>
                  <a:lnTo>
                    <a:pt x="1535" y="2192"/>
                  </a:lnTo>
                  <a:lnTo>
                    <a:pt x="1486" y="2290"/>
                  </a:lnTo>
                  <a:lnTo>
                    <a:pt x="1462" y="2411"/>
                  </a:lnTo>
                  <a:lnTo>
                    <a:pt x="1462" y="2509"/>
                  </a:lnTo>
                  <a:lnTo>
                    <a:pt x="1462" y="2509"/>
                  </a:lnTo>
                  <a:lnTo>
                    <a:pt x="1486" y="2606"/>
                  </a:lnTo>
                  <a:lnTo>
                    <a:pt x="1510" y="2679"/>
                  </a:lnTo>
                  <a:lnTo>
                    <a:pt x="1608" y="2825"/>
                  </a:lnTo>
                  <a:lnTo>
                    <a:pt x="1608" y="2825"/>
                  </a:lnTo>
                  <a:lnTo>
                    <a:pt x="1705" y="2899"/>
                  </a:lnTo>
                  <a:lnTo>
                    <a:pt x="7404" y="6600"/>
                  </a:lnTo>
                  <a:lnTo>
                    <a:pt x="4165" y="10863"/>
                  </a:lnTo>
                  <a:lnTo>
                    <a:pt x="926" y="10302"/>
                  </a:lnTo>
                  <a:lnTo>
                    <a:pt x="926" y="10302"/>
                  </a:lnTo>
                  <a:lnTo>
                    <a:pt x="828" y="10302"/>
                  </a:lnTo>
                  <a:lnTo>
                    <a:pt x="707" y="10327"/>
                  </a:lnTo>
                  <a:lnTo>
                    <a:pt x="609" y="10375"/>
                  </a:lnTo>
                  <a:lnTo>
                    <a:pt x="512" y="10449"/>
                  </a:lnTo>
                  <a:lnTo>
                    <a:pt x="146" y="10814"/>
                  </a:lnTo>
                  <a:lnTo>
                    <a:pt x="146" y="10814"/>
                  </a:lnTo>
                  <a:lnTo>
                    <a:pt x="73" y="10911"/>
                  </a:lnTo>
                  <a:lnTo>
                    <a:pt x="25" y="11033"/>
                  </a:lnTo>
                  <a:lnTo>
                    <a:pt x="0" y="11155"/>
                  </a:lnTo>
                  <a:lnTo>
                    <a:pt x="0" y="11277"/>
                  </a:lnTo>
                  <a:lnTo>
                    <a:pt x="0" y="11277"/>
                  </a:lnTo>
                  <a:lnTo>
                    <a:pt x="49" y="11423"/>
                  </a:lnTo>
                  <a:lnTo>
                    <a:pt x="146" y="11569"/>
                  </a:lnTo>
                  <a:lnTo>
                    <a:pt x="146" y="11569"/>
                  </a:lnTo>
                  <a:lnTo>
                    <a:pt x="244" y="11642"/>
                  </a:lnTo>
                  <a:lnTo>
                    <a:pt x="3434" y="13420"/>
                  </a:lnTo>
                  <a:lnTo>
                    <a:pt x="5212" y="16610"/>
                  </a:lnTo>
                  <a:lnTo>
                    <a:pt x="5212" y="16610"/>
                  </a:lnTo>
                  <a:lnTo>
                    <a:pt x="5285" y="16708"/>
                  </a:lnTo>
                  <a:lnTo>
                    <a:pt x="5285" y="16708"/>
                  </a:lnTo>
                  <a:lnTo>
                    <a:pt x="5431" y="16805"/>
                  </a:lnTo>
                  <a:lnTo>
                    <a:pt x="5578" y="16854"/>
                  </a:lnTo>
                  <a:lnTo>
                    <a:pt x="5578" y="16854"/>
                  </a:lnTo>
                  <a:lnTo>
                    <a:pt x="5699" y="16854"/>
                  </a:lnTo>
                  <a:lnTo>
                    <a:pt x="5821" y="16830"/>
                  </a:lnTo>
                  <a:lnTo>
                    <a:pt x="5943" y="16781"/>
                  </a:lnTo>
                  <a:lnTo>
                    <a:pt x="6040" y="16708"/>
                  </a:lnTo>
                  <a:lnTo>
                    <a:pt x="6406" y="16342"/>
                  </a:lnTo>
                  <a:lnTo>
                    <a:pt x="6406" y="16342"/>
                  </a:lnTo>
                  <a:lnTo>
                    <a:pt x="6479" y="16245"/>
                  </a:lnTo>
                  <a:lnTo>
                    <a:pt x="6527" y="16148"/>
                  </a:lnTo>
                  <a:lnTo>
                    <a:pt x="6552" y="16026"/>
                  </a:lnTo>
                  <a:lnTo>
                    <a:pt x="6552" y="15928"/>
                  </a:lnTo>
                  <a:lnTo>
                    <a:pt x="5992" y="12689"/>
                  </a:lnTo>
                  <a:lnTo>
                    <a:pt x="10254" y="9450"/>
                  </a:lnTo>
                  <a:lnTo>
                    <a:pt x="13956" y="15149"/>
                  </a:lnTo>
                  <a:lnTo>
                    <a:pt x="13956" y="15149"/>
                  </a:lnTo>
                  <a:lnTo>
                    <a:pt x="14029" y="15246"/>
                  </a:lnTo>
                  <a:lnTo>
                    <a:pt x="14029" y="15246"/>
                  </a:lnTo>
                  <a:lnTo>
                    <a:pt x="14175" y="15344"/>
                  </a:lnTo>
                  <a:lnTo>
                    <a:pt x="14248" y="15368"/>
                  </a:lnTo>
                  <a:lnTo>
                    <a:pt x="14345" y="15393"/>
                  </a:lnTo>
                  <a:lnTo>
                    <a:pt x="14345" y="15393"/>
                  </a:lnTo>
                  <a:lnTo>
                    <a:pt x="14443" y="15393"/>
                  </a:lnTo>
                  <a:lnTo>
                    <a:pt x="14565" y="15368"/>
                  </a:lnTo>
                  <a:lnTo>
                    <a:pt x="14662" y="15320"/>
                  </a:lnTo>
                  <a:lnTo>
                    <a:pt x="14759" y="15246"/>
                  </a:lnTo>
                  <a:lnTo>
                    <a:pt x="15514" y="14516"/>
                  </a:lnTo>
                  <a:lnTo>
                    <a:pt x="15514" y="14516"/>
                  </a:lnTo>
                  <a:lnTo>
                    <a:pt x="15587" y="14394"/>
                  </a:lnTo>
                  <a:lnTo>
                    <a:pt x="15636" y="14272"/>
                  </a:lnTo>
                  <a:lnTo>
                    <a:pt x="15660" y="14151"/>
                  </a:lnTo>
                  <a:lnTo>
                    <a:pt x="15636" y="14004"/>
                  </a:lnTo>
                  <a:lnTo>
                    <a:pt x="15636" y="1400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41"/>
            <p:cNvSpPr/>
            <p:nvPr/>
          </p:nvSpPr>
          <p:spPr>
            <a:xfrm>
              <a:off x="6322800" y="4360800"/>
              <a:ext cx="31675" cy="30475"/>
            </a:xfrm>
            <a:custGeom>
              <a:rect b="b" l="l" r="r" t="t"/>
              <a:pathLst>
                <a:path extrusionOk="0" fill="none" h="1219" w="1267">
                  <a:moveTo>
                    <a:pt x="1267" y="1218"/>
                  </a:moveTo>
                  <a:lnTo>
                    <a:pt x="1267" y="1218"/>
                  </a:lnTo>
                  <a:lnTo>
                    <a:pt x="1242" y="999"/>
                  </a:lnTo>
                  <a:lnTo>
                    <a:pt x="1169" y="755"/>
                  </a:lnTo>
                  <a:lnTo>
                    <a:pt x="1048" y="561"/>
                  </a:lnTo>
                  <a:lnTo>
                    <a:pt x="901" y="366"/>
                  </a:lnTo>
                  <a:lnTo>
                    <a:pt x="901" y="366"/>
                  </a:lnTo>
                  <a:lnTo>
                    <a:pt x="707" y="220"/>
                  </a:lnTo>
                  <a:lnTo>
                    <a:pt x="487" y="98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5" name="Google Shape;665;p41"/>
          <p:cNvGrpSpPr/>
          <p:nvPr/>
        </p:nvGrpSpPr>
        <p:grpSpPr>
          <a:xfrm>
            <a:off x="901439" y="4331908"/>
            <a:ext cx="372594" cy="360301"/>
            <a:chOff x="1247825" y="5001950"/>
            <a:chExt cx="443300" cy="428675"/>
          </a:xfrm>
        </p:grpSpPr>
        <p:sp>
          <p:nvSpPr>
            <p:cNvPr id="666" name="Google Shape;666;p41"/>
            <p:cNvSpPr/>
            <p:nvPr/>
          </p:nvSpPr>
          <p:spPr>
            <a:xfrm>
              <a:off x="1247825" y="5168175"/>
              <a:ext cx="373875" cy="221650"/>
            </a:xfrm>
            <a:custGeom>
              <a:rect b="b" l="l" r="r" t="t"/>
              <a:pathLst>
                <a:path extrusionOk="0" fill="none" h="8866" w="14955">
                  <a:moveTo>
                    <a:pt x="12178" y="8865"/>
                  </a:moveTo>
                  <a:lnTo>
                    <a:pt x="12178" y="8865"/>
                  </a:lnTo>
                  <a:lnTo>
                    <a:pt x="12325" y="8841"/>
                  </a:lnTo>
                  <a:lnTo>
                    <a:pt x="12471" y="8792"/>
                  </a:lnTo>
                  <a:lnTo>
                    <a:pt x="12592" y="8695"/>
                  </a:lnTo>
                  <a:lnTo>
                    <a:pt x="12666" y="8573"/>
                  </a:lnTo>
                  <a:lnTo>
                    <a:pt x="12666" y="8573"/>
                  </a:lnTo>
                  <a:lnTo>
                    <a:pt x="12958" y="8037"/>
                  </a:lnTo>
                  <a:lnTo>
                    <a:pt x="13323" y="7331"/>
                  </a:lnTo>
                  <a:lnTo>
                    <a:pt x="13688" y="6454"/>
                  </a:lnTo>
                  <a:lnTo>
                    <a:pt x="13883" y="5991"/>
                  </a:lnTo>
                  <a:lnTo>
                    <a:pt x="14078" y="5480"/>
                  </a:lnTo>
                  <a:lnTo>
                    <a:pt x="14249" y="4944"/>
                  </a:lnTo>
                  <a:lnTo>
                    <a:pt x="14419" y="4360"/>
                  </a:lnTo>
                  <a:lnTo>
                    <a:pt x="14565" y="3775"/>
                  </a:lnTo>
                  <a:lnTo>
                    <a:pt x="14711" y="3166"/>
                  </a:lnTo>
                  <a:lnTo>
                    <a:pt x="14809" y="2533"/>
                  </a:lnTo>
                  <a:lnTo>
                    <a:pt x="14882" y="1875"/>
                  </a:lnTo>
                  <a:lnTo>
                    <a:pt x="14931" y="1218"/>
                  </a:lnTo>
                  <a:lnTo>
                    <a:pt x="14955" y="536"/>
                  </a:lnTo>
                  <a:lnTo>
                    <a:pt x="14955" y="536"/>
                  </a:lnTo>
                  <a:lnTo>
                    <a:pt x="14955" y="438"/>
                  </a:lnTo>
                  <a:lnTo>
                    <a:pt x="14906" y="341"/>
                  </a:lnTo>
                  <a:lnTo>
                    <a:pt x="14857" y="244"/>
                  </a:lnTo>
                  <a:lnTo>
                    <a:pt x="14809" y="146"/>
                  </a:lnTo>
                  <a:lnTo>
                    <a:pt x="14711" y="97"/>
                  </a:lnTo>
                  <a:lnTo>
                    <a:pt x="14614" y="24"/>
                  </a:lnTo>
                  <a:lnTo>
                    <a:pt x="14516" y="0"/>
                  </a:lnTo>
                  <a:lnTo>
                    <a:pt x="14395" y="0"/>
                  </a:lnTo>
                  <a:lnTo>
                    <a:pt x="3338" y="0"/>
                  </a:lnTo>
                  <a:lnTo>
                    <a:pt x="3338" y="0"/>
                  </a:lnTo>
                  <a:lnTo>
                    <a:pt x="3216" y="0"/>
                  </a:lnTo>
                  <a:lnTo>
                    <a:pt x="3118" y="24"/>
                  </a:lnTo>
                  <a:lnTo>
                    <a:pt x="3021" y="97"/>
                  </a:lnTo>
                  <a:lnTo>
                    <a:pt x="2924" y="146"/>
                  </a:lnTo>
                  <a:lnTo>
                    <a:pt x="2875" y="244"/>
                  </a:lnTo>
                  <a:lnTo>
                    <a:pt x="2826" y="341"/>
                  </a:lnTo>
                  <a:lnTo>
                    <a:pt x="2777" y="438"/>
                  </a:lnTo>
                  <a:lnTo>
                    <a:pt x="2777" y="536"/>
                  </a:lnTo>
                  <a:lnTo>
                    <a:pt x="2777" y="536"/>
                  </a:lnTo>
                  <a:lnTo>
                    <a:pt x="2777" y="706"/>
                  </a:lnTo>
                  <a:lnTo>
                    <a:pt x="2777" y="706"/>
                  </a:lnTo>
                  <a:lnTo>
                    <a:pt x="2558" y="633"/>
                  </a:lnTo>
                  <a:lnTo>
                    <a:pt x="2363" y="585"/>
                  </a:lnTo>
                  <a:lnTo>
                    <a:pt x="2144" y="560"/>
                  </a:lnTo>
                  <a:lnTo>
                    <a:pt x="1949" y="536"/>
                  </a:lnTo>
                  <a:lnTo>
                    <a:pt x="1949" y="536"/>
                  </a:lnTo>
                  <a:lnTo>
                    <a:pt x="1755" y="560"/>
                  </a:lnTo>
                  <a:lnTo>
                    <a:pt x="1560" y="585"/>
                  </a:lnTo>
                  <a:lnTo>
                    <a:pt x="1365" y="633"/>
                  </a:lnTo>
                  <a:lnTo>
                    <a:pt x="1194" y="706"/>
                  </a:lnTo>
                  <a:lnTo>
                    <a:pt x="1024" y="779"/>
                  </a:lnTo>
                  <a:lnTo>
                    <a:pt x="853" y="877"/>
                  </a:lnTo>
                  <a:lnTo>
                    <a:pt x="707" y="999"/>
                  </a:lnTo>
                  <a:lnTo>
                    <a:pt x="561" y="1120"/>
                  </a:lnTo>
                  <a:lnTo>
                    <a:pt x="439" y="1242"/>
                  </a:lnTo>
                  <a:lnTo>
                    <a:pt x="342" y="1413"/>
                  </a:lnTo>
                  <a:lnTo>
                    <a:pt x="244" y="1559"/>
                  </a:lnTo>
                  <a:lnTo>
                    <a:pt x="147" y="1729"/>
                  </a:lnTo>
                  <a:lnTo>
                    <a:pt x="98" y="1900"/>
                  </a:lnTo>
                  <a:lnTo>
                    <a:pt x="50" y="2095"/>
                  </a:lnTo>
                  <a:lnTo>
                    <a:pt x="1" y="2289"/>
                  </a:lnTo>
                  <a:lnTo>
                    <a:pt x="1" y="2484"/>
                  </a:lnTo>
                  <a:lnTo>
                    <a:pt x="1" y="2484"/>
                  </a:lnTo>
                  <a:lnTo>
                    <a:pt x="25" y="2850"/>
                  </a:lnTo>
                  <a:lnTo>
                    <a:pt x="98" y="3191"/>
                  </a:lnTo>
                  <a:lnTo>
                    <a:pt x="220" y="3556"/>
                  </a:lnTo>
                  <a:lnTo>
                    <a:pt x="366" y="3872"/>
                  </a:lnTo>
                  <a:lnTo>
                    <a:pt x="561" y="4213"/>
                  </a:lnTo>
                  <a:lnTo>
                    <a:pt x="780" y="4530"/>
                  </a:lnTo>
                  <a:lnTo>
                    <a:pt x="1024" y="4822"/>
                  </a:lnTo>
                  <a:lnTo>
                    <a:pt x="1292" y="5090"/>
                  </a:lnTo>
                  <a:lnTo>
                    <a:pt x="1584" y="5334"/>
                  </a:lnTo>
                  <a:lnTo>
                    <a:pt x="1901" y="5577"/>
                  </a:lnTo>
                  <a:lnTo>
                    <a:pt x="2242" y="5772"/>
                  </a:lnTo>
                  <a:lnTo>
                    <a:pt x="2583" y="5943"/>
                  </a:lnTo>
                  <a:lnTo>
                    <a:pt x="2924" y="6089"/>
                  </a:lnTo>
                  <a:lnTo>
                    <a:pt x="3265" y="6186"/>
                  </a:lnTo>
                  <a:lnTo>
                    <a:pt x="3605" y="6259"/>
                  </a:lnTo>
                  <a:lnTo>
                    <a:pt x="3946" y="6284"/>
                  </a:lnTo>
                  <a:lnTo>
                    <a:pt x="3946" y="6284"/>
                  </a:lnTo>
                  <a:lnTo>
                    <a:pt x="4068" y="6625"/>
                  </a:lnTo>
                  <a:lnTo>
                    <a:pt x="4214" y="6941"/>
                  </a:lnTo>
                  <a:lnTo>
                    <a:pt x="4507" y="7574"/>
                  </a:lnTo>
                  <a:lnTo>
                    <a:pt x="4799" y="8110"/>
                  </a:lnTo>
                  <a:lnTo>
                    <a:pt x="5067" y="8573"/>
                  </a:lnTo>
                  <a:lnTo>
                    <a:pt x="5067" y="8573"/>
                  </a:lnTo>
                  <a:lnTo>
                    <a:pt x="5140" y="8695"/>
                  </a:lnTo>
                  <a:lnTo>
                    <a:pt x="5262" y="8792"/>
                  </a:lnTo>
                  <a:lnTo>
                    <a:pt x="5408" y="8841"/>
                  </a:lnTo>
                  <a:lnTo>
                    <a:pt x="5554" y="8865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41"/>
            <p:cNvSpPr/>
            <p:nvPr/>
          </p:nvSpPr>
          <p:spPr>
            <a:xfrm>
              <a:off x="1275850" y="5209575"/>
              <a:ext cx="60900" cy="87075"/>
            </a:xfrm>
            <a:custGeom>
              <a:rect b="b" l="l" r="r" t="t"/>
              <a:pathLst>
                <a:path extrusionOk="0" fill="none" h="3483" w="2436">
                  <a:moveTo>
                    <a:pt x="0" y="828"/>
                  </a:moveTo>
                  <a:lnTo>
                    <a:pt x="0" y="828"/>
                  </a:lnTo>
                  <a:lnTo>
                    <a:pt x="0" y="658"/>
                  </a:lnTo>
                  <a:lnTo>
                    <a:pt x="49" y="512"/>
                  </a:lnTo>
                  <a:lnTo>
                    <a:pt x="122" y="366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487" y="73"/>
                  </a:lnTo>
                  <a:lnTo>
                    <a:pt x="658" y="25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50" y="0"/>
                  </a:lnTo>
                  <a:lnTo>
                    <a:pt x="1072" y="25"/>
                  </a:lnTo>
                  <a:lnTo>
                    <a:pt x="1340" y="122"/>
                  </a:lnTo>
                  <a:lnTo>
                    <a:pt x="1559" y="268"/>
                  </a:lnTo>
                  <a:lnTo>
                    <a:pt x="1754" y="414"/>
                  </a:lnTo>
                  <a:lnTo>
                    <a:pt x="1754" y="414"/>
                  </a:lnTo>
                  <a:lnTo>
                    <a:pt x="1803" y="780"/>
                  </a:lnTo>
                  <a:lnTo>
                    <a:pt x="1876" y="1169"/>
                  </a:lnTo>
                  <a:lnTo>
                    <a:pt x="2046" y="1997"/>
                  </a:lnTo>
                  <a:lnTo>
                    <a:pt x="2265" y="2801"/>
                  </a:lnTo>
                  <a:lnTo>
                    <a:pt x="2436" y="3483"/>
                  </a:lnTo>
                  <a:lnTo>
                    <a:pt x="2436" y="3483"/>
                  </a:lnTo>
                  <a:lnTo>
                    <a:pt x="2241" y="3434"/>
                  </a:lnTo>
                  <a:lnTo>
                    <a:pt x="2022" y="3361"/>
                  </a:lnTo>
                  <a:lnTo>
                    <a:pt x="1827" y="3264"/>
                  </a:lnTo>
                  <a:lnTo>
                    <a:pt x="1608" y="3142"/>
                  </a:lnTo>
                  <a:lnTo>
                    <a:pt x="1413" y="3020"/>
                  </a:lnTo>
                  <a:lnTo>
                    <a:pt x="1194" y="2874"/>
                  </a:lnTo>
                  <a:lnTo>
                    <a:pt x="999" y="2704"/>
                  </a:lnTo>
                  <a:lnTo>
                    <a:pt x="804" y="2533"/>
                  </a:lnTo>
                  <a:lnTo>
                    <a:pt x="634" y="2338"/>
                  </a:lnTo>
                  <a:lnTo>
                    <a:pt x="487" y="2143"/>
                  </a:lnTo>
                  <a:lnTo>
                    <a:pt x="341" y="1924"/>
                  </a:lnTo>
                  <a:lnTo>
                    <a:pt x="219" y="1729"/>
                  </a:lnTo>
                  <a:lnTo>
                    <a:pt x="122" y="1510"/>
                  </a:lnTo>
                  <a:lnTo>
                    <a:pt x="49" y="1267"/>
                  </a:lnTo>
                  <a:lnTo>
                    <a:pt x="0" y="1047"/>
                  </a:lnTo>
                  <a:lnTo>
                    <a:pt x="0" y="828"/>
                  </a:lnTo>
                  <a:lnTo>
                    <a:pt x="0" y="82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41"/>
            <p:cNvSpPr/>
            <p:nvPr/>
          </p:nvSpPr>
          <p:spPr>
            <a:xfrm>
              <a:off x="1247825" y="5391625"/>
              <a:ext cx="443300" cy="39000"/>
            </a:xfrm>
            <a:custGeom>
              <a:rect b="b" l="l" r="r" t="t"/>
              <a:pathLst>
                <a:path extrusionOk="0" fill="none" h="1560" w="17732">
                  <a:moveTo>
                    <a:pt x="16611" y="1559"/>
                  </a:moveTo>
                  <a:lnTo>
                    <a:pt x="1121" y="1559"/>
                  </a:lnTo>
                  <a:lnTo>
                    <a:pt x="1121" y="1559"/>
                  </a:lnTo>
                  <a:lnTo>
                    <a:pt x="1000" y="1535"/>
                  </a:lnTo>
                  <a:lnTo>
                    <a:pt x="878" y="1510"/>
                  </a:lnTo>
                  <a:lnTo>
                    <a:pt x="780" y="1462"/>
                  </a:lnTo>
                  <a:lnTo>
                    <a:pt x="683" y="1389"/>
                  </a:lnTo>
                  <a:lnTo>
                    <a:pt x="488" y="1218"/>
                  </a:lnTo>
                  <a:lnTo>
                    <a:pt x="318" y="999"/>
                  </a:lnTo>
                  <a:lnTo>
                    <a:pt x="196" y="755"/>
                  </a:lnTo>
                  <a:lnTo>
                    <a:pt x="98" y="487"/>
                  </a:lnTo>
                  <a:lnTo>
                    <a:pt x="25" y="244"/>
                  </a:lnTo>
                  <a:lnTo>
                    <a:pt x="1" y="0"/>
                  </a:lnTo>
                  <a:lnTo>
                    <a:pt x="17731" y="0"/>
                  </a:lnTo>
                  <a:lnTo>
                    <a:pt x="17731" y="0"/>
                  </a:lnTo>
                  <a:lnTo>
                    <a:pt x="17707" y="244"/>
                  </a:lnTo>
                  <a:lnTo>
                    <a:pt x="17634" y="487"/>
                  </a:lnTo>
                  <a:lnTo>
                    <a:pt x="17537" y="755"/>
                  </a:lnTo>
                  <a:lnTo>
                    <a:pt x="17415" y="999"/>
                  </a:lnTo>
                  <a:lnTo>
                    <a:pt x="17244" y="1218"/>
                  </a:lnTo>
                  <a:lnTo>
                    <a:pt x="17049" y="1389"/>
                  </a:lnTo>
                  <a:lnTo>
                    <a:pt x="16952" y="1462"/>
                  </a:lnTo>
                  <a:lnTo>
                    <a:pt x="16855" y="1510"/>
                  </a:lnTo>
                  <a:lnTo>
                    <a:pt x="16733" y="1535"/>
                  </a:lnTo>
                  <a:lnTo>
                    <a:pt x="16611" y="1559"/>
                  </a:lnTo>
                  <a:lnTo>
                    <a:pt x="16611" y="155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41"/>
            <p:cNvSpPr/>
            <p:nvPr/>
          </p:nvSpPr>
          <p:spPr>
            <a:xfrm>
              <a:off x="145485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10" y="317"/>
                  </a:lnTo>
                  <a:lnTo>
                    <a:pt x="512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74" y="1072"/>
                  </a:lnTo>
                  <a:lnTo>
                    <a:pt x="49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49" y="1851"/>
                  </a:lnTo>
                  <a:lnTo>
                    <a:pt x="74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12" y="2606"/>
                  </a:lnTo>
                  <a:lnTo>
                    <a:pt x="610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10" y="3385"/>
                  </a:lnTo>
                  <a:lnTo>
                    <a:pt x="512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74" y="4116"/>
                  </a:lnTo>
                  <a:lnTo>
                    <a:pt x="49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41"/>
            <p:cNvSpPr/>
            <p:nvPr/>
          </p:nvSpPr>
          <p:spPr>
            <a:xfrm>
              <a:off x="1411025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97" y="1072"/>
                  </a:lnTo>
                  <a:lnTo>
                    <a:pt x="49" y="1194"/>
                  </a:lnTo>
                  <a:lnTo>
                    <a:pt x="24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24" y="1705"/>
                  </a:lnTo>
                  <a:lnTo>
                    <a:pt x="49" y="1851"/>
                  </a:lnTo>
                  <a:lnTo>
                    <a:pt x="97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97" y="4116"/>
                  </a:lnTo>
                  <a:lnTo>
                    <a:pt x="49" y="4262"/>
                  </a:lnTo>
                  <a:lnTo>
                    <a:pt x="24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41"/>
            <p:cNvSpPr/>
            <p:nvPr/>
          </p:nvSpPr>
          <p:spPr>
            <a:xfrm>
              <a:off x="1498700" y="5001950"/>
              <a:ext cx="16450" cy="114475"/>
            </a:xfrm>
            <a:custGeom>
              <a:rect b="b" l="l" r="r" t="t"/>
              <a:pathLst>
                <a:path extrusionOk="0" fill="none" h="4579" w="658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8" y="731"/>
                  </a:lnTo>
                  <a:lnTo>
                    <a:pt x="122" y="950"/>
                  </a:lnTo>
                  <a:lnTo>
                    <a:pt x="73" y="1072"/>
                  </a:lnTo>
                  <a:lnTo>
                    <a:pt x="25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25" y="1851"/>
                  </a:lnTo>
                  <a:lnTo>
                    <a:pt x="73" y="1997"/>
                  </a:lnTo>
                  <a:lnTo>
                    <a:pt x="122" y="2095"/>
                  </a:lnTo>
                  <a:lnTo>
                    <a:pt x="268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8" y="3800"/>
                  </a:lnTo>
                  <a:lnTo>
                    <a:pt x="122" y="3994"/>
                  </a:lnTo>
                  <a:lnTo>
                    <a:pt x="73" y="4116"/>
                  </a:lnTo>
                  <a:lnTo>
                    <a:pt x="25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2" name="Google Shape;672;p41"/>
          <p:cNvGrpSpPr/>
          <p:nvPr/>
        </p:nvGrpSpPr>
        <p:grpSpPr>
          <a:xfrm>
            <a:off x="1499685" y="4313985"/>
            <a:ext cx="306068" cy="389992"/>
            <a:chOff x="1959600" y="4980625"/>
            <a:chExt cx="364150" cy="464000"/>
          </a:xfrm>
        </p:grpSpPr>
        <p:sp>
          <p:nvSpPr>
            <p:cNvPr id="673" name="Google Shape;673;p41"/>
            <p:cNvSpPr/>
            <p:nvPr/>
          </p:nvSpPr>
          <p:spPr>
            <a:xfrm>
              <a:off x="1959600" y="4980625"/>
              <a:ext cx="364150" cy="239325"/>
            </a:xfrm>
            <a:custGeom>
              <a:rect b="b" l="l" r="r" t="t"/>
              <a:pathLst>
                <a:path extrusionOk="0" fill="none" h="9573" w="14566">
                  <a:moveTo>
                    <a:pt x="8769" y="9572"/>
                  </a:moveTo>
                  <a:lnTo>
                    <a:pt x="14565" y="9572"/>
                  </a:lnTo>
                  <a:lnTo>
                    <a:pt x="14565" y="6114"/>
                  </a:lnTo>
                  <a:lnTo>
                    <a:pt x="14565" y="6114"/>
                  </a:lnTo>
                  <a:lnTo>
                    <a:pt x="14541" y="6016"/>
                  </a:lnTo>
                  <a:lnTo>
                    <a:pt x="14516" y="5919"/>
                  </a:lnTo>
                  <a:lnTo>
                    <a:pt x="14468" y="5822"/>
                  </a:lnTo>
                  <a:lnTo>
                    <a:pt x="14419" y="5773"/>
                  </a:lnTo>
                  <a:lnTo>
                    <a:pt x="14346" y="5700"/>
                  </a:lnTo>
                  <a:lnTo>
                    <a:pt x="14249" y="5651"/>
                  </a:lnTo>
                  <a:lnTo>
                    <a:pt x="14175" y="5627"/>
                  </a:lnTo>
                  <a:lnTo>
                    <a:pt x="14078" y="5627"/>
                  </a:lnTo>
                  <a:lnTo>
                    <a:pt x="10814" y="5627"/>
                  </a:lnTo>
                  <a:lnTo>
                    <a:pt x="10814" y="5627"/>
                  </a:lnTo>
                  <a:lnTo>
                    <a:pt x="11228" y="5456"/>
                  </a:lnTo>
                  <a:lnTo>
                    <a:pt x="11643" y="5237"/>
                  </a:lnTo>
                  <a:lnTo>
                    <a:pt x="12008" y="4993"/>
                  </a:lnTo>
                  <a:lnTo>
                    <a:pt x="12178" y="4872"/>
                  </a:lnTo>
                  <a:lnTo>
                    <a:pt x="12349" y="4726"/>
                  </a:lnTo>
                  <a:lnTo>
                    <a:pt x="12349" y="4726"/>
                  </a:lnTo>
                  <a:lnTo>
                    <a:pt x="12617" y="4433"/>
                  </a:lnTo>
                  <a:lnTo>
                    <a:pt x="12836" y="4141"/>
                  </a:lnTo>
                  <a:lnTo>
                    <a:pt x="13031" y="3849"/>
                  </a:lnTo>
                  <a:lnTo>
                    <a:pt x="13177" y="3557"/>
                  </a:lnTo>
                  <a:lnTo>
                    <a:pt x="13274" y="3289"/>
                  </a:lnTo>
                  <a:lnTo>
                    <a:pt x="13372" y="3021"/>
                  </a:lnTo>
                  <a:lnTo>
                    <a:pt x="13396" y="2753"/>
                  </a:lnTo>
                  <a:lnTo>
                    <a:pt x="13420" y="2485"/>
                  </a:lnTo>
                  <a:lnTo>
                    <a:pt x="13396" y="2241"/>
                  </a:lnTo>
                  <a:lnTo>
                    <a:pt x="13347" y="1998"/>
                  </a:lnTo>
                  <a:lnTo>
                    <a:pt x="13274" y="1754"/>
                  </a:lnTo>
                  <a:lnTo>
                    <a:pt x="13201" y="1535"/>
                  </a:lnTo>
                  <a:lnTo>
                    <a:pt x="13079" y="1340"/>
                  </a:lnTo>
                  <a:lnTo>
                    <a:pt x="12958" y="1121"/>
                  </a:lnTo>
                  <a:lnTo>
                    <a:pt x="12812" y="951"/>
                  </a:lnTo>
                  <a:lnTo>
                    <a:pt x="12641" y="780"/>
                  </a:lnTo>
                  <a:lnTo>
                    <a:pt x="12641" y="780"/>
                  </a:lnTo>
                  <a:lnTo>
                    <a:pt x="12471" y="610"/>
                  </a:lnTo>
                  <a:lnTo>
                    <a:pt x="12300" y="463"/>
                  </a:lnTo>
                  <a:lnTo>
                    <a:pt x="12105" y="342"/>
                  </a:lnTo>
                  <a:lnTo>
                    <a:pt x="11886" y="220"/>
                  </a:lnTo>
                  <a:lnTo>
                    <a:pt x="11667" y="147"/>
                  </a:lnTo>
                  <a:lnTo>
                    <a:pt x="11423" y="74"/>
                  </a:lnTo>
                  <a:lnTo>
                    <a:pt x="11180" y="25"/>
                  </a:lnTo>
                  <a:lnTo>
                    <a:pt x="10936" y="1"/>
                  </a:lnTo>
                  <a:lnTo>
                    <a:pt x="10668" y="25"/>
                  </a:lnTo>
                  <a:lnTo>
                    <a:pt x="10400" y="49"/>
                  </a:lnTo>
                  <a:lnTo>
                    <a:pt x="10133" y="147"/>
                  </a:lnTo>
                  <a:lnTo>
                    <a:pt x="9865" y="244"/>
                  </a:lnTo>
                  <a:lnTo>
                    <a:pt x="9572" y="390"/>
                  </a:lnTo>
                  <a:lnTo>
                    <a:pt x="9280" y="585"/>
                  </a:lnTo>
                  <a:lnTo>
                    <a:pt x="8988" y="804"/>
                  </a:lnTo>
                  <a:lnTo>
                    <a:pt x="8696" y="1072"/>
                  </a:lnTo>
                  <a:lnTo>
                    <a:pt x="8696" y="1072"/>
                  </a:lnTo>
                  <a:lnTo>
                    <a:pt x="8452" y="1365"/>
                  </a:lnTo>
                  <a:lnTo>
                    <a:pt x="8257" y="1657"/>
                  </a:lnTo>
                  <a:lnTo>
                    <a:pt x="8062" y="1973"/>
                  </a:lnTo>
                  <a:lnTo>
                    <a:pt x="7892" y="2314"/>
                  </a:lnTo>
                  <a:lnTo>
                    <a:pt x="7770" y="2680"/>
                  </a:lnTo>
                  <a:lnTo>
                    <a:pt x="7648" y="3045"/>
                  </a:lnTo>
                  <a:lnTo>
                    <a:pt x="7551" y="3386"/>
                  </a:lnTo>
                  <a:lnTo>
                    <a:pt x="7478" y="3727"/>
                  </a:lnTo>
                  <a:lnTo>
                    <a:pt x="7380" y="4385"/>
                  </a:lnTo>
                  <a:lnTo>
                    <a:pt x="7307" y="489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59" y="4896"/>
                  </a:lnTo>
                  <a:lnTo>
                    <a:pt x="7186" y="4385"/>
                  </a:lnTo>
                  <a:lnTo>
                    <a:pt x="7088" y="3727"/>
                  </a:lnTo>
                  <a:lnTo>
                    <a:pt x="7015" y="3386"/>
                  </a:lnTo>
                  <a:lnTo>
                    <a:pt x="6918" y="3045"/>
                  </a:lnTo>
                  <a:lnTo>
                    <a:pt x="6796" y="2680"/>
                  </a:lnTo>
                  <a:lnTo>
                    <a:pt x="6674" y="2314"/>
                  </a:lnTo>
                  <a:lnTo>
                    <a:pt x="6504" y="1973"/>
                  </a:lnTo>
                  <a:lnTo>
                    <a:pt x="6309" y="1657"/>
                  </a:lnTo>
                  <a:lnTo>
                    <a:pt x="6114" y="1365"/>
                  </a:lnTo>
                  <a:lnTo>
                    <a:pt x="5870" y="1072"/>
                  </a:lnTo>
                  <a:lnTo>
                    <a:pt x="5870" y="1072"/>
                  </a:lnTo>
                  <a:lnTo>
                    <a:pt x="5578" y="804"/>
                  </a:lnTo>
                  <a:lnTo>
                    <a:pt x="5286" y="585"/>
                  </a:lnTo>
                  <a:lnTo>
                    <a:pt x="4994" y="390"/>
                  </a:lnTo>
                  <a:lnTo>
                    <a:pt x="4701" y="244"/>
                  </a:lnTo>
                  <a:lnTo>
                    <a:pt x="4433" y="147"/>
                  </a:lnTo>
                  <a:lnTo>
                    <a:pt x="4166" y="49"/>
                  </a:lnTo>
                  <a:lnTo>
                    <a:pt x="3898" y="25"/>
                  </a:lnTo>
                  <a:lnTo>
                    <a:pt x="3630" y="1"/>
                  </a:lnTo>
                  <a:lnTo>
                    <a:pt x="3386" y="25"/>
                  </a:lnTo>
                  <a:lnTo>
                    <a:pt x="3143" y="74"/>
                  </a:lnTo>
                  <a:lnTo>
                    <a:pt x="2899" y="147"/>
                  </a:lnTo>
                  <a:lnTo>
                    <a:pt x="2680" y="220"/>
                  </a:lnTo>
                  <a:lnTo>
                    <a:pt x="2461" y="342"/>
                  </a:lnTo>
                  <a:lnTo>
                    <a:pt x="2266" y="463"/>
                  </a:lnTo>
                  <a:lnTo>
                    <a:pt x="2095" y="610"/>
                  </a:lnTo>
                  <a:lnTo>
                    <a:pt x="1925" y="780"/>
                  </a:lnTo>
                  <a:lnTo>
                    <a:pt x="1925" y="780"/>
                  </a:lnTo>
                  <a:lnTo>
                    <a:pt x="1754" y="951"/>
                  </a:lnTo>
                  <a:lnTo>
                    <a:pt x="1608" y="1121"/>
                  </a:lnTo>
                  <a:lnTo>
                    <a:pt x="1487" y="1340"/>
                  </a:lnTo>
                  <a:lnTo>
                    <a:pt x="1365" y="1535"/>
                  </a:lnTo>
                  <a:lnTo>
                    <a:pt x="1292" y="1754"/>
                  </a:lnTo>
                  <a:lnTo>
                    <a:pt x="1219" y="1998"/>
                  </a:lnTo>
                  <a:lnTo>
                    <a:pt x="1170" y="2241"/>
                  </a:lnTo>
                  <a:lnTo>
                    <a:pt x="1146" y="2485"/>
                  </a:lnTo>
                  <a:lnTo>
                    <a:pt x="1170" y="2753"/>
                  </a:lnTo>
                  <a:lnTo>
                    <a:pt x="1194" y="3021"/>
                  </a:lnTo>
                  <a:lnTo>
                    <a:pt x="1292" y="3289"/>
                  </a:lnTo>
                  <a:lnTo>
                    <a:pt x="1389" y="3557"/>
                  </a:lnTo>
                  <a:lnTo>
                    <a:pt x="1535" y="3849"/>
                  </a:lnTo>
                  <a:lnTo>
                    <a:pt x="1730" y="4141"/>
                  </a:lnTo>
                  <a:lnTo>
                    <a:pt x="1949" y="4433"/>
                  </a:lnTo>
                  <a:lnTo>
                    <a:pt x="2217" y="4726"/>
                  </a:lnTo>
                  <a:lnTo>
                    <a:pt x="2217" y="4726"/>
                  </a:lnTo>
                  <a:lnTo>
                    <a:pt x="2388" y="4872"/>
                  </a:lnTo>
                  <a:lnTo>
                    <a:pt x="2558" y="4993"/>
                  </a:lnTo>
                  <a:lnTo>
                    <a:pt x="2923" y="5237"/>
                  </a:lnTo>
                  <a:lnTo>
                    <a:pt x="3337" y="5456"/>
                  </a:lnTo>
                  <a:lnTo>
                    <a:pt x="3752" y="5627"/>
                  </a:lnTo>
                  <a:lnTo>
                    <a:pt x="488" y="5627"/>
                  </a:lnTo>
                  <a:lnTo>
                    <a:pt x="488" y="5627"/>
                  </a:lnTo>
                  <a:lnTo>
                    <a:pt x="391" y="5627"/>
                  </a:lnTo>
                  <a:lnTo>
                    <a:pt x="317" y="5651"/>
                  </a:lnTo>
                  <a:lnTo>
                    <a:pt x="220" y="5700"/>
                  </a:lnTo>
                  <a:lnTo>
                    <a:pt x="147" y="5773"/>
                  </a:lnTo>
                  <a:lnTo>
                    <a:pt x="98" y="5822"/>
                  </a:lnTo>
                  <a:lnTo>
                    <a:pt x="50" y="5919"/>
                  </a:lnTo>
                  <a:lnTo>
                    <a:pt x="25" y="6016"/>
                  </a:lnTo>
                  <a:lnTo>
                    <a:pt x="1" y="6114"/>
                  </a:lnTo>
                  <a:lnTo>
                    <a:pt x="1" y="9572"/>
                  </a:lnTo>
                  <a:lnTo>
                    <a:pt x="5797" y="957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41"/>
            <p:cNvSpPr/>
            <p:nvPr/>
          </p:nvSpPr>
          <p:spPr>
            <a:xfrm>
              <a:off x="2053375" y="5121275"/>
              <a:ext cx="176600" cy="25"/>
            </a:xfrm>
            <a:custGeom>
              <a:rect b="b" l="l" r="r" t="t"/>
              <a:pathLst>
                <a:path extrusionOk="0" fill="none" h="1" w="7064">
                  <a:moveTo>
                    <a:pt x="1" y="1"/>
                  </a:moveTo>
                  <a:lnTo>
                    <a:pt x="706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41"/>
            <p:cNvSpPr/>
            <p:nvPr/>
          </p:nvSpPr>
          <p:spPr>
            <a:xfrm>
              <a:off x="2104525" y="5121275"/>
              <a:ext cx="74300" cy="323350"/>
            </a:xfrm>
            <a:custGeom>
              <a:rect b="b" l="l" r="r" t="t"/>
              <a:pathLst>
                <a:path extrusionOk="0" fill="none" h="12934" w="2972">
                  <a:moveTo>
                    <a:pt x="0" y="1"/>
                  </a:moveTo>
                  <a:lnTo>
                    <a:pt x="0" y="12933"/>
                  </a:lnTo>
                  <a:lnTo>
                    <a:pt x="2972" y="12933"/>
                  </a:lnTo>
                  <a:lnTo>
                    <a:pt x="297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41"/>
            <p:cNvSpPr/>
            <p:nvPr/>
          </p:nvSpPr>
          <p:spPr>
            <a:xfrm>
              <a:off x="2166625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902" y="659"/>
                  </a:moveTo>
                  <a:lnTo>
                    <a:pt x="902" y="659"/>
                  </a:lnTo>
                  <a:lnTo>
                    <a:pt x="1194" y="391"/>
                  </a:lnTo>
                  <a:lnTo>
                    <a:pt x="1486" y="196"/>
                  </a:lnTo>
                  <a:lnTo>
                    <a:pt x="1754" y="74"/>
                  </a:lnTo>
                  <a:lnTo>
                    <a:pt x="1900" y="50"/>
                  </a:lnTo>
                  <a:lnTo>
                    <a:pt x="2022" y="25"/>
                  </a:lnTo>
                  <a:lnTo>
                    <a:pt x="2144" y="1"/>
                  </a:lnTo>
                  <a:lnTo>
                    <a:pt x="2290" y="25"/>
                  </a:lnTo>
                  <a:lnTo>
                    <a:pt x="2412" y="50"/>
                  </a:lnTo>
                  <a:lnTo>
                    <a:pt x="2533" y="74"/>
                  </a:lnTo>
                  <a:lnTo>
                    <a:pt x="2655" y="123"/>
                  </a:lnTo>
                  <a:lnTo>
                    <a:pt x="2777" y="196"/>
                  </a:lnTo>
                  <a:lnTo>
                    <a:pt x="3021" y="391"/>
                  </a:lnTo>
                  <a:lnTo>
                    <a:pt x="3021" y="391"/>
                  </a:lnTo>
                  <a:lnTo>
                    <a:pt x="3215" y="634"/>
                  </a:lnTo>
                  <a:lnTo>
                    <a:pt x="3288" y="756"/>
                  </a:lnTo>
                  <a:lnTo>
                    <a:pt x="3337" y="878"/>
                  </a:lnTo>
                  <a:lnTo>
                    <a:pt x="3362" y="999"/>
                  </a:lnTo>
                  <a:lnTo>
                    <a:pt x="3386" y="1121"/>
                  </a:lnTo>
                  <a:lnTo>
                    <a:pt x="3410" y="1267"/>
                  </a:lnTo>
                  <a:lnTo>
                    <a:pt x="3386" y="1389"/>
                  </a:lnTo>
                  <a:lnTo>
                    <a:pt x="3362" y="1535"/>
                  </a:lnTo>
                  <a:lnTo>
                    <a:pt x="3337" y="1657"/>
                  </a:lnTo>
                  <a:lnTo>
                    <a:pt x="3215" y="1925"/>
                  </a:lnTo>
                  <a:lnTo>
                    <a:pt x="3021" y="2217"/>
                  </a:lnTo>
                  <a:lnTo>
                    <a:pt x="2753" y="2509"/>
                  </a:lnTo>
                  <a:lnTo>
                    <a:pt x="2753" y="2509"/>
                  </a:lnTo>
                  <a:lnTo>
                    <a:pt x="2631" y="2607"/>
                  </a:lnTo>
                  <a:lnTo>
                    <a:pt x="2509" y="2704"/>
                  </a:lnTo>
                  <a:lnTo>
                    <a:pt x="2192" y="2899"/>
                  </a:lnTo>
                  <a:lnTo>
                    <a:pt x="1827" y="3045"/>
                  </a:lnTo>
                  <a:lnTo>
                    <a:pt x="1462" y="3167"/>
                  </a:lnTo>
                  <a:lnTo>
                    <a:pt x="1072" y="3264"/>
                  </a:lnTo>
                  <a:lnTo>
                    <a:pt x="682" y="3338"/>
                  </a:lnTo>
                  <a:lnTo>
                    <a:pt x="317" y="3386"/>
                  </a:lnTo>
                  <a:lnTo>
                    <a:pt x="1" y="3411"/>
                  </a:lnTo>
                  <a:lnTo>
                    <a:pt x="1" y="3411"/>
                  </a:lnTo>
                  <a:lnTo>
                    <a:pt x="25" y="3094"/>
                  </a:lnTo>
                  <a:lnTo>
                    <a:pt x="98" y="2729"/>
                  </a:lnTo>
                  <a:lnTo>
                    <a:pt x="147" y="2339"/>
                  </a:lnTo>
                  <a:lnTo>
                    <a:pt x="244" y="1949"/>
                  </a:lnTo>
                  <a:lnTo>
                    <a:pt x="366" y="1584"/>
                  </a:lnTo>
                  <a:lnTo>
                    <a:pt x="512" y="1219"/>
                  </a:lnTo>
                  <a:lnTo>
                    <a:pt x="707" y="902"/>
                  </a:lnTo>
                  <a:lnTo>
                    <a:pt x="804" y="780"/>
                  </a:lnTo>
                  <a:lnTo>
                    <a:pt x="902" y="659"/>
                  </a:lnTo>
                  <a:lnTo>
                    <a:pt x="902" y="65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41"/>
            <p:cNvSpPr/>
            <p:nvPr/>
          </p:nvSpPr>
          <p:spPr>
            <a:xfrm>
              <a:off x="2031450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390" y="391"/>
                  </a:moveTo>
                  <a:lnTo>
                    <a:pt x="390" y="391"/>
                  </a:lnTo>
                  <a:lnTo>
                    <a:pt x="634" y="196"/>
                  </a:lnTo>
                  <a:lnTo>
                    <a:pt x="756" y="123"/>
                  </a:lnTo>
                  <a:lnTo>
                    <a:pt x="878" y="74"/>
                  </a:lnTo>
                  <a:lnTo>
                    <a:pt x="999" y="50"/>
                  </a:lnTo>
                  <a:lnTo>
                    <a:pt x="1121" y="25"/>
                  </a:lnTo>
                  <a:lnTo>
                    <a:pt x="1267" y="1"/>
                  </a:lnTo>
                  <a:lnTo>
                    <a:pt x="1389" y="25"/>
                  </a:lnTo>
                  <a:lnTo>
                    <a:pt x="1511" y="50"/>
                  </a:lnTo>
                  <a:lnTo>
                    <a:pt x="1657" y="74"/>
                  </a:lnTo>
                  <a:lnTo>
                    <a:pt x="1925" y="196"/>
                  </a:lnTo>
                  <a:lnTo>
                    <a:pt x="2217" y="391"/>
                  </a:lnTo>
                  <a:lnTo>
                    <a:pt x="2509" y="659"/>
                  </a:lnTo>
                  <a:lnTo>
                    <a:pt x="2509" y="659"/>
                  </a:lnTo>
                  <a:lnTo>
                    <a:pt x="2607" y="780"/>
                  </a:lnTo>
                  <a:lnTo>
                    <a:pt x="2704" y="902"/>
                  </a:lnTo>
                  <a:lnTo>
                    <a:pt x="2899" y="1219"/>
                  </a:lnTo>
                  <a:lnTo>
                    <a:pt x="3045" y="1584"/>
                  </a:lnTo>
                  <a:lnTo>
                    <a:pt x="3167" y="1949"/>
                  </a:lnTo>
                  <a:lnTo>
                    <a:pt x="3264" y="2339"/>
                  </a:lnTo>
                  <a:lnTo>
                    <a:pt x="3313" y="2729"/>
                  </a:lnTo>
                  <a:lnTo>
                    <a:pt x="3386" y="3094"/>
                  </a:lnTo>
                  <a:lnTo>
                    <a:pt x="3410" y="3411"/>
                  </a:lnTo>
                  <a:lnTo>
                    <a:pt x="3410" y="3411"/>
                  </a:lnTo>
                  <a:lnTo>
                    <a:pt x="3094" y="3386"/>
                  </a:lnTo>
                  <a:lnTo>
                    <a:pt x="2729" y="3338"/>
                  </a:lnTo>
                  <a:lnTo>
                    <a:pt x="2339" y="3264"/>
                  </a:lnTo>
                  <a:lnTo>
                    <a:pt x="1949" y="3167"/>
                  </a:lnTo>
                  <a:lnTo>
                    <a:pt x="1584" y="3045"/>
                  </a:lnTo>
                  <a:lnTo>
                    <a:pt x="1218" y="2899"/>
                  </a:lnTo>
                  <a:lnTo>
                    <a:pt x="902" y="2704"/>
                  </a:lnTo>
                  <a:lnTo>
                    <a:pt x="780" y="2607"/>
                  </a:lnTo>
                  <a:lnTo>
                    <a:pt x="658" y="2509"/>
                  </a:lnTo>
                  <a:lnTo>
                    <a:pt x="658" y="2509"/>
                  </a:lnTo>
                  <a:lnTo>
                    <a:pt x="390" y="2217"/>
                  </a:lnTo>
                  <a:lnTo>
                    <a:pt x="196" y="1925"/>
                  </a:lnTo>
                  <a:lnTo>
                    <a:pt x="74" y="1657"/>
                  </a:lnTo>
                  <a:lnTo>
                    <a:pt x="49" y="1535"/>
                  </a:lnTo>
                  <a:lnTo>
                    <a:pt x="25" y="1389"/>
                  </a:lnTo>
                  <a:lnTo>
                    <a:pt x="1" y="1267"/>
                  </a:lnTo>
                  <a:lnTo>
                    <a:pt x="25" y="1121"/>
                  </a:lnTo>
                  <a:lnTo>
                    <a:pt x="49" y="999"/>
                  </a:lnTo>
                  <a:lnTo>
                    <a:pt x="74" y="878"/>
                  </a:lnTo>
                  <a:lnTo>
                    <a:pt x="123" y="756"/>
                  </a:lnTo>
                  <a:lnTo>
                    <a:pt x="196" y="634"/>
                  </a:lnTo>
                  <a:lnTo>
                    <a:pt x="390" y="391"/>
                  </a:lnTo>
                  <a:lnTo>
                    <a:pt x="390" y="39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41"/>
            <p:cNvSpPr/>
            <p:nvPr/>
          </p:nvSpPr>
          <p:spPr>
            <a:xfrm>
              <a:off x="19791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0" y="0"/>
                  </a:moveTo>
                  <a:lnTo>
                    <a:pt x="0" y="8500"/>
                  </a:lnTo>
                  <a:lnTo>
                    <a:pt x="0" y="8500"/>
                  </a:lnTo>
                  <a:lnTo>
                    <a:pt x="25" y="8598"/>
                  </a:lnTo>
                  <a:lnTo>
                    <a:pt x="49" y="8695"/>
                  </a:lnTo>
                  <a:lnTo>
                    <a:pt x="98" y="8768"/>
                  </a:lnTo>
                  <a:lnTo>
                    <a:pt x="146" y="8841"/>
                  </a:lnTo>
                  <a:lnTo>
                    <a:pt x="219" y="8890"/>
                  </a:lnTo>
                  <a:lnTo>
                    <a:pt x="317" y="8938"/>
                  </a:lnTo>
                  <a:lnTo>
                    <a:pt x="390" y="8963"/>
                  </a:lnTo>
                  <a:lnTo>
                    <a:pt x="487" y="8987"/>
                  </a:lnTo>
                  <a:lnTo>
                    <a:pt x="5017" y="8987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41"/>
            <p:cNvSpPr/>
            <p:nvPr/>
          </p:nvSpPr>
          <p:spPr>
            <a:xfrm>
              <a:off x="21788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1" y="8987"/>
                  </a:moveTo>
                  <a:lnTo>
                    <a:pt x="4531" y="8987"/>
                  </a:lnTo>
                  <a:lnTo>
                    <a:pt x="4531" y="8987"/>
                  </a:lnTo>
                  <a:lnTo>
                    <a:pt x="4628" y="8963"/>
                  </a:lnTo>
                  <a:lnTo>
                    <a:pt x="4701" y="8938"/>
                  </a:lnTo>
                  <a:lnTo>
                    <a:pt x="4799" y="8890"/>
                  </a:lnTo>
                  <a:lnTo>
                    <a:pt x="4872" y="8841"/>
                  </a:lnTo>
                  <a:lnTo>
                    <a:pt x="4920" y="8768"/>
                  </a:lnTo>
                  <a:lnTo>
                    <a:pt x="4969" y="8695"/>
                  </a:lnTo>
                  <a:lnTo>
                    <a:pt x="4993" y="8598"/>
                  </a:lnTo>
                  <a:lnTo>
                    <a:pt x="5018" y="8500"/>
                  </a:lnTo>
                  <a:lnTo>
                    <a:pt x="501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0" name="Google Shape;680;p41"/>
          <p:cNvGrpSpPr/>
          <p:nvPr/>
        </p:nvGrpSpPr>
        <p:grpSpPr>
          <a:xfrm>
            <a:off x="2042165" y="4328840"/>
            <a:ext cx="351077" cy="360806"/>
            <a:chOff x="2605025" y="4998300"/>
            <a:chExt cx="417700" cy="429275"/>
          </a:xfrm>
        </p:grpSpPr>
        <p:sp>
          <p:nvSpPr>
            <p:cNvPr id="681" name="Google Shape;681;p41"/>
            <p:cNvSpPr/>
            <p:nvPr/>
          </p:nvSpPr>
          <p:spPr>
            <a:xfrm>
              <a:off x="2819350" y="5216875"/>
              <a:ext cx="202150" cy="210700"/>
            </a:xfrm>
            <a:custGeom>
              <a:rect b="b" l="l" r="r" t="t"/>
              <a:pathLst>
                <a:path extrusionOk="0" fill="none" h="8428" w="8086">
                  <a:moveTo>
                    <a:pt x="0" y="1851"/>
                  </a:moveTo>
                  <a:lnTo>
                    <a:pt x="5797" y="8135"/>
                  </a:lnTo>
                  <a:lnTo>
                    <a:pt x="5797" y="8135"/>
                  </a:lnTo>
                  <a:lnTo>
                    <a:pt x="5943" y="8257"/>
                  </a:lnTo>
                  <a:lnTo>
                    <a:pt x="6113" y="8354"/>
                  </a:lnTo>
                  <a:lnTo>
                    <a:pt x="6284" y="8403"/>
                  </a:lnTo>
                  <a:lnTo>
                    <a:pt x="6478" y="8427"/>
                  </a:lnTo>
                  <a:lnTo>
                    <a:pt x="6649" y="8403"/>
                  </a:lnTo>
                  <a:lnTo>
                    <a:pt x="6819" y="8354"/>
                  </a:lnTo>
                  <a:lnTo>
                    <a:pt x="6990" y="8257"/>
                  </a:lnTo>
                  <a:lnTo>
                    <a:pt x="7136" y="8135"/>
                  </a:lnTo>
                  <a:lnTo>
                    <a:pt x="7818" y="7453"/>
                  </a:lnTo>
                  <a:lnTo>
                    <a:pt x="7818" y="7453"/>
                  </a:lnTo>
                  <a:lnTo>
                    <a:pt x="7940" y="7307"/>
                  </a:lnTo>
                  <a:lnTo>
                    <a:pt x="8037" y="7136"/>
                  </a:lnTo>
                  <a:lnTo>
                    <a:pt x="8086" y="6966"/>
                  </a:lnTo>
                  <a:lnTo>
                    <a:pt x="8086" y="6795"/>
                  </a:lnTo>
                  <a:lnTo>
                    <a:pt x="8086" y="6601"/>
                  </a:lnTo>
                  <a:lnTo>
                    <a:pt x="8037" y="6430"/>
                  </a:lnTo>
                  <a:lnTo>
                    <a:pt x="7940" y="6260"/>
                  </a:lnTo>
                  <a:lnTo>
                    <a:pt x="7818" y="6114"/>
                  </a:lnTo>
                  <a:lnTo>
                    <a:pt x="1705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1"/>
            <p:cNvSpPr/>
            <p:nvPr/>
          </p:nvSpPr>
          <p:spPr>
            <a:xfrm>
              <a:off x="2606225" y="4998300"/>
              <a:ext cx="203400" cy="207650"/>
            </a:xfrm>
            <a:custGeom>
              <a:rect b="b" l="l" r="r" t="t"/>
              <a:pathLst>
                <a:path extrusionOk="0" fill="none" h="8306" w="8136">
                  <a:moveTo>
                    <a:pt x="8135" y="6649"/>
                  </a:moveTo>
                  <a:lnTo>
                    <a:pt x="4433" y="2947"/>
                  </a:lnTo>
                  <a:lnTo>
                    <a:pt x="1730" y="244"/>
                  </a:lnTo>
                  <a:lnTo>
                    <a:pt x="1730" y="244"/>
                  </a:lnTo>
                  <a:lnTo>
                    <a:pt x="1584" y="122"/>
                  </a:lnTo>
                  <a:lnTo>
                    <a:pt x="1413" y="49"/>
                  </a:lnTo>
                  <a:lnTo>
                    <a:pt x="1243" y="0"/>
                  </a:lnTo>
                  <a:lnTo>
                    <a:pt x="1048" y="0"/>
                  </a:lnTo>
                  <a:lnTo>
                    <a:pt x="878" y="0"/>
                  </a:lnTo>
                  <a:lnTo>
                    <a:pt x="683" y="49"/>
                  </a:lnTo>
                  <a:lnTo>
                    <a:pt x="512" y="122"/>
                  </a:lnTo>
                  <a:lnTo>
                    <a:pt x="390" y="244"/>
                  </a:lnTo>
                  <a:lnTo>
                    <a:pt x="390" y="244"/>
                  </a:lnTo>
                  <a:lnTo>
                    <a:pt x="269" y="365"/>
                  </a:lnTo>
                  <a:lnTo>
                    <a:pt x="171" y="511"/>
                  </a:lnTo>
                  <a:lnTo>
                    <a:pt x="98" y="682"/>
                  </a:lnTo>
                  <a:lnTo>
                    <a:pt x="50" y="852"/>
                  </a:lnTo>
                  <a:lnTo>
                    <a:pt x="1" y="1023"/>
                  </a:lnTo>
                  <a:lnTo>
                    <a:pt x="1" y="1218"/>
                  </a:lnTo>
                  <a:lnTo>
                    <a:pt x="1" y="1413"/>
                  </a:lnTo>
                  <a:lnTo>
                    <a:pt x="1" y="1607"/>
                  </a:lnTo>
                  <a:lnTo>
                    <a:pt x="74" y="2021"/>
                  </a:lnTo>
                  <a:lnTo>
                    <a:pt x="220" y="2484"/>
                  </a:lnTo>
                  <a:lnTo>
                    <a:pt x="390" y="2923"/>
                  </a:lnTo>
                  <a:lnTo>
                    <a:pt x="610" y="3385"/>
                  </a:lnTo>
                  <a:lnTo>
                    <a:pt x="853" y="3872"/>
                  </a:lnTo>
                  <a:lnTo>
                    <a:pt x="1121" y="4311"/>
                  </a:lnTo>
                  <a:lnTo>
                    <a:pt x="1413" y="4774"/>
                  </a:lnTo>
                  <a:lnTo>
                    <a:pt x="1706" y="5188"/>
                  </a:lnTo>
                  <a:lnTo>
                    <a:pt x="1998" y="5577"/>
                  </a:lnTo>
                  <a:lnTo>
                    <a:pt x="2290" y="5943"/>
                  </a:lnTo>
                  <a:lnTo>
                    <a:pt x="2582" y="6284"/>
                  </a:lnTo>
                  <a:lnTo>
                    <a:pt x="2850" y="6551"/>
                  </a:lnTo>
                  <a:lnTo>
                    <a:pt x="2850" y="6551"/>
                  </a:lnTo>
                  <a:lnTo>
                    <a:pt x="3070" y="6771"/>
                  </a:lnTo>
                  <a:lnTo>
                    <a:pt x="3313" y="6966"/>
                  </a:lnTo>
                  <a:lnTo>
                    <a:pt x="3557" y="7136"/>
                  </a:lnTo>
                  <a:lnTo>
                    <a:pt x="3800" y="7307"/>
                  </a:lnTo>
                  <a:lnTo>
                    <a:pt x="4312" y="7599"/>
                  </a:lnTo>
                  <a:lnTo>
                    <a:pt x="4823" y="7818"/>
                  </a:lnTo>
                  <a:lnTo>
                    <a:pt x="5310" y="8013"/>
                  </a:lnTo>
                  <a:lnTo>
                    <a:pt x="5724" y="8159"/>
                  </a:lnTo>
                  <a:lnTo>
                    <a:pt x="6333" y="8305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1"/>
            <p:cNvSpPr/>
            <p:nvPr/>
          </p:nvSpPr>
          <p:spPr>
            <a:xfrm>
              <a:off x="2605025" y="5003775"/>
              <a:ext cx="417700" cy="417700"/>
            </a:xfrm>
            <a:custGeom>
              <a:rect b="b" l="l" r="r" t="t"/>
              <a:pathLst>
                <a:path extrusionOk="0" fill="none" h="16708" w="16708">
                  <a:moveTo>
                    <a:pt x="13931" y="6820"/>
                  </a:moveTo>
                  <a:lnTo>
                    <a:pt x="13931" y="6820"/>
                  </a:lnTo>
                  <a:lnTo>
                    <a:pt x="14126" y="6625"/>
                  </a:lnTo>
                  <a:lnTo>
                    <a:pt x="14345" y="6357"/>
                  </a:lnTo>
                  <a:lnTo>
                    <a:pt x="14784" y="5797"/>
                  </a:lnTo>
                  <a:lnTo>
                    <a:pt x="15246" y="5139"/>
                  </a:lnTo>
                  <a:lnTo>
                    <a:pt x="15685" y="4482"/>
                  </a:lnTo>
                  <a:lnTo>
                    <a:pt x="16367" y="3386"/>
                  </a:lnTo>
                  <a:lnTo>
                    <a:pt x="16659" y="2923"/>
                  </a:lnTo>
                  <a:lnTo>
                    <a:pt x="16659" y="2923"/>
                  </a:lnTo>
                  <a:lnTo>
                    <a:pt x="16708" y="2825"/>
                  </a:lnTo>
                  <a:lnTo>
                    <a:pt x="16708" y="2728"/>
                  </a:lnTo>
                  <a:lnTo>
                    <a:pt x="16708" y="2655"/>
                  </a:lnTo>
                  <a:lnTo>
                    <a:pt x="16659" y="2582"/>
                  </a:lnTo>
                  <a:lnTo>
                    <a:pt x="16659" y="2582"/>
                  </a:lnTo>
                  <a:lnTo>
                    <a:pt x="16586" y="2533"/>
                  </a:lnTo>
                  <a:lnTo>
                    <a:pt x="16488" y="2533"/>
                  </a:lnTo>
                  <a:lnTo>
                    <a:pt x="16415" y="2533"/>
                  </a:lnTo>
                  <a:lnTo>
                    <a:pt x="16318" y="2582"/>
                  </a:lnTo>
                  <a:lnTo>
                    <a:pt x="13615" y="4944"/>
                  </a:lnTo>
                  <a:lnTo>
                    <a:pt x="13615" y="4944"/>
                  </a:lnTo>
                  <a:lnTo>
                    <a:pt x="13541" y="4993"/>
                  </a:lnTo>
                  <a:lnTo>
                    <a:pt x="13420" y="4993"/>
                  </a:lnTo>
                  <a:lnTo>
                    <a:pt x="13322" y="4969"/>
                  </a:lnTo>
                  <a:lnTo>
                    <a:pt x="13200" y="4871"/>
                  </a:lnTo>
                  <a:lnTo>
                    <a:pt x="13200" y="4871"/>
                  </a:lnTo>
                  <a:lnTo>
                    <a:pt x="13103" y="4749"/>
                  </a:lnTo>
                  <a:lnTo>
                    <a:pt x="13054" y="4628"/>
                  </a:lnTo>
                  <a:lnTo>
                    <a:pt x="13054" y="4530"/>
                  </a:lnTo>
                  <a:lnTo>
                    <a:pt x="13103" y="4433"/>
                  </a:lnTo>
                  <a:lnTo>
                    <a:pt x="13103" y="4433"/>
                  </a:lnTo>
                  <a:lnTo>
                    <a:pt x="15563" y="1486"/>
                  </a:lnTo>
                  <a:lnTo>
                    <a:pt x="15563" y="1486"/>
                  </a:lnTo>
                  <a:lnTo>
                    <a:pt x="15612" y="1388"/>
                  </a:lnTo>
                  <a:lnTo>
                    <a:pt x="15612" y="1315"/>
                  </a:lnTo>
                  <a:lnTo>
                    <a:pt x="15612" y="1218"/>
                  </a:lnTo>
                  <a:lnTo>
                    <a:pt x="15563" y="1145"/>
                  </a:lnTo>
                  <a:lnTo>
                    <a:pt x="15563" y="1145"/>
                  </a:lnTo>
                  <a:lnTo>
                    <a:pt x="15490" y="1096"/>
                  </a:lnTo>
                  <a:lnTo>
                    <a:pt x="15392" y="1096"/>
                  </a:lnTo>
                  <a:lnTo>
                    <a:pt x="15319" y="1096"/>
                  </a:lnTo>
                  <a:lnTo>
                    <a:pt x="15222" y="1145"/>
                  </a:lnTo>
                  <a:lnTo>
                    <a:pt x="15222" y="1145"/>
                  </a:lnTo>
                  <a:lnTo>
                    <a:pt x="12275" y="3605"/>
                  </a:lnTo>
                  <a:lnTo>
                    <a:pt x="12275" y="3605"/>
                  </a:lnTo>
                  <a:lnTo>
                    <a:pt x="12178" y="3653"/>
                  </a:lnTo>
                  <a:lnTo>
                    <a:pt x="12080" y="3653"/>
                  </a:lnTo>
                  <a:lnTo>
                    <a:pt x="11958" y="3605"/>
                  </a:lnTo>
                  <a:lnTo>
                    <a:pt x="11861" y="3507"/>
                  </a:lnTo>
                  <a:lnTo>
                    <a:pt x="11861" y="3507"/>
                  </a:lnTo>
                  <a:lnTo>
                    <a:pt x="11764" y="3386"/>
                  </a:lnTo>
                  <a:lnTo>
                    <a:pt x="11715" y="3288"/>
                  </a:lnTo>
                  <a:lnTo>
                    <a:pt x="11715" y="3166"/>
                  </a:lnTo>
                  <a:lnTo>
                    <a:pt x="11764" y="3093"/>
                  </a:lnTo>
                  <a:lnTo>
                    <a:pt x="14126" y="390"/>
                  </a:lnTo>
                  <a:lnTo>
                    <a:pt x="14126" y="390"/>
                  </a:lnTo>
                  <a:lnTo>
                    <a:pt x="14175" y="292"/>
                  </a:lnTo>
                  <a:lnTo>
                    <a:pt x="14175" y="219"/>
                  </a:lnTo>
                  <a:lnTo>
                    <a:pt x="14175" y="122"/>
                  </a:lnTo>
                  <a:lnTo>
                    <a:pt x="14126" y="49"/>
                  </a:lnTo>
                  <a:lnTo>
                    <a:pt x="14126" y="49"/>
                  </a:lnTo>
                  <a:lnTo>
                    <a:pt x="14053" y="0"/>
                  </a:lnTo>
                  <a:lnTo>
                    <a:pt x="13980" y="0"/>
                  </a:lnTo>
                  <a:lnTo>
                    <a:pt x="13882" y="0"/>
                  </a:lnTo>
                  <a:lnTo>
                    <a:pt x="13785" y="49"/>
                  </a:lnTo>
                  <a:lnTo>
                    <a:pt x="13785" y="49"/>
                  </a:lnTo>
                  <a:lnTo>
                    <a:pt x="13322" y="341"/>
                  </a:lnTo>
                  <a:lnTo>
                    <a:pt x="12226" y="1023"/>
                  </a:lnTo>
                  <a:lnTo>
                    <a:pt x="11569" y="1462"/>
                  </a:lnTo>
                  <a:lnTo>
                    <a:pt x="10911" y="1924"/>
                  </a:lnTo>
                  <a:lnTo>
                    <a:pt x="10351" y="2363"/>
                  </a:lnTo>
                  <a:lnTo>
                    <a:pt x="10083" y="2582"/>
                  </a:lnTo>
                  <a:lnTo>
                    <a:pt x="9888" y="2777"/>
                  </a:lnTo>
                  <a:lnTo>
                    <a:pt x="9888" y="2777"/>
                  </a:lnTo>
                  <a:lnTo>
                    <a:pt x="9766" y="2898"/>
                  </a:lnTo>
                  <a:lnTo>
                    <a:pt x="9669" y="3045"/>
                  </a:lnTo>
                  <a:lnTo>
                    <a:pt x="9572" y="3215"/>
                  </a:lnTo>
                  <a:lnTo>
                    <a:pt x="9499" y="3410"/>
                  </a:lnTo>
                  <a:lnTo>
                    <a:pt x="9377" y="3824"/>
                  </a:lnTo>
                  <a:lnTo>
                    <a:pt x="9304" y="4262"/>
                  </a:lnTo>
                  <a:lnTo>
                    <a:pt x="9255" y="4701"/>
                  </a:lnTo>
                  <a:lnTo>
                    <a:pt x="9279" y="5163"/>
                  </a:lnTo>
                  <a:lnTo>
                    <a:pt x="9328" y="5577"/>
                  </a:lnTo>
                  <a:lnTo>
                    <a:pt x="9352" y="5772"/>
                  </a:lnTo>
                  <a:lnTo>
                    <a:pt x="9425" y="5943"/>
                  </a:lnTo>
                  <a:lnTo>
                    <a:pt x="268" y="14418"/>
                  </a:lnTo>
                  <a:lnTo>
                    <a:pt x="268" y="14418"/>
                  </a:lnTo>
                  <a:lnTo>
                    <a:pt x="146" y="14564"/>
                  </a:lnTo>
                  <a:lnTo>
                    <a:pt x="73" y="14735"/>
                  </a:lnTo>
                  <a:lnTo>
                    <a:pt x="0" y="14905"/>
                  </a:lnTo>
                  <a:lnTo>
                    <a:pt x="0" y="15076"/>
                  </a:lnTo>
                  <a:lnTo>
                    <a:pt x="0" y="15271"/>
                  </a:lnTo>
                  <a:lnTo>
                    <a:pt x="73" y="15441"/>
                  </a:lnTo>
                  <a:lnTo>
                    <a:pt x="146" y="15612"/>
                  </a:lnTo>
                  <a:lnTo>
                    <a:pt x="268" y="15758"/>
                  </a:lnTo>
                  <a:lnTo>
                    <a:pt x="950" y="16440"/>
                  </a:lnTo>
                  <a:lnTo>
                    <a:pt x="950" y="16440"/>
                  </a:lnTo>
                  <a:lnTo>
                    <a:pt x="1096" y="16562"/>
                  </a:lnTo>
                  <a:lnTo>
                    <a:pt x="1267" y="16635"/>
                  </a:lnTo>
                  <a:lnTo>
                    <a:pt x="1437" y="16708"/>
                  </a:lnTo>
                  <a:lnTo>
                    <a:pt x="1632" y="16708"/>
                  </a:lnTo>
                  <a:lnTo>
                    <a:pt x="1802" y="16708"/>
                  </a:lnTo>
                  <a:lnTo>
                    <a:pt x="1973" y="16635"/>
                  </a:lnTo>
                  <a:lnTo>
                    <a:pt x="2143" y="16562"/>
                  </a:lnTo>
                  <a:lnTo>
                    <a:pt x="2289" y="16440"/>
                  </a:lnTo>
                  <a:lnTo>
                    <a:pt x="10765" y="7282"/>
                  </a:lnTo>
                  <a:lnTo>
                    <a:pt x="10765" y="7282"/>
                  </a:lnTo>
                  <a:lnTo>
                    <a:pt x="11130" y="7380"/>
                  </a:lnTo>
                  <a:lnTo>
                    <a:pt x="11544" y="7428"/>
                  </a:lnTo>
                  <a:lnTo>
                    <a:pt x="12007" y="7453"/>
                  </a:lnTo>
                  <a:lnTo>
                    <a:pt x="12445" y="7404"/>
                  </a:lnTo>
                  <a:lnTo>
                    <a:pt x="12884" y="7331"/>
                  </a:lnTo>
                  <a:lnTo>
                    <a:pt x="13298" y="7209"/>
                  </a:lnTo>
                  <a:lnTo>
                    <a:pt x="13493" y="7136"/>
                  </a:lnTo>
                  <a:lnTo>
                    <a:pt x="13663" y="7039"/>
                  </a:lnTo>
                  <a:lnTo>
                    <a:pt x="13809" y="6941"/>
                  </a:lnTo>
                  <a:lnTo>
                    <a:pt x="13931" y="6820"/>
                  </a:lnTo>
                  <a:lnTo>
                    <a:pt x="13931" y="682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4" name="Google Shape;684;p41"/>
          <p:cNvGrpSpPr/>
          <p:nvPr/>
        </p:nvGrpSpPr>
        <p:grpSpPr>
          <a:xfrm>
            <a:off x="2572857" y="4331908"/>
            <a:ext cx="419662" cy="349543"/>
            <a:chOff x="3236425" y="5001950"/>
            <a:chExt cx="499300" cy="415875"/>
          </a:xfrm>
        </p:grpSpPr>
        <p:sp>
          <p:nvSpPr>
            <p:cNvPr id="685" name="Google Shape;685;p41"/>
            <p:cNvSpPr/>
            <p:nvPr/>
          </p:nvSpPr>
          <p:spPr>
            <a:xfrm>
              <a:off x="3236425" y="5309425"/>
              <a:ext cx="499300" cy="108400"/>
            </a:xfrm>
            <a:custGeom>
              <a:rect b="b" l="l" r="r" t="t"/>
              <a:pathLst>
                <a:path extrusionOk="0" fill="none" h="4336" w="19972">
                  <a:moveTo>
                    <a:pt x="19533" y="0"/>
                  </a:moveTo>
                  <a:lnTo>
                    <a:pt x="439" y="0"/>
                  </a:lnTo>
                  <a:lnTo>
                    <a:pt x="439" y="0"/>
                  </a:lnTo>
                  <a:lnTo>
                    <a:pt x="365" y="0"/>
                  </a:lnTo>
                  <a:lnTo>
                    <a:pt x="268" y="25"/>
                  </a:lnTo>
                  <a:lnTo>
                    <a:pt x="195" y="73"/>
                  </a:lnTo>
                  <a:lnTo>
                    <a:pt x="122" y="122"/>
                  </a:lnTo>
                  <a:lnTo>
                    <a:pt x="73" y="195"/>
                  </a:lnTo>
                  <a:lnTo>
                    <a:pt x="49" y="268"/>
                  </a:lnTo>
                  <a:lnTo>
                    <a:pt x="25" y="341"/>
                  </a:lnTo>
                  <a:lnTo>
                    <a:pt x="0" y="439"/>
                  </a:lnTo>
                  <a:lnTo>
                    <a:pt x="0" y="439"/>
                  </a:lnTo>
                  <a:lnTo>
                    <a:pt x="25" y="512"/>
                  </a:lnTo>
                  <a:lnTo>
                    <a:pt x="49" y="585"/>
                  </a:lnTo>
                  <a:lnTo>
                    <a:pt x="73" y="658"/>
                  </a:lnTo>
                  <a:lnTo>
                    <a:pt x="122" y="731"/>
                  </a:lnTo>
                  <a:lnTo>
                    <a:pt x="195" y="780"/>
                  </a:lnTo>
                  <a:lnTo>
                    <a:pt x="268" y="828"/>
                  </a:lnTo>
                  <a:lnTo>
                    <a:pt x="365" y="853"/>
                  </a:lnTo>
                  <a:lnTo>
                    <a:pt x="439" y="853"/>
                  </a:lnTo>
                  <a:lnTo>
                    <a:pt x="439" y="853"/>
                  </a:lnTo>
                  <a:lnTo>
                    <a:pt x="487" y="877"/>
                  </a:lnTo>
                  <a:lnTo>
                    <a:pt x="560" y="902"/>
                  </a:lnTo>
                  <a:lnTo>
                    <a:pt x="706" y="1048"/>
                  </a:lnTo>
                  <a:lnTo>
                    <a:pt x="853" y="1242"/>
                  </a:lnTo>
                  <a:lnTo>
                    <a:pt x="1023" y="1486"/>
                  </a:lnTo>
                  <a:lnTo>
                    <a:pt x="1340" y="2022"/>
                  </a:lnTo>
                  <a:lnTo>
                    <a:pt x="1632" y="2509"/>
                  </a:lnTo>
                  <a:lnTo>
                    <a:pt x="1632" y="2509"/>
                  </a:lnTo>
                  <a:lnTo>
                    <a:pt x="1900" y="2996"/>
                  </a:lnTo>
                  <a:lnTo>
                    <a:pt x="2168" y="3459"/>
                  </a:lnTo>
                  <a:lnTo>
                    <a:pt x="2460" y="3873"/>
                  </a:lnTo>
                  <a:lnTo>
                    <a:pt x="2582" y="4043"/>
                  </a:lnTo>
                  <a:lnTo>
                    <a:pt x="2728" y="4214"/>
                  </a:lnTo>
                  <a:lnTo>
                    <a:pt x="2728" y="4214"/>
                  </a:lnTo>
                  <a:lnTo>
                    <a:pt x="2801" y="4263"/>
                  </a:lnTo>
                  <a:lnTo>
                    <a:pt x="2874" y="4287"/>
                  </a:lnTo>
                  <a:lnTo>
                    <a:pt x="2971" y="4311"/>
                  </a:lnTo>
                  <a:lnTo>
                    <a:pt x="3045" y="4336"/>
                  </a:lnTo>
                  <a:lnTo>
                    <a:pt x="16927" y="4336"/>
                  </a:lnTo>
                  <a:lnTo>
                    <a:pt x="16927" y="4336"/>
                  </a:lnTo>
                  <a:lnTo>
                    <a:pt x="17000" y="4311"/>
                  </a:lnTo>
                  <a:lnTo>
                    <a:pt x="17097" y="4287"/>
                  </a:lnTo>
                  <a:lnTo>
                    <a:pt x="17170" y="4263"/>
                  </a:lnTo>
                  <a:lnTo>
                    <a:pt x="17243" y="4214"/>
                  </a:lnTo>
                  <a:lnTo>
                    <a:pt x="17243" y="4214"/>
                  </a:lnTo>
                  <a:lnTo>
                    <a:pt x="17390" y="4043"/>
                  </a:lnTo>
                  <a:lnTo>
                    <a:pt x="17511" y="3873"/>
                  </a:lnTo>
                  <a:lnTo>
                    <a:pt x="17804" y="3459"/>
                  </a:lnTo>
                  <a:lnTo>
                    <a:pt x="18072" y="2996"/>
                  </a:lnTo>
                  <a:lnTo>
                    <a:pt x="18339" y="2509"/>
                  </a:lnTo>
                  <a:lnTo>
                    <a:pt x="18339" y="2509"/>
                  </a:lnTo>
                  <a:lnTo>
                    <a:pt x="18632" y="2022"/>
                  </a:lnTo>
                  <a:lnTo>
                    <a:pt x="18948" y="1486"/>
                  </a:lnTo>
                  <a:lnTo>
                    <a:pt x="19119" y="1242"/>
                  </a:lnTo>
                  <a:lnTo>
                    <a:pt x="19265" y="1048"/>
                  </a:lnTo>
                  <a:lnTo>
                    <a:pt x="19411" y="902"/>
                  </a:lnTo>
                  <a:lnTo>
                    <a:pt x="19484" y="877"/>
                  </a:lnTo>
                  <a:lnTo>
                    <a:pt x="19533" y="853"/>
                  </a:lnTo>
                  <a:lnTo>
                    <a:pt x="19533" y="853"/>
                  </a:lnTo>
                  <a:lnTo>
                    <a:pt x="19606" y="853"/>
                  </a:lnTo>
                  <a:lnTo>
                    <a:pt x="19703" y="828"/>
                  </a:lnTo>
                  <a:lnTo>
                    <a:pt x="19776" y="780"/>
                  </a:lnTo>
                  <a:lnTo>
                    <a:pt x="19849" y="731"/>
                  </a:lnTo>
                  <a:lnTo>
                    <a:pt x="19898" y="658"/>
                  </a:lnTo>
                  <a:lnTo>
                    <a:pt x="19922" y="585"/>
                  </a:lnTo>
                  <a:lnTo>
                    <a:pt x="19947" y="512"/>
                  </a:lnTo>
                  <a:lnTo>
                    <a:pt x="19971" y="439"/>
                  </a:lnTo>
                  <a:lnTo>
                    <a:pt x="19971" y="439"/>
                  </a:lnTo>
                  <a:lnTo>
                    <a:pt x="19947" y="341"/>
                  </a:lnTo>
                  <a:lnTo>
                    <a:pt x="19922" y="268"/>
                  </a:lnTo>
                  <a:lnTo>
                    <a:pt x="19898" y="195"/>
                  </a:lnTo>
                  <a:lnTo>
                    <a:pt x="19825" y="122"/>
                  </a:lnTo>
                  <a:lnTo>
                    <a:pt x="19776" y="73"/>
                  </a:lnTo>
                  <a:lnTo>
                    <a:pt x="19703" y="25"/>
                  </a:lnTo>
                  <a:lnTo>
                    <a:pt x="19606" y="0"/>
                  </a:lnTo>
                  <a:lnTo>
                    <a:pt x="19533" y="0"/>
                  </a:lnTo>
                  <a:lnTo>
                    <a:pt x="19533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41"/>
            <p:cNvSpPr/>
            <p:nvPr/>
          </p:nvSpPr>
          <p:spPr>
            <a:xfrm>
              <a:off x="3294875" y="5330725"/>
              <a:ext cx="382400" cy="25"/>
            </a:xfrm>
            <a:custGeom>
              <a:rect b="b" l="l" r="r" t="t"/>
              <a:pathLst>
                <a:path extrusionOk="0" fill="none" h="1" w="15296">
                  <a:moveTo>
                    <a:pt x="0" y="1"/>
                  </a:moveTo>
                  <a:lnTo>
                    <a:pt x="15295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41"/>
            <p:cNvSpPr/>
            <p:nvPr/>
          </p:nvSpPr>
          <p:spPr>
            <a:xfrm>
              <a:off x="3280250" y="5162675"/>
              <a:ext cx="411625" cy="140075"/>
            </a:xfrm>
            <a:custGeom>
              <a:rect b="b" l="l" r="r" t="t"/>
              <a:pathLst>
                <a:path extrusionOk="0" fill="none" h="5603" w="16465">
                  <a:moveTo>
                    <a:pt x="16465" y="5602"/>
                  </a:moveTo>
                  <a:lnTo>
                    <a:pt x="16465" y="5602"/>
                  </a:lnTo>
                  <a:lnTo>
                    <a:pt x="16392" y="5408"/>
                  </a:lnTo>
                  <a:lnTo>
                    <a:pt x="16294" y="5237"/>
                  </a:lnTo>
                  <a:lnTo>
                    <a:pt x="16075" y="4921"/>
                  </a:lnTo>
                  <a:lnTo>
                    <a:pt x="15807" y="4628"/>
                  </a:lnTo>
                  <a:lnTo>
                    <a:pt x="15490" y="4385"/>
                  </a:lnTo>
                  <a:lnTo>
                    <a:pt x="15320" y="4287"/>
                  </a:lnTo>
                  <a:lnTo>
                    <a:pt x="15149" y="4190"/>
                  </a:lnTo>
                  <a:lnTo>
                    <a:pt x="14979" y="4092"/>
                  </a:lnTo>
                  <a:lnTo>
                    <a:pt x="14784" y="4044"/>
                  </a:lnTo>
                  <a:lnTo>
                    <a:pt x="14589" y="3971"/>
                  </a:lnTo>
                  <a:lnTo>
                    <a:pt x="14394" y="3946"/>
                  </a:lnTo>
                  <a:lnTo>
                    <a:pt x="14175" y="3922"/>
                  </a:lnTo>
                  <a:lnTo>
                    <a:pt x="13980" y="3898"/>
                  </a:lnTo>
                  <a:lnTo>
                    <a:pt x="13980" y="3898"/>
                  </a:lnTo>
                  <a:lnTo>
                    <a:pt x="13737" y="3922"/>
                  </a:lnTo>
                  <a:lnTo>
                    <a:pt x="13518" y="3946"/>
                  </a:lnTo>
                  <a:lnTo>
                    <a:pt x="13518" y="3946"/>
                  </a:lnTo>
                  <a:lnTo>
                    <a:pt x="13420" y="3532"/>
                  </a:lnTo>
                  <a:lnTo>
                    <a:pt x="13299" y="3143"/>
                  </a:lnTo>
                  <a:lnTo>
                    <a:pt x="13128" y="2753"/>
                  </a:lnTo>
                  <a:lnTo>
                    <a:pt x="12933" y="2388"/>
                  </a:lnTo>
                  <a:lnTo>
                    <a:pt x="12714" y="2047"/>
                  </a:lnTo>
                  <a:lnTo>
                    <a:pt x="12470" y="1706"/>
                  </a:lnTo>
                  <a:lnTo>
                    <a:pt x="12178" y="1413"/>
                  </a:lnTo>
                  <a:lnTo>
                    <a:pt x="11886" y="1121"/>
                  </a:lnTo>
                  <a:lnTo>
                    <a:pt x="11545" y="878"/>
                  </a:lnTo>
                  <a:lnTo>
                    <a:pt x="11204" y="658"/>
                  </a:lnTo>
                  <a:lnTo>
                    <a:pt x="10839" y="464"/>
                  </a:lnTo>
                  <a:lnTo>
                    <a:pt x="10449" y="293"/>
                  </a:lnTo>
                  <a:lnTo>
                    <a:pt x="10059" y="171"/>
                  </a:lnTo>
                  <a:lnTo>
                    <a:pt x="9645" y="74"/>
                  </a:lnTo>
                  <a:lnTo>
                    <a:pt x="9207" y="25"/>
                  </a:lnTo>
                  <a:lnTo>
                    <a:pt x="8768" y="1"/>
                  </a:lnTo>
                  <a:lnTo>
                    <a:pt x="8768" y="1"/>
                  </a:lnTo>
                  <a:lnTo>
                    <a:pt x="8452" y="1"/>
                  </a:lnTo>
                  <a:lnTo>
                    <a:pt x="8135" y="50"/>
                  </a:lnTo>
                  <a:lnTo>
                    <a:pt x="7819" y="98"/>
                  </a:lnTo>
                  <a:lnTo>
                    <a:pt x="7502" y="171"/>
                  </a:lnTo>
                  <a:lnTo>
                    <a:pt x="7210" y="269"/>
                  </a:lnTo>
                  <a:lnTo>
                    <a:pt x="6918" y="366"/>
                  </a:lnTo>
                  <a:lnTo>
                    <a:pt x="6625" y="512"/>
                  </a:lnTo>
                  <a:lnTo>
                    <a:pt x="6357" y="658"/>
                  </a:lnTo>
                  <a:lnTo>
                    <a:pt x="6089" y="805"/>
                  </a:lnTo>
                  <a:lnTo>
                    <a:pt x="5846" y="999"/>
                  </a:lnTo>
                  <a:lnTo>
                    <a:pt x="5602" y="1170"/>
                  </a:lnTo>
                  <a:lnTo>
                    <a:pt x="5383" y="1389"/>
                  </a:lnTo>
                  <a:lnTo>
                    <a:pt x="5188" y="1608"/>
                  </a:lnTo>
                  <a:lnTo>
                    <a:pt x="4993" y="1852"/>
                  </a:lnTo>
                  <a:lnTo>
                    <a:pt x="4799" y="2095"/>
                  </a:lnTo>
                  <a:lnTo>
                    <a:pt x="4628" y="2363"/>
                  </a:lnTo>
                  <a:lnTo>
                    <a:pt x="4628" y="2363"/>
                  </a:lnTo>
                  <a:lnTo>
                    <a:pt x="4360" y="2266"/>
                  </a:lnTo>
                  <a:lnTo>
                    <a:pt x="4092" y="2217"/>
                  </a:lnTo>
                  <a:lnTo>
                    <a:pt x="3824" y="2193"/>
                  </a:lnTo>
                  <a:lnTo>
                    <a:pt x="3532" y="2168"/>
                  </a:lnTo>
                  <a:lnTo>
                    <a:pt x="3532" y="2168"/>
                  </a:lnTo>
                  <a:lnTo>
                    <a:pt x="3191" y="2193"/>
                  </a:lnTo>
                  <a:lnTo>
                    <a:pt x="2850" y="2242"/>
                  </a:lnTo>
                  <a:lnTo>
                    <a:pt x="2509" y="2339"/>
                  </a:lnTo>
                  <a:lnTo>
                    <a:pt x="2193" y="2436"/>
                  </a:lnTo>
                  <a:lnTo>
                    <a:pt x="1876" y="2582"/>
                  </a:lnTo>
                  <a:lnTo>
                    <a:pt x="1584" y="2753"/>
                  </a:lnTo>
                  <a:lnTo>
                    <a:pt x="1316" y="2948"/>
                  </a:lnTo>
                  <a:lnTo>
                    <a:pt x="1072" y="3167"/>
                  </a:lnTo>
                  <a:lnTo>
                    <a:pt x="853" y="3411"/>
                  </a:lnTo>
                  <a:lnTo>
                    <a:pt x="634" y="3678"/>
                  </a:lnTo>
                  <a:lnTo>
                    <a:pt x="463" y="3971"/>
                  </a:lnTo>
                  <a:lnTo>
                    <a:pt x="317" y="4263"/>
                  </a:lnTo>
                  <a:lnTo>
                    <a:pt x="196" y="4580"/>
                  </a:lnTo>
                  <a:lnTo>
                    <a:pt x="98" y="4896"/>
                  </a:lnTo>
                  <a:lnTo>
                    <a:pt x="25" y="5237"/>
                  </a:lnTo>
                  <a:lnTo>
                    <a:pt x="1" y="560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41"/>
            <p:cNvSpPr/>
            <p:nvPr/>
          </p:nvSpPr>
          <p:spPr>
            <a:xfrm>
              <a:off x="347145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12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73" y="1072"/>
                  </a:lnTo>
                  <a:lnTo>
                    <a:pt x="49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49" y="1851"/>
                  </a:lnTo>
                  <a:lnTo>
                    <a:pt x="73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12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12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73" y="4116"/>
                  </a:lnTo>
                  <a:lnTo>
                    <a:pt x="49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1"/>
            <p:cNvSpPr/>
            <p:nvPr/>
          </p:nvSpPr>
          <p:spPr>
            <a:xfrm>
              <a:off x="342760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98" y="1072"/>
                  </a:lnTo>
                  <a:lnTo>
                    <a:pt x="49" y="1194"/>
                  </a:lnTo>
                  <a:lnTo>
                    <a:pt x="25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25" y="1705"/>
                  </a:lnTo>
                  <a:lnTo>
                    <a:pt x="49" y="1851"/>
                  </a:lnTo>
                  <a:lnTo>
                    <a:pt x="98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98" y="4116"/>
                  </a:lnTo>
                  <a:lnTo>
                    <a:pt x="49" y="4262"/>
                  </a:lnTo>
                  <a:lnTo>
                    <a:pt x="25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41"/>
            <p:cNvSpPr/>
            <p:nvPr/>
          </p:nvSpPr>
          <p:spPr>
            <a:xfrm>
              <a:off x="3515275" y="5001950"/>
              <a:ext cx="16475" cy="114475"/>
            </a:xfrm>
            <a:custGeom>
              <a:rect b="b" l="l" r="r" t="t"/>
              <a:pathLst>
                <a:path extrusionOk="0" fill="none" h="4579" w="659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9" y="731"/>
                  </a:lnTo>
                  <a:lnTo>
                    <a:pt x="122" y="950"/>
                  </a:lnTo>
                  <a:lnTo>
                    <a:pt x="74" y="1072"/>
                  </a:lnTo>
                  <a:lnTo>
                    <a:pt x="25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25" y="1851"/>
                  </a:lnTo>
                  <a:lnTo>
                    <a:pt x="74" y="1997"/>
                  </a:lnTo>
                  <a:lnTo>
                    <a:pt x="122" y="2095"/>
                  </a:lnTo>
                  <a:lnTo>
                    <a:pt x="269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9" y="3800"/>
                  </a:lnTo>
                  <a:lnTo>
                    <a:pt x="122" y="3994"/>
                  </a:lnTo>
                  <a:lnTo>
                    <a:pt x="74" y="4116"/>
                  </a:lnTo>
                  <a:lnTo>
                    <a:pt x="25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1" name="Google Shape;691;p41"/>
          <p:cNvGrpSpPr/>
          <p:nvPr/>
        </p:nvGrpSpPr>
        <p:grpSpPr>
          <a:xfrm>
            <a:off x="3187977" y="4313985"/>
            <a:ext cx="319369" cy="380263"/>
            <a:chOff x="3968275" y="4980625"/>
            <a:chExt cx="379975" cy="452425"/>
          </a:xfrm>
        </p:grpSpPr>
        <p:sp>
          <p:nvSpPr>
            <p:cNvPr id="692" name="Google Shape;692;p41"/>
            <p:cNvSpPr/>
            <p:nvPr/>
          </p:nvSpPr>
          <p:spPr>
            <a:xfrm>
              <a:off x="4168000" y="4980625"/>
              <a:ext cx="85875" cy="102325"/>
            </a:xfrm>
            <a:custGeom>
              <a:rect b="b" l="l" r="r" t="t"/>
              <a:pathLst>
                <a:path extrusionOk="0" fill="none" h="4093" w="3435">
                  <a:moveTo>
                    <a:pt x="317" y="1486"/>
                  </a:moveTo>
                  <a:lnTo>
                    <a:pt x="317" y="1486"/>
                  </a:lnTo>
                  <a:lnTo>
                    <a:pt x="487" y="1292"/>
                  </a:lnTo>
                  <a:lnTo>
                    <a:pt x="682" y="1097"/>
                  </a:lnTo>
                  <a:lnTo>
                    <a:pt x="901" y="951"/>
                  </a:lnTo>
                  <a:lnTo>
                    <a:pt x="1145" y="780"/>
                  </a:lnTo>
                  <a:lnTo>
                    <a:pt x="1388" y="658"/>
                  </a:lnTo>
                  <a:lnTo>
                    <a:pt x="1632" y="537"/>
                  </a:lnTo>
                  <a:lnTo>
                    <a:pt x="2143" y="317"/>
                  </a:lnTo>
                  <a:lnTo>
                    <a:pt x="2631" y="171"/>
                  </a:lnTo>
                  <a:lnTo>
                    <a:pt x="3020" y="74"/>
                  </a:lnTo>
                  <a:lnTo>
                    <a:pt x="3386" y="1"/>
                  </a:lnTo>
                  <a:lnTo>
                    <a:pt x="3386" y="1"/>
                  </a:lnTo>
                  <a:lnTo>
                    <a:pt x="3410" y="366"/>
                  </a:lnTo>
                  <a:lnTo>
                    <a:pt x="3434" y="780"/>
                  </a:lnTo>
                  <a:lnTo>
                    <a:pt x="3434" y="1267"/>
                  </a:lnTo>
                  <a:lnTo>
                    <a:pt x="3410" y="1827"/>
                  </a:lnTo>
                  <a:lnTo>
                    <a:pt x="3386" y="2095"/>
                  </a:lnTo>
                  <a:lnTo>
                    <a:pt x="3312" y="2363"/>
                  </a:lnTo>
                  <a:lnTo>
                    <a:pt x="3264" y="2655"/>
                  </a:lnTo>
                  <a:lnTo>
                    <a:pt x="3166" y="2899"/>
                  </a:lnTo>
                  <a:lnTo>
                    <a:pt x="3045" y="3143"/>
                  </a:lnTo>
                  <a:lnTo>
                    <a:pt x="2923" y="3362"/>
                  </a:lnTo>
                  <a:lnTo>
                    <a:pt x="2923" y="3362"/>
                  </a:lnTo>
                  <a:lnTo>
                    <a:pt x="2752" y="3557"/>
                  </a:lnTo>
                  <a:lnTo>
                    <a:pt x="2582" y="3703"/>
                  </a:lnTo>
                  <a:lnTo>
                    <a:pt x="2387" y="3824"/>
                  </a:lnTo>
                  <a:lnTo>
                    <a:pt x="2192" y="3922"/>
                  </a:lnTo>
                  <a:lnTo>
                    <a:pt x="1997" y="3995"/>
                  </a:lnTo>
                  <a:lnTo>
                    <a:pt x="1778" y="4044"/>
                  </a:lnTo>
                  <a:lnTo>
                    <a:pt x="1583" y="4092"/>
                  </a:lnTo>
                  <a:lnTo>
                    <a:pt x="1388" y="4092"/>
                  </a:lnTo>
                  <a:lnTo>
                    <a:pt x="1047" y="4092"/>
                  </a:lnTo>
                  <a:lnTo>
                    <a:pt x="755" y="4044"/>
                  </a:lnTo>
                  <a:lnTo>
                    <a:pt x="487" y="3995"/>
                  </a:lnTo>
                  <a:lnTo>
                    <a:pt x="487" y="3995"/>
                  </a:lnTo>
                  <a:lnTo>
                    <a:pt x="341" y="3751"/>
                  </a:lnTo>
                  <a:lnTo>
                    <a:pt x="219" y="3483"/>
                  </a:lnTo>
                  <a:lnTo>
                    <a:pt x="98" y="3143"/>
                  </a:lnTo>
                  <a:lnTo>
                    <a:pt x="49" y="2972"/>
                  </a:lnTo>
                  <a:lnTo>
                    <a:pt x="25" y="2753"/>
                  </a:lnTo>
                  <a:lnTo>
                    <a:pt x="0" y="2558"/>
                  </a:lnTo>
                  <a:lnTo>
                    <a:pt x="0" y="2339"/>
                  </a:lnTo>
                  <a:lnTo>
                    <a:pt x="25" y="2120"/>
                  </a:lnTo>
                  <a:lnTo>
                    <a:pt x="98" y="1900"/>
                  </a:lnTo>
                  <a:lnTo>
                    <a:pt x="195" y="1706"/>
                  </a:lnTo>
                  <a:lnTo>
                    <a:pt x="317" y="1486"/>
                  </a:lnTo>
                  <a:lnTo>
                    <a:pt x="317" y="148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41"/>
            <p:cNvSpPr/>
            <p:nvPr/>
          </p:nvSpPr>
          <p:spPr>
            <a:xfrm>
              <a:off x="3968275" y="5043350"/>
              <a:ext cx="379975" cy="389700"/>
            </a:xfrm>
            <a:custGeom>
              <a:rect b="b" l="l" r="r" t="t"/>
              <a:pathLst>
                <a:path extrusionOk="0" fill="none" h="15588" w="15199">
                  <a:moveTo>
                    <a:pt x="7965" y="2679"/>
                  </a:moveTo>
                  <a:lnTo>
                    <a:pt x="7965" y="2679"/>
                  </a:lnTo>
                  <a:lnTo>
                    <a:pt x="7478" y="2655"/>
                  </a:lnTo>
                  <a:lnTo>
                    <a:pt x="6942" y="2606"/>
                  </a:lnTo>
                  <a:lnTo>
                    <a:pt x="5822" y="2509"/>
                  </a:lnTo>
                  <a:lnTo>
                    <a:pt x="5261" y="2484"/>
                  </a:lnTo>
                  <a:lnTo>
                    <a:pt x="4726" y="2509"/>
                  </a:lnTo>
                  <a:lnTo>
                    <a:pt x="4482" y="2533"/>
                  </a:lnTo>
                  <a:lnTo>
                    <a:pt x="4239" y="2582"/>
                  </a:lnTo>
                  <a:lnTo>
                    <a:pt x="4019" y="2655"/>
                  </a:lnTo>
                  <a:lnTo>
                    <a:pt x="3825" y="2728"/>
                  </a:lnTo>
                  <a:lnTo>
                    <a:pt x="3825" y="2728"/>
                  </a:lnTo>
                  <a:lnTo>
                    <a:pt x="3410" y="2947"/>
                  </a:lnTo>
                  <a:lnTo>
                    <a:pt x="2996" y="3166"/>
                  </a:lnTo>
                  <a:lnTo>
                    <a:pt x="2631" y="3434"/>
                  </a:lnTo>
                  <a:lnTo>
                    <a:pt x="2266" y="3702"/>
                  </a:lnTo>
                  <a:lnTo>
                    <a:pt x="1925" y="4019"/>
                  </a:lnTo>
                  <a:lnTo>
                    <a:pt x="1608" y="4335"/>
                  </a:lnTo>
                  <a:lnTo>
                    <a:pt x="1316" y="4676"/>
                  </a:lnTo>
                  <a:lnTo>
                    <a:pt x="1072" y="5042"/>
                  </a:lnTo>
                  <a:lnTo>
                    <a:pt x="829" y="5431"/>
                  </a:lnTo>
                  <a:lnTo>
                    <a:pt x="610" y="5845"/>
                  </a:lnTo>
                  <a:lnTo>
                    <a:pt x="439" y="6284"/>
                  </a:lnTo>
                  <a:lnTo>
                    <a:pt x="293" y="6722"/>
                  </a:lnTo>
                  <a:lnTo>
                    <a:pt x="171" y="7185"/>
                  </a:lnTo>
                  <a:lnTo>
                    <a:pt x="74" y="7672"/>
                  </a:lnTo>
                  <a:lnTo>
                    <a:pt x="25" y="8184"/>
                  </a:lnTo>
                  <a:lnTo>
                    <a:pt x="1" y="8695"/>
                  </a:lnTo>
                  <a:lnTo>
                    <a:pt x="1" y="8695"/>
                  </a:lnTo>
                  <a:lnTo>
                    <a:pt x="25" y="9231"/>
                  </a:lnTo>
                  <a:lnTo>
                    <a:pt x="74" y="9767"/>
                  </a:lnTo>
                  <a:lnTo>
                    <a:pt x="171" y="10278"/>
                  </a:lnTo>
                  <a:lnTo>
                    <a:pt x="293" y="10765"/>
                  </a:lnTo>
                  <a:lnTo>
                    <a:pt x="464" y="11277"/>
                  </a:lnTo>
                  <a:lnTo>
                    <a:pt x="658" y="11739"/>
                  </a:lnTo>
                  <a:lnTo>
                    <a:pt x="878" y="12202"/>
                  </a:lnTo>
                  <a:lnTo>
                    <a:pt x="1121" y="12641"/>
                  </a:lnTo>
                  <a:lnTo>
                    <a:pt x="1389" y="13055"/>
                  </a:lnTo>
                  <a:lnTo>
                    <a:pt x="1706" y="13469"/>
                  </a:lnTo>
                  <a:lnTo>
                    <a:pt x="2022" y="13834"/>
                  </a:lnTo>
                  <a:lnTo>
                    <a:pt x="2388" y="14199"/>
                  </a:lnTo>
                  <a:lnTo>
                    <a:pt x="2753" y="14540"/>
                  </a:lnTo>
                  <a:lnTo>
                    <a:pt x="3143" y="14832"/>
                  </a:lnTo>
                  <a:lnTo>
                    <a:pt x="3581" y="15125"/>
                  </a:lnTo>
                  <a:lnTo>
                    <a:pt x="4019" y="15368"/>
                  </a:lnTo>
                  <a:lnTo>
                    <a:pt x="4019" y="15368"/>
                  </a:lnTo>
                  <a:lnTo>
                    <a:pt x="4214" y="15466"/>
                  </a:lnTo>
                  <a:lnTo>
                    <a:pt x="4409" y="15539"/>
                  </a:lnTo>
                  <a:lnTo>
                    <a:pt x="4628" y="15587"/>
                  </a:lnTo>
                  <a:lnTo>
                    <a:pt x="4847" y="15587"/>
                  </a:lnTo>
                  <a:lnTo>
                    <a:pt x="5042" y="15587"/>
                  </a:lnTo>
                  <a:lnTo>
                    <a:pt x="5261" y="15587"/>
                  </a:lnTo>
                  <a:lnTo>
                    <a:pt x="5724" y="15514"/>
                  </a:lnTo>
                  <a:lnTo>
                    <a:pt x="6650" y="15320"/>
                  </a:lnTo>
                  <a:lnTo>
                    <a:pt x="7112" y="15246"/>
                  </a:lnTo>
                  <a:lnTo>
                    <a:pt x="7356" y="15222"/>
                  </a:lnTo>
                  <a:lnTo>
                    <a:pt x="7600" y="15222"/>
                  </a:lnTo>
                  <a:lnTo>
                    <a:pt x="7600" y="15222"/>
                  </a:lnTo>
                  <a:lnTo>
                    <a:pt x="7843" y="15222"/>
                  </a:lnTo>
                  <a:lnTo>
                    <a:pt x="8087" y="15246"/>
                  </a:lnTo>
                  <a:lnTo>
                    <a:pt x="8574" y="15320"/>
                  </a:lnTo>
                  <a:lnTo>
                    <a:pt x="9524" y="15514"/>
                  </a:lnTo>
                  <a:lnTo>
                    <a:pt x="9962" y="15563"/>
                  </a:lnTo>
                  <a:lnTo>
                    <a:pt x="10181" y="15587"/>
                  </a:lnTo>
                  <a:lnTo>
                    <a:pt x="10400" y="15587"/>
                  </a:lnTo>
                  <a:lnTo>
                    <a:pt x="10620" y="15563"/>
                  </a:lnTo>
                  <a:lnTo>
                    <a:pt x="10839" y="15514"/>
                  </a:lnTo>
                  <a:lnTo>
                    <a:pt x="11034" y="15441"/>
                  </a:lnTo>
                  <a:lnTo>
                    <a:pt x="11253" y="15344"/>
                  </a:lnTo>
                  <a:lnTo>
                    <a:pt x="11253" y="15344"/>
                  </a:lnTo>
                  <a:lnTo>
                    <a:pt x="11691" y="15100"/>
                  </a:lnTo>
                  <a:lnTo>
                    <a:pt x="12081" y="14808"/>
                  </a:lnTo>
                  <a:lnTo>
                    <a:pt x="12495" y="14491"/>
                  </a:lnTo>
                  <a:lnTo>
                    <a:pt x="12860" y="14175"/>
                  </a:lnTo>
                  <a:lnTo>
                    <a:pt x="13201" y="13810"/>
                  </a:lnTo>
                  <a:lnTo>
                    <a:pt x="13518" y="13420"/>
                  </a:lnTo>
                  <a:lnTo>
                    <a:pt x="13834" y="13030"/>
                  </a:lnTo>
                  <a:lnTo>
                    <a:pt x="14102" y="12616"/>
                  </a:lnTo>
                  <a:lnTo>
                    <a:pt x="14346" y="12178"/>
                  </a:lnTo>
                  <a:lnTo>
                    <a:pt x="14565" y="11715"/>
                  </a:lnTo>
                  <a:lnTo>
                    <a:pt x="14760" y="11252"/>
                  </a:lnTo>
                  <a:lnTo>
                    <a:pt x="14906" y="10765"/>
                  </a:lnTo>
                  <a:lnTo>
                    <a:pt x="15028" y="10254"/>
                  </a:lnTo>
                  <a:lnTo>
                    <a:pt x="15125" y="9742"/>
                  </a:lnTo>
                  <a:lnTo>
                    <a:pt x="15174" y="9231"/>
                  </a:lnTo>
                  <a:lnTo>
                    <a:pt x="15198" y="8695"/>
                  </a:lnTo>
                  <a:lnTo>
                    <a:pt x="15198" y="8695"/>
                  </a:lnTo>
                  <a:lnTo>
                    <a:pt x="15174" y="8159"/>
                  </a:lnTo>
                  <a:lnTo>
                    <a:pt x="15125" y="7648"/>
                  </a:lnTo>
                  <a:lnTo>
                    <a:pt x="15028" y="7161"/>
                  </a:lnTo>
                  <a:lnTo>
                    <a:pt x="14906" y="6674"/>
                  </a:lnTo>
                  <a:lnTo>
                    <a:pt x="14736" y="6235"/>
                  </a:lnTo>
                  <a:lnTo>
                    <a:pt x="14565" y="5797"/>
                  </a:lnTo>
                  <a:lnTo>
                    <a:pt x="14346" y="5383"/>
                  </a:lnTo>
                  <a:lnTo>
                    <a:pt x="14102" y="4993"/>
                  </a:lnTo>
                  <a:lnTo>
                    <a:pt x="13810" y="4603"/>
                  </a:lnTo>
                  <a:lnTo>
                    <a:pt x="13518" y="4262"/>
                  </a:lnTo>
                  <a:lnTo>
                    <a:pt x="13177" y="3946"/>
                  </a:lnTo>
                  <a:lnTo>
                    <a:pt x="12836" y="3629"/>
                  </a:lnTo>
                  <a:lnTo>
                    <a:pt x="12471" y="3361"/>
                  </a:lnTo>
                  <a:lnTo>
                    <a:pt x="12056" y="3093"/>
                  </a:lnTo>
                  <a:lnTo>
                    <a:pt x="11642" y="2850"/>
                  </a:lnTo>
                  <a:lnTo>
                    <a:pt x="11228" y="2655"/>
                  </a:lnTo>
                  <a:lnTo>
                    <a:pt x="11228" y="2655"/>
                  </a:lnTo>
                  <a:lnTo>
                    <a:pt x="11034" y="2582"/>
                  </a:lnTo>
                  <a:lnTo>
                    <a:pt x="10863" y="2533"/>
                  </a:lnTo>
                  <a:lnTo>
                    <a:pt x="10668" y="2509"/>
                  </a:lnTo>
                  <a:lnTo>
                    <a:pt x="10498" y="2484"/>
                  </a:lnTo>
                  <a:lnTo>
                    <a:pt x="10084" y="2484"/>
                  </a:lnTo>
                  <a:lnTo>
                    <a:pt x="9670" y="2509"/>
                  </a:lnTo>
                  <a:lnTo>
                    <a:pt x="8817" y="2606"/>
                  </a:lnTo>
                  <a:lnTo>
                    <a:pt x="8403" y="2655"/>
                  </a:lnTo>
                  <a:lnTo>
                    <a:pt x="7965" y="2679"/>
                  </a:lnTo>
                  <a:lnTo>
                    <a:pt x="7965" y="2679"/>
                  </a:lnTo>
                  <a:lnTo>
                    <a:pt x="6357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1"/>
            <p:cNvSpPr/>
            <p:nvPr/>
          </p:nvSpPr>
          <p:spPr>
            <a:xfrm>
              <a:off x="4031000" y="5150500"/>
              <a:ext cx="54200" cy="61525"/>
            </a:xfrm>
            <a:custGeom>
              <a:rect b="b" l="l" r="r" t="t"/>
              <a:pathLst>
                <a:path extrusionOk="0" fill="none" h="2461" w="2168">
                  <a:moveTo>
                    <a:pt x="2168" y="1"/>
                  </a:moveTo>
                  <a:lnTo>
                    <a:pt x="2168" y="1"/>
                  </a:lnTo>
                  <a:lnTo>
                    <a:pt x="1900" y="49"/>
                  </a:lnTo>
                  <a:lnTo>
                    <a:pt x="1656" y="123"/>
                  </a:lnTo>
                  <a:lnTo>
                    <a:pt x="1437" y="220"/>
                  </a:lnTo>
                  <a:lnTo>
                    <a:pt x="1218" y="342"/>
                  </a:lnTo>
                  <a:lnTo>
                    <a:pt x="1048" y="488"/>
                  </a:lnTo>
                  <a:lnTo>
                    <a:pt x="877" y="634"/>
                  </a:lnTo>
                  <a:lnTo>
                    <a:pt x="731" y="780"/>
                  </a:lnTo>
                  <a:lnTo>
                    <a:pt x="585" y="951"/>
                  </a:lnTo>
                  <a:lnTo>
                    <a:pt x="487" y="1121"/>
                  </a:lnTo>
                  <a:lnTo>
                    <a:pt x="366" y="1316"/>
                  </a:lnTo>
                  <a:lnTo>
                    <a:pt x="220" y="1681"/>
                  </a:lnTo>
                  <a:lnTo>
                    <a:pt x="98" y="2071"/>
                  </a:lnTo>
                  <a:lnTo>
                    <a:pt x="0" y="246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5" name="Google Shape;695;p41"/>
          <p:cNvGrpSpPr/>
          <p:nvPr/>
        </p:nvGrpSpPr>
        <p:grpSpPr>
          <a:xfrm>
            <a:off x="4843510" y="4398938"/>
            <a:ext cx="404323" cy="220085"/>
            <a:chOff x="5937975" y="5081700"/>
            <a:chExt cx="481050" cy="261850"/>
          </a:xfrm>
        </p:grpSpPr>
        <p:sp>
          <p:nvSpPr>
            <p:cNvPr id="696" name="Google Shape;696;p41"/>
            <p:cNvSpPr/>
            <p:nvPr/>
          </p:nvSpPr>
          <p:spPr>
            <a:xfrm>
              <a:off x="6104200" y="5081700"/>
              <a:ext cx="314825" cy="215575"/>
            </a:xfrm>
            <a:custGeom>
              <a:rect b="b" l="l" r="r" t="t"/>
              <a:pathLst>
                <a:path extrusionOk="0" fill="none" h="8623" w="12593">
                  <a:moveTo>
                    <a:pt x="5481" y="8622"/>
                  </a:moveTo>
                  <a:lnTo>
                    <a:pt x="5481" y="8622"/>
                  </a:lnTo>
                  <a:lnTo>
                    <a:pt x="6017" y="8574"/>
                  </a:lnTo>
                  <a:lnTo>
                    <a:pt x="6382" y="8525"/>
                  </a:lnTo>
                  <a:lnTo>
                    <a:pt x="6796" y="8452"/>
                  </a:lnTo>
                  <a:lnTo>
                    <a:pt x="7234" y="8354"/>
                  </a:lnTo>
                  <a:lnTo>
                    <a:pt x="7697" y="8257"/>
                  </a:lnTo>
                  <a:lnTo>
                    <a:pt x="8184" y="8086"/>
                  </a:lnTo>
                  <a:lnTo>
                    <a:pt x="8671" y="7892"/>
                  </a:lnTo>
                  <a:lnTo>
                    <a:pt x="9134" y="7648"/>
                  </a:lnTo>
                  <a:lnTo>
                    <a:pt x="9353" y="7526"/>
                  </a:lnTo>
                  <a:lnTo>
                    <a:pt x="9597" y="7356"/>
                  </a:lnTo>
                  <a:lnTo>
                    <a:pt x="9792" y="7185"/>
                  </a:lnTo>
                  <a:lnTo>
                    <a:pt x="9986" y="7015"/>
                  </a:lnTo>
                  <a:lnTo>
                    <a:pt x="10181" y="6820"/>
                  </a:lnTo>
                  <a:lnTo>
                    <a:pt x="10376" y="6601"/>
                  </a:lnTo>
                  <a:lnTo>
                    <a:pt x="10522" y="6357"/>
                  </a:lnTo>
                  <a:lnTo>
                    <a:pt x="10668" y="6114"/>
                  </a:lnTo>
                  <a:lnTo>
                    <a:pt x="10814" y="5846"/>
                  </a:lnTo>
                  <a:lnTo>
                    <a:pt x="10912" y="5554"/>
                  </a:lnTo>
                  <a:lnTo>
                    <a:pt x="11009" y="5261"/>
                  </a:lnTo>
                  <a:lnTo>
                    <a:pt x="11082" y="4945"/>
                  </a:lnTo>
                  <a:lnTo>
                    <a:pt x="11131" y="4579"/>
                  </a:lnTo>
                  <a:lnTo>
                    <a:pt x="11155" y="4214"/>
                  </a:lnTo>
                  <a:lnTo>
                    <a:pt x="11155" y="4214"/>
                  </a:lnTo>
                  <a:lnTo>
                    <a:pt x="11155" y="3873"/>
                  </a:lnTo>
                  <a:lnTo>
                    <a:pt x="11131" y="3435"/>
                  </a:lnTo>
                  <a:lnTo>
                    <a:pt x="11131" y="2972"/>
                  </a:lnTo>
                  <a:lnTo>
                    <a:pt x="11131" y="2753"/>
                  </a:lnTo>
                  <a:lnTo>
                    <a:pt x="11180" y="2582"/>
                  </a:lnTo>
                  <a:lnTo>
                    <a:pt x="12032" y="2607"/>
                  </a:lnTo>
                  <a:lnTo>
                    <a:pt x="11594" y="2120"/>
                  </a:lnTo>
                  <a:lnTo>
                    <a:pt x="11594" y="2120"/>
                  </a:lnTo>
                  <a:lnTo>
                    <a:pt x="11764" y="2046"/>
                  </a:lnTo>
                  <a:lnTo>
                    <a:pt x="11935" y="1973"/>
                  </a:lnTo>
                  <a:lnTo>
                    <a:pt x="12300" y="1827"/>
                  </a:lnTo>
                  <a:lnTo>
                    <a:pt x="12568" y="1730"/>
                  </a:lnTo>
                  <a:lnTo>
                    <a:pt x="12592" y="1681"/>
                  </a:lnTo>
                  <a:lnTo>
                    <a:pt x="12592" y="1657"/>
                  </a:lnTo>
                  <a:lnTo>
                    <a:pt x="12568" y="1632"/>
                  </a:lnTo>
                  <a:lnTo>
                    <a:pt x="12568" y="1632"/>
                  </a:lnTo>
                  <a:lnTo>
                    <a:pt x="12203" y="1511"/>
                  </a:lnTo>
                  <a:lnTo>
                    <a:pt x="11789" y="1389"/>
                  </a:lnTo>
                  <a:lnTo>
                    <a:pt x="11302" y="1267"/>
                  </a:lnTo>
                  <a:lnTo>
                    <a:pt x="11302" y="1267"/>
                  </a:lnTo>
                  <a:lnTo>
                    <a:pt x="11082" y="1024"/>
                  </a:lnTo>
                  <a:lnTo>
                    <a:pt x="10863" y="780"/>
                  </a:lnTo>
                  <a:lnTo>
                    <a:pt x="10547" y="512"/>
                  </a:lnTo>
                  <a:lnTo>
                    <a:pt x="10352" y="390"/>
                  </a:lnTo>
                  <a:lnTo>
                    <a:pt x="10157" y="269"/>
                  </a:lnTo>
                  <a:lnTo>
                    <a:pt x="9938" y="171"/>
                  </a:lnTo>
                  <a:lnTo>
                    <a:pt x="9719" y="98"/>
                  </a:lnTo>
                  <a:lnTo>
                    <a:pt x="9475" y="25"/>
                  </a:lnTo>
                  <a:lnTo>
                    <a:pt x="9231" y="1"/>
                  </a:lnTo>
                  <a:lnTo>
                    <a:pt x="8964" y="25"/>
                  </a:lnTo>
                  <a:lnTo>
                    <a:pt x="8696" y="74"/>
                  </a:lnTo>
                  <a:lnTo>
                    <a:pt x="8696" y="74"/>
                  </a:lnTo>
                  <a:lnTo>
                    <a:pt x="8501" y="122"/>
                  </a:lnTo>
                  <a:lnTo>
                    <a:pt x="8306" y="171"/>
                  </a:lnTo>
                  <a:lnTo>
                    <a:pt x="8111" y="269"/>
                  </a:lnTo>
                  <a:lnTo>
                    <a:pt x="7916" y="366"/>
                  </a:lnTo>
                  <a:lnTo>
                    <a:pt x="7746" y="488"/>
                  </a:lnTo>
                  <a:lnTo>
                    <a:pt x="7575" y="610"/>
                  </a:lnTo>
                  <a:lnTo>
                    <a:pt x="7405" y="756"/>
                  </a:lnTo>
                  <a:lnTo>
                    <a:pt x="7283" y="926"/>
                  </a:lnTo>
                  <a:lnTo>
                    <a:pt x="7137" y="1097"/>
                  </a:lnTo>
                  <a:lnTo>
                    <a:pt x="7039" y="1267"/>
                  </a:lnTo>
                  <a:lnTo>
                    <a:pt x="6942" y="1462"/>
                  </a:lnTo>
                  <a:lnTo>
                    <a:pt x="6845" y="1657"/>
                  </a:lnTo>
                  <a:lnTo>
                    <a:pt x="6796" y="1876"/>
                  </a:lnTo>
                  <a:lnTo>
                    <a:pt x="6747" y="2095"/>
                  </a:lnTo>
                  <a:lnTo>
                    <a:pt x="6723" y="2339"/>
                  </a:lnTo>
                  <a:lnTo>
                    <a:pt x="6723" y="2558"/>
                  </a:lnTo>
                  <a:lnTo>
                    <a:pt x="1" y="4360"/>
                  </a:lnTo>
                  <a:lnTo>
                    <a:pt x="1" y="4360"/>
                  </a:lnTo>
                  <a:lnTo>
                    <a:pt x="318" y="4579"/>
                  </a:lnTo>
                  <a:lnTo>
                    <a:pt x="634" y="4799"/>
                  </a:lnTo>
                  <a:lnTo>
                    <a:pt x="951" y="5018"/>
                  </a:lnTo>
                  <a:lnTo>
                    <a:pt x="1267" y="5188"/>
                  </a:lnTo>
                  <a:lnTo>
                    <a:pt x="1608" y="5359"/>
                  </a:lnTo>
                  <a:lnTo>
                    <a:pt x="1925" y="5481"/>
                  </a:lnTo>
                  <a:lnTo>
                    <a:pt x="2266" y="5602"/>
                  </a:lnTo>
                  <a:lnTo>
                    <a:pt x="2583" y="5724"/>
                  </a:lnTo>
                  <a:lnTo>
                    <a:pt x="2923" y="5797"/>
                  </a:lnTo>
                  <a:lnTo>
                    <a:pt x="3264" y="5846"/>
                  </a:lnTo>
                  <a:lnTo>
                    <a:pt x="3581" y="5895"/>
                  </a:lnTo>
                  <a:lnTo>
                    <a:pt x="3922" y="5919"/>
                  </a:lnTo>
                  <a:lnTo>
                    <a:pt x="4263" y="5919"/>
                  </a:lnTo>
                  <a:lnTo>
                    <a:pt x="4604" y="5895"/>
                  </a:lnTo>
                  <a:lnTo>
                    <a:pt x="4945" y="5846"/>
                  </a:lnTo>
                  <a:lnTo>
                    <a:pt x="5286" y="5797"/>
                  </a:lnTo>
                  <a:lnTo>
                    <a:pt x="5286" y="5797"/>
                  </a:lnTo>
                  <a:lnTo>
                    <a:pt x="5603" y="5700"/>
                  </a:lnTo>
                  <a:lnTo>
                    <a:pt x="5919" y="5627"/>
                  </a:lnTo>
                  <a:lnTo>
                    <a:pt x="6455" y="5407"/>
                  </a:lnTo>
                  <a:lnTo>
                    <a:pt x="6942" y="5188"/>
                  </a:lnTo>
                  <a:lnTo>
                    <a:pt x="7356" y="4969"/>
                  </a:lnTo>
                  <a:lnTo>
                    <a:pt x="7697" y="4750"/>
                  </a:lnTo>
                  <a:lnTo>
                    <a:pt x="7941" y="4579"/>
                  </a:lnTo>
                  <a:lnTo>
                    <a:pt x="8160" y="4409"/>
                  </a:lnTo>
                  <a:lnTo>
                    <a:pt x="8160" y="4409"/>
                  </a:lnTo>
                  <a:lnTo>
                    <a:pt x="8233" y="4360"/>
                  </a:lnTo>
                  <a:lnTo>
                    <a:pt x="8330" y="4336"/>
                  </a:lnTo>
                  <a:lnTo>
                    <a:pt x="8428" y="4360"/>
                  </a:lnTo>
                  <a:lnTo>
                    <a:pt x="8501" y="440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41"/>
            <p:cNvSpPr/>
            <p:nvPr/>
          </p:nvSpPr>
          <p:spPr>
            <a:xfrm>
              <a:off x="5937975" y="5210175"/>
              <a:ext cx="333700" cy="133375"/>
            </a:xfrm>
            <a:custGeom>
              <a:rect b="b" l="l" r="r" t="t"/>
              <a:pathLst>
                <a:path extrusionOk="0" fill="none" h="5335" w="13348">
                  <a:moveTo>
                    <a:pt x="7819" y="1"/>
                  </a:moveTo>
                  <a:lnTo>
                    <a:pt x="318" y="2533"/>
                  </a:lnTo>
                  <a:lnTo>
                    <a:pt x="318" y="2533"/>
                  </a:lnTo>
                  <a:lnTo>
                    <a:pt x="245" y="2582"/>
                  </a:lnTo>
                  <a:lnTo>
                    <a:pt x="147" y="2631"/>
                  </a:lnTo>
                  <a:lnTo>
                    <a:pt x="98" y="2704"/>
                  </a:lnTo>
                  <a:lnTo>
                    <a:pt x="50" y="2777"/>
                  </a:lnTo>
                  <a:lnTo>
                    <a:pt x="1" y="2874"/>
                  </a:lnTo>
                  <a:lnTo>
                    <a:pt x="1" y="2972"/>
                  </a:lnTo>
                  <a:lnTo>
                    <a:pt x="1" y="3045"/>
                  </a:lnTo>
                  <a:lnTo>
                    <a:pt x="25" y="3142"/>
                  </a:lnTo>
                  <a:lnTo>
                    <a:pt x="25" y="3142"/>
                  </a:lnTo>
                  <a:lnTo>
                    <a:pt x="98" y="3288"/>
                  </a:lnTo>
                  <a:lnTo>
                    <a:pt x="196" y="3386"/>
                  </a:lnTo>
                  <a:lnTo>
                    <a:pt x="318" y="3459"/>
                  </a:lnTo>
                  <a:lnTo>
                    <a:pt x="488" y="3483"/>
                  </a:lnTo>
                  <a:lnTo>
                    <a:pt x="488" y="3483"/>
                  </a:lnTo>
                  <a:lnTo>
                    <a:pt x="610" y="3459"/>
                  </a:lnTo>
                  <a:lnTo>
                    <a:pt x="269" y="3629"/>
                  </a:lnTo>
                  <a:lnTo>
                    <a:pt x="269" y="3629"/>
                  </a:lnTo>
                  <a:lnTo>
                    <a:pt x="171" y="3678"/>
                  </a:lnTo>
                  <a:lnTo>
                    <a:pt x="123" y="3751"/>
                  </a:lnTo>
                  <a:lnTo>
                    <a:pt x="50" y="3824"/>
                  </a:lnTo>
                  <a:lnTo>
                    <a:pt x="25" y="3922"/>
                  </a:lnTo>
                  <a:lnTo>
                    <a:pt x="1" y="3995"/>
                  </a:lnTo>
                  <a:lnTo>
                    <a:pt x="1" y="4092"/>
                  </a:lnTo>
                  <a:lnTo>
                    <a:pt x="1" y="4190"/>
                  </a:lnTo>
                  <a:lnTo>
                    <a:pt x="50" y="4287"/>
                  </a:lnTo>
                  <a:lnTo>
                    <a:pt x="50" y="4287"/>
                  </a:lnTo>
                  <a:lnTo>
                    <a:pt x="123" y="4409"/>
                  </a:lnTo>
                  <a:lnTo>
                    <a:pt x="220" y="4482"/>
                  </a:lnTo>
                  <a:lnTo>
                    <a:pt x="342" y="4531"/>
                  </a:lnTo>
                  <a:lnTo>
                    <a:pt x="488" y="4555"/>
                  </a:lnTo>
                  <a:lnTo>
                    <a:pt x="488" y="4555"/>
                  </a:lnTo>
                  <a:lnTo>
                    <a:pt x="586" y="4555"/>
                  </a:lnTo>
                  <a:lnTo>
                    <a:pt x="683" y="4506"/>
                  </a:lnTo>
                  <a:lnTo>
                    <a:pt x="853" y="4433"/>
                  </a:lnTo>
                  <a:lnTo>
                    <a:pt x="853" y="4433"/>
                  </a:lnTo>
                  <a:lnTo>
                    <a:pt x="780" y="4555"/>
                  </a:lnTo>
                  <a:lnTo>
                    <a:pt x="756" y="4701"/>
                  </a:lnTo>
                  <a:lnTo>
                    <a:pt x="780" y="4847"/>
                  </a:lnTo>
                  <a:lnTo>
                    <a:pt x="829" y="4993"/>
                  </a:lnTo>
                  <a:lnTo>
                    <a:pt x="829" y="4993"/>
                  </a:lnTo>
                  <a:lnTo>
                    <a:pt x="926" y="5091"/>
                  </a:lnTo>
                  <a:lnTo>
                    <a:pt x="1024" y="5139"/>
                  </a:lnTo>
                  <a:lnTo>
                    <a:pt x="1121" y="5188"/>
                  </a:lnTo>
                  <a:lnTo>
                    <a:pt x="1243" y="5212"/>
                  </a:lnTo>
                  <a:lnTo>
                    <a:pt x="1243" y="5212"/>
                  </a:lnTo>
                  <a:lnTo>
                    <a:pt x="1389" y="5188"/>
                  </a:lnTo>
                  <a:lnTo>
                    <a:pt x="1511" y="5115"/>
                  </a:lnTo>
                  <a:lnTo>
                    <a:pt x="6065" y="2144"/>
                  </a:lnTo>
                  <a:lnTo>
                    <a:pt x="6065" y="2144"/>
                  </a:lnTo>
                  <a:lnTo>
                    <a:pt x="6528" y="2363"/>
                  </a:lnTo>
                  <a:lnTo>
                    <a:pt x="7088" y="2582"/>
                  </a:lnTo>
                  <a:lnTo>
                    <a:pt x="7770" y="2826"/>
                  </a:lnTo>
                  <a:lnTo>
                    <a:pt x="8501" y="3045"/>
                  </a:lnTo>
                  <a:lnTo>
                    <a:pt x="9280" y="3240"/>
                  </a:lnTo>
                  <a:lnTo>
                    <a:pt x="10060" y="3386"/>
                  </a:lnTo>
                  <a:lnTo>
                    <a:pt x="10425" y="3435"/>
                  </a:lnTo>
                  <a:lnTo>
                    <a:pt x="10790" y="3483"/>
                  </a:lnTo>
                  <a:lnTo>
                    <a:pt x="11156" y="3483"/>
                  </a:lnTo>
                  <a:lnTo>
                    <a:pt x="11497" y="3483"/>
                  </a:lnTo>
                  <a:lnTo>
                    <a:pt x="12178" y="5188"/>
                  </a:lnTo>
                  <a:lnTo>
                    <a:pt x="12178" y="5188"/>
                  </a:lnTo>
                  <a:lnTo>
                    <a:pt x="12227" y="5237"/>
                  </a:lnTo>
                  <a:lnTo>
                    <a:pt x="12276" y="5286"/>
                  </a:lnTo>
                  <a:lnTo>
                    <a:pt x="12349" y="5310"/>
                  </a:lnTo>
                  <a:lnTo>
                    <a:pt x="12422" y="5334"/>
                  </a:lnTo>
                  <a:lnTo>
                    <a:pt x="13347" y="533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41"/>
            <p:cNvSpPr/>
            <p:nvPr/>
          </p:nvSpPr>
          <p:spPr>
            <a:xfrm>
              <a:off x="6352025" y="5109100"/>
              <a:ext cx="19500" cy="18900"/>
            </a:xfrm>
            <a:custGeom>
              <a:rect b="b" l="l" r="r" t="t"/>
              <a:pathLst>
                <a:path extrusionOk="0" h="756" w="780">
                  <a:moveTo>
                    <a:pt x="317" y="1"/>
                  </a:moveTo>
                  <a:lnTo>
                    <a:pt x="244" y="25"/>
                  </a:lnTo>
                  <a:lnTo>
                    <a:pt x="122" y="98"/>
                  </a:lnTo>
                  <a:lnTo>
                    <a:pt x="49" y="220"/>
                  </a:lnTo>
                  <a:lnTo>
                    <a:pt x="25" y="293"/>
                  </a:lnTo>
                  <a:lnTo>
                    <a:pt x="0" y="390"/>
                  </a:lnTo>
                  <a:lnTo>
                    <a:pt x="25" y="463"/>
                  </a:lnTo>
                  <a:lnTo>
                    <a:pt x="49" y="536"/>
                  </a:lnTo>
                  <a:lnTo>
                    <a:pt x="122" y="658"/>
                  </a:lnTo>
                  <a:lnTo>
                    <a:pt x="244" y="731"/>
                  </a:lnTo>
                  <a:lnTo>
                    <a:pt x="317" y="756"/>
                  </a:lnTo>
                  <a:lnTo>
                    <a:pt x="463" y="756"/>
                  </a:lnTo>
                  <a:lnTo>
                    <a:pt x="536" y="731"/>
                  </a:lnTo>
                  <a:lnTo>
                    <a:pt x="658" y="658"/>
                  </a:lnTo>
                  <a:lnTo>
                    <a:pt x="755" y="536"/>
                  </a:lnTo>
                  <a:lnTo>
                    <a:pt x="780" y="463"/>
                  </a:lnTo>
                  <a:lnTo>
                    <a:pt x="780" y="390"/>
                  </a:lnTo>
                  <a:lnTo>
                    <a:pt x="780" y="293"/>
                  </a:lnTo>
                  <a:lnTo>
                    <a:pt x="755" y="220"/>
                  </a:lnTo>
                  <a:lnTo>
                    <a:pt x="658" y="98"/>
                  </a:lnTo>
                  <a:lnTo>
                    <a:pt x="536" y="25"/>
                  </a:lnTo>
                  <a:lnTo>
                    <a:pt x="463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9" name="Google Shape;699;p41"/>
          <p:cNvGrpSpPr/>
          <p:nvPr/>
        </p:nvGrpSpPr>
        <p:grpSpPr>
          <a:xfrm>
            <a:off x="5461718" y="4356472"/>
            <a:ext cx="290183" cy="333678"/>
            <a:chOff x="6673500" y="5031175"/>
            <a:chExt cx="345250" cy="397000"/>
          </a:xfrm>
        </p:grpSpPr>
        <p:sp>
          <p:nvSpPr>
            <p:cNvPr id="700" name="Google Shape;700;p41"/>
            <p:cNvSpPr/>
            <p:nvPr/>
          </p:nvSpPr>
          <p:spPr>
            <a:xfrm>
              <a:off x="6731950" y="5031175"/>
              <a:ext cx="105375" cy="147375"/>
            </a:xfrm>
            <a:custGeom>
              <a:rect b="b" l="l" r="r" t="t"/>
              <a:pathLst>
                <a:path extrusionOk="0" fill="none" h="5895" w="4215">
                  <a:moveTo>
                    <a:pt x="2436" y="5894"/>
                  </a:moveTo>
                  <a:lnTo>
                    <a:pt x="2436" y="5894"/>
                  </a:lnTo>
                  <a:lnTo>
                    <a:pt x="2656" y="5845"/>
                  </a:lnTo>
                  <a:lnTo>
                    <a:pt x="2850" y="5772"/>
                  </a:lnTo>
                  <a:lnTo>
                    <a:pt x="3045" y="5699"/>
                  </a:lnTo>
                  <a:lnTo>
                    <a:pt x="3216" y="5577"/>
                  </a:lnTo>
                  <a:lnTo>
                    <a:pt x="3386" y="5456"/>
                  </a:lnTo>
                  <a:lnTo>
                    <a:pt x="3532" y="5285"/>
                  </a:lnTo>
                  <a:lnTo>
                    <a:pt x="3678" y="5115"/>
                  </a:lnTo>
                  <a:lnTo>
                    <a:pt x="3800" y="4920"/>
                  </a:lnTo>
                  <a:lnTo>
                    <a:pt x="3922" y="4725"/>
                  </a:lnTo>
                  <a:lnTo>
                    <a:pt x="4019" y="4506"/>
                  </a:lnTo>
                  <a:lnTo>
                    <a:pt x="4092" y="4262"/>
                  </a:lnTo>
                  <a:lnTo>
                    <a:pt x="4141" y="4019"/>
                  </a:lnTo>
                  <a:lnTo>
                    <a:pt x="4190" y="3775"/>
                  </a:lnTo>
                  <a:lnTo>
                    <a:pt x="4214" y="3507"/>
                  </a:lnTo>
                  <a:lnTo>
                    <a:pt x="4190" y="3239"/>
                  </a:lnTo>
                  <a:lnTo>
                    <a:pt x="4166" y="2971"/>
                  </a:lnTo>
                  <a:lnTo>
                    <a:pt x="4166" y="2971"/>
                  </a:lnTo>
                  <a:lnTo>
                    <a:pt x="4044" y="1876"/>
                  </a:lnTo>
                  <a:lnTo>
                    <a:pt x="3946" y="1364"/>
                  </a:lnTo>
                  <a:lnTo>
                    <a:pt x="3825" y="901"/>
                  </a:lnTo>
                  <a:lnTo>
                    <a:pt x="3727" y="682"/>
                  </a:lnTo>
                  <a:lnTo>
                    <a:pt x="3654" y="512"/>
                  </a:lnTo>
                  <a:lnTo>
                    <a:pt x="3532" y="341"/>
                  </a:lnTo>
                  <a:lnTo>
                    <a:pt x="3411" y="219"/>
                  </a:lnTo>
                  <a:lnTo>
                    <a:pt x="3264" y="122"/>
                  </a:lnTo>
                  <a:lnTo>
                    <a:pt x="3118" y="49"/>
                  </a:lnTo>
                  <a:lnTo>
                    <a:pt x="2923" y="0"/>
                  </a:lnTo>
                  <a:lnTo>
                    <a:pt x="2729" y="25"/>
                  </a:lnTo>
                  <a:lnTo>
                    <a:pt x="2729" y="25"/>
                  </a:lnTo>
                  <a:lnTo>
                    <a:pt x="2509" y="73"/>
                  </a:lnTo>
                  <a:lnTo>
                    <a:pt x="2266" y="146"/>
                  </a:lnTo>
                  <a:lnTo>
                    <a:pt x="2022" y="268"/>
                  </a:lnTo>
                  <a:lnTo>
                    <a:pt x="1779" y="414"/>
                  </a:lnTo>
                  <a:lnTo>
                    <a:pt x="1535" y="609"/>
                  </a:lnTo>
                  <a:lnTo>
                    <a:pt x="1316" y="804"/>
                  </a:lnTo>
                  <a:lnTo>
                    <a:pt x="1072" y="1023"/>
                  </a:lnTo>
                  <a:lnTo>
                    <a:pt x="853" y="1267"/>
                  </a:lnTo>
                  <a:lnTo>
                    <a:pt x="658" y="1535"/>
                  </a:lnTo>
                  <a:lnTo>
                    <a:pt x="488" y="1802"/>
                  </a:lnTo>
                  <a:lnTo>
                    <a:pt x="317" y="2095"/>
                  </a:lnTo>
                  <a:lnTo>
                    <a:pt x="196" y="2363"/>
                  </a:lnTo>
                  <a:lnTo>
                    <a:pt x="98" y="2655"/>
                  </a:lnTo>
                  <a:lnTo>
                    <a:pt x="25" y="2947"/>
                  </a:lnTo>
                  <a:lnTo>
                    <a:pt x="1" y="3239"/>
                  </a:lnTo>
                  <a:lnTo>
                    <a:pt x="1" y="3507"/>
                  </a:lnTo>
                  <a:lnTo>
                    <a:pt x="1" y="3507"/>
                  </a:lnTo>
                  <a:lnTo>
                    <a:pt x="50" y="3775"/>
                  </a:lnTo>
                  <a:lnTo>
                    <a:pt x="123" y="4043"/>
                  </a:lnTo>
                  <a:lnTo>
                    <a:pt x="196" y="4287"/>
                  </a:lnTo>
                  <a:lnTo>
                    <a:pt x="293" y="4530"/>
                  </a:lnTo>
                  <a:lnTo>
                    <a:pt x="415" y="4749"/>
                  </a:lnTo>
                  <a:lnTo>
                    <a:pt x="561" y="4944"/>
                  </a:lnTo>
                  <a:lnTo>
                    <a:pt x="707" y="5139"/>
                  </a:lnTo>
                  <a:lnTo>
                    <a:pt x="853" y="5310"/>
                  </a:lnTo>
                  <a:lnTo>
                    <a:pt x="1024" y="5456"/>
                  </a:lnTo>
                  <a:lnTo>
                    <a:pt x="1219" y="5602"/>
                  </a:lnTo>
                  <a:lnTo>
                    <a:pt x="1389" y="5699"/>
                  </a:lnTo>
                  <a:lnTo>
                    <a:pt x="1584" y="5797"/>
                  </a:lnTo>
                  <a:lnTo>
                    <a:pt x="1803" y="5845"/>
                  </a:lnTo>
                  <a:lnTo>
                    <a:pt x="1998" y="5894"/>
                  </a:lnTo>
                  <a:lnTo>
                    <a:pt x="2217" y="5894"/>
                  </a:lnTo>
                  <a:lnTo>
                    <a:pt x="2436" y="5894"/>
                  </a:lnTo>
                  <a:lnTo>
                    <a:pt x="2436" y="5894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41"/>
            <p:cNvSpPr/>
            <p:nvPr/>
          </p:nvSpPr>
          <p:spPr>
            <a:xfrm>
              <a:off x="6673500" y="5146850"/>
              <a:ext cx="84050" cy="116925"/>
            </a:xfrm>
            <a:custGeom>
              <a:rect b="b" l="l" r="r" t="t"/>
              <a:pathLst>
                <a:path extrusionOk="0" fill="none" h="4677" w="3362">
                  <a:moveTo>
                    <a:pt x="2875" y="4579"/>
                  </a:moveTo>
                  <a:lnTo>
                    <a:pt x="2875" y="4579"/>
                  </a:lnTo>
                  <a:lnTo>
                    <a:pt x="3021" y="4482"/>
                  </a:lnTo>
                  <a:lnTo>
                    <a:pt x="3143" y="4385"/>
                  </a:lnTo>
                  <a:lnTo>
                    <a:pt x="3240" y="4287"/>
                  </a:lnTo>
                  <a:lnTo>
                    <a:pt x="3313" y="4141"/>
                  </a:lnTo>
                  <a:lnTo>
                    <a:pt x="3362" y="3995"/>
                  </a:lnTo>
                  <a:lnTo>
                    <a:pt x="3362" y="3849"/>
                  </a:lnTo>
                  <a:lnTo>
                    <a:pt x="3362" y="3678"/>
                  </a:lnTo>
                  <a:lnTo>
                    <a:pt x="3337" y="3508"/>
                  </a:lnTo>
                  <a:lnTo>
                    <a:pt x="3240" y="3118"/>
                  </a:lnTo>
                  <a:lnTo>
                    <a:pt x="3069" y="2704"/>
                  </a:lnTo>
                  <a:lnTo>
                    <a:pt x="2704" y="1803"/>
                  </a:lnTo>
                  <a:lnTo>
                    <a:pt x="2704" y="1803"/>
                  </a:lnTo>
                  <a:lnTo>
                    <a:pt x="2363" y="950"/>
                  </a:lnTo>
                  <a:lnTo>
                    <a:pt x="2193" y="609"/>
                  </a:lnTo>
                  <a:lnTo>
                    <a:pt x="2022" y="342"/>
                  </a:lnTo>
                  <a:lnTo>
                    <a:pt x="1949" y="220"/>
                  </a:lnTo>
                  <a:lnTo>
                    <a:pt x="1852" y="122"/>
                  </a:lnTo>
                  <a:lnTo>
                    <a:pt x="1730" y="74"/>
                  </a:lnTo>
                  <a:lnTo>
                    <a:pt x="1633" y="25"/>
                  </a:lnTo>
                  <a:lnTo>
                    <a:pt x="1486" y="1"/>
                  </a:lnTo>
                  <a:lnTo>
                    <a:pt x="1365" y="1"/>
                  </a:lnTo>
                  <a:lnTo>
                    <a:pt x="1194" y="25"/>
                  </a:lnTo>
                  <a:lnTo>
                    <a:pt x="1024" y="98"/>
                  </a:lnTo>
                  <a:lnTo>
                    <a:pt x="1024" y="98"/>
                  </a:lnTo>
                  <a:lnTo>
                    <a:pt x="853" y="171"/>
                  </a:lnTo>
                  <a:lnTo>
                    <a:pt x="707" y="269"/>
                  </a:lnTo>
                  <a:lnTo>
                    <a:pt x="561" y="390"/>
                  </a:lnTo>
                  <a:lnTo>
                    <a:pt x="439" y="536"/>
                  </a:lnTo>
                  <a:lnTo>
                    <a:pt x="317" y="683"/>
                  </a:lnTo>
                  <a:lnTo>
                    <a:pt x="220" y="853"/>
                  </a:lnTo>
                  <a:lnTo>
                    <a:pt x="147" y="1048"/>
                  </a:lnTo>
                  <a:lnTo>
                    <a:pt x="74" y="1243"/>
                  </a:lnTo>
                  <a:lnTo>
                    <a:pt x="49" y="1438"/>
                  </a:lnTo>
                  <a:lnTo>
                    <a:pt x="1" y="1657"/>
                  </a:lnTo>
                  <a:lnTo>
                    <a:pt x="1" y="1876"/>
                  </a:lnTo>
                  <a:lnTo>
                    <a:pt x="1" y="2095"/>
                  </a:lnTo>
                  <a:lnTo>
                    <a:pt x="25" y="2339"/>
                  </a:lnTo>
                  <a:lnTo>
                    <a:pt x="74" y="2558"/>
                  </a:lnTo>
                  <a:lnTo>
                    <a:pt x="147" y="2801"/>
                  </a:lnTo>
                  <a:lnTo>
                    <a:pt x="220" y="3045"/>
                  </a:lnTo>
                  <a:lnTo>
                    <a:pt x="220" y="3045"/>
                  </a:lnTo>
                  <a:lnTo>
                    <a:pt x="342" y="3264"/>
                  </a:lnTo>
                  <a:lnTo>
                    <a:pt x="439" y="3483"/>
                  </a:lnTo>
                  <a:lnTo>
                    <a:pt x="585" y="3678"/>
                  </a:lnTo>
                  <a:lnTo>
                    <a:pt x="731" y="3849"/>
                  </a:lnTo>
                  <a:lnTo>
                    <a:pt x="878" y="4019"/>
                  </a:lnTo>
                  <a:lnTo>
                    <a:pt x="1048" y="4165"/>
                  </a:lnTo>
                  <a:lnTo>
                    <a:pt x="1219" y="4311"/>
                  </a:lnTo>
                  <a:lnTo>
                    <a:pt x="1389" y="4409"/>
                  </a:lnTo>
                  <a:lnTo>
                    <a:pt x="1559" y="4506"/>
                  </a:lnTo>
                  <a:lnTo>
                    <a:pt x="1754" y="4579"/>
                  </a:lnTo>
                  <a:lnTo>
                    <a:pt x="1949" y="4628"/>
                  </a:lnTo>
                  <a:lnTo>
                    <a:pt x="2120" y="4677"/>
                  </a:lnTo>
                  <a:lnTo>
                    <a:pt x="2314" y="4677"/>
                  </a:lnTo>
                  <a:lnTo>
                    <a:pt x="2509" y="4677"/>
                  </a:lnTo>
                  <a:lnTo>
                    <a:pt x="2680" y="4628"/>
                  </a:lnTo>
                  <a:lnTo>
                    <a:pt x="2875" y="4579"/>
                  </a:lnTo>
                  <a:lnTo>
                    <a:pt x="2875" y="457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41"/>
            <p:cNvSpPr/>
            <p:nvPr/>
          </p:nvSpPr>
          <p:spPr>
            <a:xfrm>
              <a:off x="6859225" y="5033600"/>
              <a:ext cx="105350" cy="144950"/>
            </a:xfrm>
            <a:custGeom>
              <a:rect b="b" l="l" r="r" t="t"/>
              <a:pathLst>
                <a:path extrusionOk="0" fill="none" h="5798" w="4214">
                  <a:moveTo>
                    <a:pt x="1778" y="5797"/>
                  </a:moveTo>
                  <a:lnTo>
                    <a:pt x="1778" y="5797"/>
                  </a:lnTo>
                  <a:lnTo>
                    <a:pt x="1997" y="5797"/>
                  </a:lnTo>
                  <a:lnTo>
                    <a:pt x="2216" y="5797"/>
                  </a:lnTo>
                  <a:lnTo>
                    <a:pt x="2411" y="5748"/>
                  </a:lnTo>
                  <a:lnTo>
                    <a:pt x="2630" y="5700"/>
                  </a:lnTo>
                  <a:lnTo>
                    <a:pt x="2825" y="5602"/>
                  </a:lnTo>
                  <a:lnTo>
                    <a:pt x="2996" y="5505"/>
                  </a:lnTo>
                  <a:lnTo>
                    <a:pt x="3191" y="5359"/>
                  </a:lnTo>
                  <a:lnTo>
                    <a:pt x="3361" y="5213"/>
                  </a:lnTo>
                  <a:lnTo>
                    <a:pt x="3507" y="5042"/>
                  </a:lnTo>
                  <a:lnTo>
                    <a:pt x="3653" y="4847"/>
                  </a:lnTo>
                  <a:lnTo>
                    <a:pt x="3799" y="4652"/>
                  </a:lnTo>
                  <a:lnTo>
                    <a:pt x="3921" y="4433"/>
                  </a:lnTo>
                  <a:lnTo>
                    <a:pt x="4019" y="4190"/>
                  </a:lnTo>
                  <a:lnTo>
                    <a:pt x="4092" y="3946"/>
                  </a:lnTo>
                  <a:lnTo>
                    <a:pt x="4165" y="3678"/>
                  </a:lnTo>
                  <a:lnTo>
                    <a:pt x="4213" y="3410"/>
                  </a:lnTo>
                  <a:lnTo>
                    <a:pt x="4213" y="3410"/>
                  </a:lnTo>
                  <a:lnTo>
                    <a:pt x="4213" y="3142"/>
                  </a:lnTo>
                  <a:lnTo>
                    <a:pt x="4189" y="2850"/>
                  </a:lnTo>
                  <a:lnTo>
                    <a:pt x="4116" y="2582"/>
                  </a:lnTo>
                  <a:lnTo>
                    <a:pt x="4019" y="2290"/>
                  </a:lnTo>
                  <a:lnTo>
                    <a:pt x="3897" y="2022"/>
                  </a:lnTo>
                  <a:lnTo>
                    <a:pt x="3726" y="1730"/>
                  </a:lnTo>
                  <a:lnTo>
                    <a:pt x="3556" y="1486"/>
                  </a:lnTo>
                  <a:lnTo>
                    <a:pt x="3361" y="1218"/>
                  </a:lnTo>
                  <a:lnTo>
                    <a:pt x="3142" y="999"/>
                  </a:lnTo>
                  <a:lnTo>
                    <a:pt x="2898" y="780"/>
                  </a:lnTo>
                  <a:lnTo>
                    <a:pt x="2679" y="585"/>
                  </a:lnTo>
                  <a:lnTo>
                    <a:pt x="2436" y="415"/>
                  </a:lnTo>
                  <a:lnTo>
                    <a:pt x="2192" y="269"/>
                  </a:lnTo>
                  <a:lnTo>
                    <a:pt x="1948" y="147"/>
                  </a:lnTo>
                  <a:lnTo>
                    <a:pt x="1705" y="74"/>
                  </a:lnTo>
                  <a:lnTo>
                    <a:pt x="1486" y="25"/>
                  </a:lnTo>
                  <a:lnTo>
                    <a:pt x="1486" y="25"/>
                  </a:lnTo>
                  <a:lnTo>
                    <a:pt x="1291" y="1"/>
                  </a:lnTo>
                  <a:lnTo>
                    <a:pt x="1096" y="49"/>
                  </a:lnTo>
                  <a:lnTo>
                    <a:pt x="950" y="98"/>
                  </a:lnTo>
                  <a:lnTo>
                    <a:pt x="804" y="195"/>
                  </a:lnTo>
                  <a:lnTo>
                    <a:pt x="682" y="317"/>
                  </a:lnTo>
                  <a:lnTo>
                    <a:pt x="585" y="463"/>
                  </a:lnTo>
                  <a:lnTo>
                    <a:pt x="487" y="658"/>
                  </a:lnTo>
                  <a:lnTo>
                    <a:pt x="390" y="853"/>
                  </a:lnTo>
                  <a:lnTo>
                    <a:pt x="268" y="1291"/>
                  </a:lnTo>
                  <a:lnTo>
                    <a:pt x="170" y="1803"/>
                  </a:lnTo>
                  <a:lnTo>
                    <a:pt x="49" y="2874"/>
                  </a:lnTo>
                  <a:lnTo>
                    <a:pt x="49" y="2874"/>
                  </a:lnTo>
                  <a:lnTo>
                    <a:pt x="0" y="3142"/>
                  </a:lnTo>
                  <a:lnTo>
                    <a:pt x="0" y="3410"/>
                  </a:lnTo>
                  <a:lnTo>
                    <a:pt x="24" y="3678"/>
                  </a:lnTo>
                  <a:lnTo>
                    <a:pt x="73" y="3922"/>
                  </a:lnTo>
                  <a:lnTo>
                    <a:pt x="122" y="4165"/>
                  </a:lnTo>
                  <a:lnTo>
                    <a:pt x="195" y="4409"/>
                  </a:lnTo>
                  <a:lnTo>
                    <a:pt x="292" y="4628"/>
                  </a:lnTo>
                  <a:lnTo>
                    <a:pt x="414" y="4823"/>
                  </a:lnTo>
                  <a:lnTo>
                    <a:pt x="536" y="5018"/>
                  </a:lnTo>
                  <a:lnTo>
                    <a:pt x="682" y="5188"/>
                  </a:lnTo>
                  <a:lnTo>
                    <a:pt x="828" y="5359"/>
                  </a:lnTo>
                  <a:lnTo>
                    <a:pt x="999" y="5480"/>
                  </a:lnTo>
                  <a:lnTo>
                    <a:pt x="1169" y="5602"/>
                  </a:lnTo>
                  <a:lnTo>
                    <a:pt x="1364" y="5675"/>
                  </a:lnTo>
                  <a:lnTo>
                    <a:pt x="1583" y="5748"/>
                  </a:lnTo>
                  <a:lnTo>
                    <a:pt x="1778" y="5797"/>
                  </a:lnTo>
                  <a:lnTo>
                    <a:pt x="1778" y="5797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41"/>
            <p:cNvSpPr/>
            <p:nvPr/>
          </p:nvSpPr>
          <p:spPr>
            <a:xfrm>
              <a:off x="6931675" y="5150500"/>
              <a:ext cx="87075" cy="115725"/>
            </a:xfrm>
            <a:custGeom>
              <a:rect b="b" l="l" r="r" t="t"/>
              <a:pathLst>
                <a:path extrusionOk="0" fill="none" h="4629" w="3483">
                  <a:moveTo>
                    <a:pt x="2558" y="98"/>
                  </a:moveTo>
                  <a:lnTo>
                    <a:pt x="2558" y="98"/>
                  </a:lnTo>
                  <a:lnTo>
                    <a:pt x="2387" y="49"/>
                  </a:lnTo>
                  <a:lnTo>
                    <a:pt x="2241" y="1"/>
                  </a:lnTo>
                  <a:lnTo>
                    <a:pt x="2095" y="1"/>
                  </a:lnTo>
                  <a:lnTo>
                    <a:pt x="1973" y="1"/>
                  </a:lnTo>
                  <a:lnTo>
                    <a:pt x="1851" y="49"/>
                  </a:lnTo>
                  <a:lnTo>
                    <a:pt x="1729" y="98"/>
                  </a:lnTo>
                  <a:lnTo>
                    <a:pt x="1632" y="196"/>
                  </a:lnTo>
                  <a:lnTo>
                    <a:pt x="1535" y="293"/>
                  </a:lnTo>
                  <a:lnTo>
                    <a:pt x="1364" y="561"/>
                  </a:lnTo>
                  <a:lnTo>
                    <a:pt x="1169" y="902"/>
                  </a:lnTo>
                  <a:lnTo>
                    <a:pt x="780" y="1730"/>
                  </a:lnTo>
                  <a:lnTo>
                    <a:pt x="780" y="1730"/>
                  </a:lnTo>
                  <a:lnTo>
                    <a:pt x="366" y="2607"/>
                  </a:lnTo>
                  <a:lnTo>
                    <a:pt x="195" y="2996"/>
                  </a:lnTo>
                  <a:lnTo>
                    <a:pt x="73" y="3386"/>
                  </a:lnTo>
                  <a:lnTo>
                    <a:pt x="25" y="3557"/>
                  </a:lnTo>
                  <a:lnTo>
                    <a:pt x="0" y="3727"/>
                  </a:lnTo>
                  <a:lnTo>
                    <a:pt x="25" y="3898"/>
                  </a:lnTo>
                  <a:lnTo>
                    <a:pt x="49" y="4044"/>
                  </a:lnTo>
                  <a:lnTo>
                    <a:pt x="98" y="4165"/>
                  </a:lnTo>
                  <a:lnTo>
                    <a:pt x="195" y="4287"/>
                  </a:lnTo>
                  <a:lnTo>
                    <a:pt x="317" y="4385"/>
                  </a:lnTo>
                  <a:lnTo>
                    <a:pt x="463" y="4482"/>
                  </a:lnTo>
                  <a:lnTo>
                    <a:pt x="463" y="4482"/>
                  </a:lnTo>
                  <a:lnTo>
                    <a:pt x="633" y="4555"/>
                  </a:lnTo>
                  <a:lnTo>
                    <a:pt x="828" y="4604"/>
                  </a:lnTo>
                  <a:lnTo>
                    <a:pt x="1023" y="4628"/>
                  </a:lnTo>
                  <a:lnTo>
                    <a:pt x="1194" y="4628"/>
                  </a:lnTo>
                  <a:lnTo>
                    <a:pt x="1388" y="4604"/>
                  </a:lnTo>
                  <a:lnTo>
                    <a:pt x="1583" y="4555"/>
                  </a:lnTo>
                  <a:lnTo>
                    <a:pt x="1778" y="4482"/>
                  </a:lnTo>
                  <a:lnTo>
                    <a:pt x="1949" y="4409"/>
                  </a:lnTo>
                  <a:lnTo>
                    <a:pt x="2143" y="4312"/>
                  </a:lnTo>
                  <a:lnTo>
                    <a:pt x="2314" y="4190"/>
                  </a:lnTo>
                  <a:lnTo>
                    <a:pt x="2484" y="4044"/>
                  </a:lnTo>
                  <a:lnTo>
                    <a:pt x="2655" y="3873"/>
                  </a:lnTo>
                  <a:lnTo>
                    <a:pt x="2801" y="3703"/>
                  </a:lnTo>
                  <a:lnTo>
                    <a:pt x="2947" y="3508"/>
                  </a:lnTo>
                  <a:lnTo>
                    <a:pt x="3069" y="3313"/>
                  </a:lnTo>
                  <a:lnTo>
                    <a:pt x="3191" y="3094"/>
                  </a:lnTo>
                  <a:lnTo>
                    <a:pt x="3191" y="3094"/>
                  </a:lnTo>
                  <a:lnTo>
                    <a:pt x="3288" y="2875"/>
                  </a:lnTo>
                  <a:lnTo>
                    <a:pt x="3361" y="2631"/>
                  </a:lnTo>
                  <a:lnTo>
                    <a:pt x="3410" y="2412"/>
                  </a:lnTo>
                  <a:lnTo>
                    <a:pt x="3459" y="2168"/>
                  </a:lnTo>
                  <a:lnTo>
                    <a:pt x="3483" y="1949"/>
                  </a:lnTo>
                  <a:lnTo>
                    <a:pt x="3483" y="1730"/>
                  </a:lnTo>
                  <a:lnTo>
                    <a:pt x="3459" y="1511"/>
                  </a:lnTo>
                  <a:lnTo>
                    <a:pt x="3434" y="1316"/>
                  </a:lnTo>
                  <a:lnTo>
                    <a:pt x="3386" y="1121"/>
                  </a:lnTo>
                  <a:lnTo>
                    <a:pt x="3313" y="926"/>
                  </a:lnTo>
                  <a:lnTo>
                    <a:pt x="3239" y="756"/>
                  </a:lnTo>
                  <a:lnTo>
                    <a:pt x="3118" y="585"/>
                  </a:lnTo>
                  <a:lnTo>
                    <a:pt x="2996" y="439"/>
                  </a:lnTo>
                  <a:lnTo>
                    <a:pt x="2874" y="317"/>
                  </a:lnTo>
                  <a:lnTo>
                    <a:pt x="2728" y="196"/>
                  </a:lnTo>
                  <a:lnTo>
                    <a:pt x="2558" y="98"/>
                  </a:lnTo>
                  <a:lnTo>
                    <a:pt x="2558" y="9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41"/>
            <p:cNvSpPr/>
            <p:nvPr/>
          </p:nvSpPr>
          <p:spPr>
            <a:xfrm>
              <a:off x="6715525" y="5180350"/>
              <a:ext cx="263050" cy="247825"/>
            </a:xfrm>
            <a:custGeom>
              <a:rect b="b" l="l" r="r" t="t"/>
              <a:pathLst>
                <a:path extrusionOk="0" fill="none" h="9913" w="10522">
                  <a:moveTo>
                    <a:pt x="8135" y="3191"/>
                  </a:moveTo>
                  <a:lnTo>
                    <a:pt x="8135" y="3191"/>
                  </a:lnTo>
                  <a:lnTo>
                    <a:pt x="8037" y="2923"/>
                  </a:lnTo>
                  <a:lnTo>
                    <a:pt x="7940" y="2655"/>
                  </a:lnTo>
                  <a:lnTo>
                    <a:pt x="7794" y="2119"/>
                  </a:lnTo>
                  <a:lnTo>
                    <a:pt x="7721" y="1851"/>
                  </a:lnTo>
                  <a:lnTo>
                    <a:pt x="7623" y="1608"/>
                  </a:lnTo>
                  <a:lnTo>
                    <a:pt x="7502" y="1340"/>
                  </a:lnTo>
                  <a:lnTo>
                    <a:pt x="7355" y="1120"/>
                  </a:lnTo>
                  <a:lnTo>
                    <a:pt x="7355" y="1120"/>
                  </a:lnTo>
                  <a:lnTo>
                    <a:pt x="7161" y="853"/>
                  </a:lnTo>
                  <a:lnTo>
                    <a:pt x="6941" y="633"/>
                  </a:lnTo>
                  <a:lnTo>
                    <a:pt x="6698" y="463"/>
                  </a:lnTo>
                  <a:lnTo>
                    <a:pt x="6430" y="292"/>
                  </a:lnTo>
                  <a:lnTo>
                    <a:pt x="6162" y="171"/>
                  </a:lnTo>
                  <a:lnTo>
                    <a:pt x="5870" y="73"/>
                  </a:lnTo>
                  <a:lnTo>
                    <a:pt x="5578" y="25"/>
                  </a:lnTo>
                  <a:lnTo>
                    <a:pt x="5285" y="0"/>
                  </a:lnTo>
                  <a:lnTo>
                    <a:pt x="5285" y="0"/>
                  </a:lnTo>
                  <a:lnTo>
                    <a:pt x="5261" y="0"/>
                  </a:lnTo>
                  <a:lnTo>
                    <a:pt x="5261" y="0"/>
                  </a:lnTo>
                  <a:lnTo>
                    <a:pt x="5237" y="0"/>
                  </a:lnTo>
                  <a:lnTo>
                    <a:pt x="5237" y="0"/>
                  </a:lnTo>
                  <a:lnTo>
                    <a:pt x="4944" y="25"/>
                  </a:lnTo>
                  <a:lnTo>
                    <a:pt x="4652" y="73"/>
                  </a:lnTo>
                  <a:lnTo>
                    <a:pt x="4360" y="171"/>
                  </a:lnTo>
                  <a:lnTo>
                    <a:pt x="4092" y="292"/>
                  </a:lnTo>
                  <a:lnTo>
                    <a:pt x="3824" y="463"/>
                  </a:lnTo>
                  <a:lnTo>
                    <a:pt x="3580" y="633"/>
                  </a:lnTo>
                  <a:lnTo>
                    <a:pt x="3361" y="853"/>
                  </a:lnTo>
                  <a:lnTo>
                    <a:pt x="3166" y="1120"/>
                  </a:lnTo>
                  <a:lnTo>
                    <a:pt x="3166" y="1120"/>
                  </a:lnTo>
                  <a:lnTo>
                    <a:pt x="3020" y="1340"/>
                  </a:lnTo>
                  <a:lnTo>
                    <a:pt x="2898" y="1608"/>
                  </a:lnTo>
                  <a:lnTo>
                    <a:pt x="2801" y="1851"/>
                  </a:lnTo>
                  <a:lnTo>
                    <a:pt x="2728" y="2119"/>
                  </a:lnTo>
                  <a:lnTo>
                    <a:pt x="2558" y="2655"/>
                  </a:lnTo>
                  <a:lnTo>
                    <a:pt x="2484" y="2923"/>
                  </a:lnTo>
                  <a:lnTo>
                    <a:pt x="2387" y="3191"/>
                  </a:lnTo>
                  <a:lnTo>
                    <a:pt x="2387" y="3191"/>
                  </a:lnTo>
                  <a:lnTo>
                    <a:pt x="2241" y="3434"/>
                  </a:lnTo>
                  <a:lnTo>
                    <a:pt x="2095" y="3678"/>
                  </a:lnTo>
                  <a:lnTo>
                    <a:pt x="1900" y="3897"/>
                  </a:lnTo>
                  <a:lnTo>
                    <a:pt x="1729" y="4092"/>
                  </a:lnTo>
                  <a:lnTo>
                    <a:pt x="1315" y="4457"/>
                  </a:lnTo>
                  <a:lnTo>
                    <a:pt x="901" y="4847"/>
                  </a:lnTo>
                  <a:lnTo>
                    <a:pt x="901" y="4847"/>
                  </a:lnTo>
                  <a:lnTo>
                    <a:pt x="707" y="5066"/>
                  </a:lnTo>
                  <a:lnTo>
                    <a:pt x="512" y="5310"/>
                  </a:lnTo>
                  <a:lnTo>
                    <a:pt x="366" y="5553"/>
                  </a:lnTo>
                  <a:lnTo>
                    <a:pt x="244" y="5821"/>
                  </a:lnTo>
                  <a:lnTo>
                    <a:pt x="146" y="6113"/>
                  </a:lnTo>
                  <a:lnTo>
                    <a:pt x="73" y="6405"/>
                  </a:lnTo>
                  <a:lnTo>
                    <a:pt x="25" y="6722"/>
                  </a:lnTo>
                  <a:lnTo>
                    <a:pt x="0" y="7014"/>
                  </a:lnTo>
                  <a:lnTo>
                    <a:pt x="0" y="7014"/>
                  </a:lnTo>
                  <a:lnTo>
                    <a:pt x="25" y="7307"/>
                  </a:lnTo>
                  <a:lnTo>
                    <a:pt x="49" y="7599"/>
                  </a:lnTo>
                  <a:lnTo>
                    <a:pt x="122" y="7867"/>
                  </a:lnTo>
                  <a:lnTo>
                    <a:pt x="219" y="8135"/>
                  </a:lnTo>
                  <a:lnTo>
                    <a:pt x="317" y="8403"/>
                  </a:lnTo>
                  <a:lnTo>
                    <a:pt x="439" y="8622"/>
                  </a:lnTo>
                  <a:lnTo>
                    <a:pt x="609" y="8865"/>
                  </a:lnTo>
                  <a:lnTo>
                    <a:pt x="780" y="9060"/>
                  </a:lnTo>
                  <a:lnTo>
                    <a:pt x="950" y="9255"/>
                  </a:lnTo>
                  <a:lnTo>
                    <a:pt x="1145" y="9401"/>
                  </a:lnTo>
                  <a:lnTo>
                    <a:pt x="1364" y="9547"/>
                  </a:lnTo>
                  <a:lnTo>
                    <a:pt x="1608" y="9669"/>
                  </a:lnTo>
                  <a:lnTo>
                    <a:pt x="1851" y="9766"/>
                  </a:lnTo>
                  <a:lnTo>
                    <a:pt x="2095" y="9840"/>
                  </a:lnTo>
                  <a:lnTo>
                    <a:pt x="2363" y="9888"/>
                  </a:lnTo>
                  <a:lnTo>
                    <a:pt x="2606" y="9913"/>
                  </a:lnTo>
                  <a:lnTo>
                    <a:pt x="2606" y="9913"/>
                  </a:lnTo>
                  <a:lnTo>
                    <a:pt x="2972" y="9888"/>
                  </a:lnTo>
                  <a:lnTo>
                    <a:pt x="3337" y="9791"/>
                  </a:lnTo>
                  <a:lnTo>
                    <a:pt x="3678" y="9669"/>
                  </a:lnTo>
                  <a:lnTo>
                    <a:pt x="3994" y="9474"/>
                  </a:lnTo>
                  <a:lnTo>
                    <a:pt x="3994" y="9474"/>
                  </a:lnTo>
                  <a:lnTo>
                    <a:pt x="4141" y="9377"/>
                  </a:lnTo>
                  <a:lnTo>
                    <a:pt x="4287" y="9304"/>
                  </a:lnTo>
                  <a:lnTo>
                    <a:pt x="4433" y="9279"/>
                  </a:lnTo>
                  <a:lnTo>
                    <a:pt x="4579" y="9231"/>
                  </a:lnTo>
                  <a:lnTo>
                    <a:pt x="4896" y="9206"/>
                  </a:lnTo>
                  <a:lnTo>
                    <a:pt x="5261" y="9206"/>
                  </a:lnTo>
                  <a:lnTo>
                    <a:pt x="5261" y="9206"/>
                  </a:lnTo>
                  <a:lnTo>
                    <a:pt x="5626" y="9206"/>
                  </a:lnTo>
                  <a:lnTo>
                    <a:pt x="5943" y="9231"/>
                  </a:lnTo>
                  <a:lnTo>
                    <a:pt x="6089" y="9279"/>
                  </a:lnTo>
                  <a:lnTo>
                    <a:pt x="6235" y="9304"/>
                  </a:lnTo>
                  <a:lnTo>
                    <a:pt x="6381" y="9377"/>
                  </a:lnTo>
                  <a:lnTo>
                    <a:pt x="6527" y="9474"/>
                  </a:lnTo>
                  <a:lnTo>
                    <a:pt x="6527" y="9474"/>
                  </a:lnTo>
                  <a:lnTo>
                    <a:pt x="6844" y="9669"/>
                  </a:lnTo>
                  <a:lnTo>
                    <a:pt x="7185" y="9791"/>
                  </a:lnTo>
                  <a:lnTo>
                    <a:pt x="7550" y="9888"/>
                  </a:lnTo>
                  <a:lnTo>
                    <a:pt x="7916" y="9913"/>
                  </a:lnTo>
                  <a:lnTo>
                    <a:pt x="7916" y="9913"/>
                  </a:lnTo>
                  <a:lnTo>
                    <a:pt x="8184" y="9888"/>
                  </a:lnTo>
                  <a:lnTo>
                    <a:pt x="8427" y="9840"/>
                  </a:lnTo>
                  <a:lnTo>
                    <a:pt x="8671" y="9766"/>
                  </a:lnTo>
                  <a:lnTo>
                    <a:pt x="8914" y="9669"/>
                  </a:lnTo>
                  <a:lnTo>
                    <a:pt x="9158" y="9547"/>
                  </a:lnTo>
                  <a:lnTo>
                    <a:pt x="9377" y="9401"/>
                  </a:lnTo>
                  <a:lnTo>
                    <a:pt x="9572" y="9255"/>
                  </a:lnTo>
                  <a:lnTo>
                    <a:pt x="9742" y="9060"/>
                  </a:lnTo>
                  <a:lnTo>
                    <a:pt x="9913" y="8865"/>
                  </a:lnTo>
                  <a:lnTo>
                    <a:pt x="10083" y="8622"/>
                  </a:lnTo>
                  <a:lnTo>
                    <a:pt x="10205" y="8403"/>
                  </a:lnTo>
                  <a:lnTo>
                    <a:pt x="10302" y="8135"/>
                  </a:lnTo>
                  <a:lnTo>
                    <a:pt x="10400" y="7867"/>
                  </a:lnTo>
                  <a:lnTo>
                    <a:pt x="10473" y="7599"/>
                  </a:lnTo>
                  <a:lnTo>
                    <a:pt x="10497" y="7307"/>
                  </a:lnTo>
                  <a:lnTo>
                    <a:pt x="10522" y="7014"/>
                  </a:lnTo>
                  <a:lnTo>
                    <a:pt x="10522" y="7014"/>
                  </a:lnTo>
                  <a:lnTo>
                    <a:pt x="10497" y="6722"/>
                  </a:lnTo>
                  <a:lnTo>
                    <a:pt x="10449" y="6405"/>
                  </a:lnTo>
                  <a:lnTo>
                    <a:pt x="10375" y="6113"/>
                  </a:lnTo>
                  <a:lnTo>
                    <a:pt x="10278" y="5821"/>
                  </a:lnTo>
                  <a:lnTo>
                    <a:pt x="10156" y="5553"/>
                  </a:lnTo>
                  <a:lnTo>
                    <a:pt x="10010" y="5310"/>
                  </a:lnTo>
                  <a:lnTo>
                    <a:pt x="9815" y="5066"/>
                  </a:lnTo>
                  <a:lnTo>
                    <a:pt x="9620" y="4847"/>
                  </a:lnTo>
                  <a:lnTo>
                    <a:pt x="9620" y="4847"/>
                  </a:lnTo>
                  <a:lnTo>
                    <a:pt x="9206" y="4457"/>
                  </a:lnTo>
                  <a:lnTo>
                    <a:pt x="8792" y="4092"/>
                  </a:lnTo>
                  <a:lnTo>
                    <a:pt x="8622" y="3897"/>
                  </a:lnTo>
                  <a:lnTo>
                    <a:pt x="8427" y="3678"/>
                  </a:lnTo>
                  <a:lnTo>
                    <a:pt x="8281" y="3434"/>
                  </a:lnTo>
                  <a:lnTo>
                    <a:pt x="8135" y="3191"/>
                  </a:lnTo>
                  <a:lnTo>
                    <a:pt x="8135" y="319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5" name="Google Shape;705;p41"/>
          <p:cNvGrpSpPr/>
          <p:nvPr/>
        </p:nvGrpSpPr>
        <p:grpSpPr>
          <a:xfrm>
            <a:off x="3153705" y="381117"/>
            <a:ext cx="387933" cy="345971"/>
            <a:chOff x="3927500" y="301425"/>
            <a:chExt cx="461550" cy="411625"/>
          </a:xfrm>
        </p:grpSpPr>
        <p:sp>
          <p:nvSpPr>
            <p:cNvPr id="706" name="Google Shape;706;p41"/>
            <p:cNvSpPr/>
            <p:nvPr/>
          </p:nvSpPr>
          <p:spPr>
            <a:xfrm>
              <a:off x="4080925" y="302050"/>
              <a:ext cx="154075" cy="411000"/>
            </a:xfrm>
            <a:custGeom>
              <a:rect b="b" l="l" r="r" t="t"/>
              <a:pathLst>
                <a:path extrusionOk="0" fill="none" h="16440" w="6163">
                  <a:moveTo>
                    <a:pt x="6162" y="3118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6162" y="16440"/>
                  </a:lnTo>
                  <a:lnTo>
                    <a:pt x="6162" y="311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41"/>
            <p:cNvSpPr/>
            <p:nvPr/>
          </p:nvSpPr>
          <p:spPr>
            <a:xfrm>
              <a:off x="3927500" y="301425"/>
              <a:ext cx="153450" cy="406150"/>
            </a:xfrm>
            <a:custGeom>
              <a:rect b="b" l="l" r="r" t="t"/>
              <a:pathLst>
                <a:path extrusionOk="0" fill="none" h="16246" w="6138">
                  <a:moveTo>
                    <a:pt x="6137" y="1"/>
                  </a:moveTo>
                  <a:lnTo>
                    <a:pt x="536" y="2850"/>
                  </a:lnTo>
                  <a:lnTo>
                    <a:pt x="536" y="2850"/>
                  </a:lnTo>
                  <a:lnTo>
                    <a:pt x="414" y="2899"/>
                  </a:lnTo>
                  <a:lnTo>
                    <a:pt x="317" y="2997"/>
                  </a:lnTo>
                  <a:lnTo>
                    <a:pt x="219" y="3094"/>
                  </a:lnTo>
                  <a:lnTo>
                    <a:pt x="146" y="3216"/>
                  </a:lnTo>
                  <a:lnTo>
                    <a:pt x="73" y="3313"/>
                  </a:lnTo>
                  <a:lnTo>
                    <a:pt x="24" y="3435"/>
                  </a:lnTo>
                  <a:lnTo>
                    <a:pt x="0" y="3557"/>
                  </a:lnTo>
                  <a:lnTo>
                    <a:pt x="0" y="3679"/>
                  </a:lnTo>
                  <a:lnTo>
                    <a:pt x="0" y="15880"/>
                  </a:lnTo>
                  <a:lnTo>
                    <a:pt x="0" y="15880"/>
                  </a:lnTo>
                  <a:lnTo>
                    <a:pt x="0" y="16002"/>
                  </a:lnTo>
                  <a:lnTo>
                    <a:pt x="49" y="16075"/>
                  </a:lnTo>
                  <a:lnTo>
                    <a:pt x="97" y="16148"/>
                  </a:lnTo>
                  <a:lnTo>
                    <a:pt x="170" y="16197"/>
                  </a:lnTo>
                  <a:lnTo>
                    <a:pt x="244" y="16221"/>
                  </a:lnTo>
                  <a:lnTo>
                    <a:pt x="341" y="16246"/>
                  </a:lnTo>
                  <a:lnTo>
                    <a:pt x="463" y="16221"/>
                  </a:lnTo>
                  <a:lnTo>
                    <a:pt x="560" y="16173"/>
                  </a:lnTo>
                  <a:lnTo>
                    <a:pt x="6137" y="13323"/>
                  </a:lnTo>
                  <a:lnTo>
                    <a:pt x="6137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41"/>
            <p:cNvSpPr/>
            <p:nvPr/>
          </p:nvSpPr>
          <p:spPr>
            <a:xfrm>
              <a:off x="4234975" y="306925"/>
              <a:ext cx="154075" cy="405525"/>
            </a:xfrm>
            <a:custGeom>
              <a:rect b="b" l="l" r="r" t="t"/>
              <a:pathLst>
                <a:path extrusionOk="0" fill="none" h="16221" w="6163">
                  <a:moveTo>
                    <a:pt x="5578" y="49"/>
                  </a:moveTo>
                  <a:lnTo>
                    <a:pt x="0" y="2898"/>
                  </a:lnTo>
                  <a:lnTo>
                    <a:pt x="0" y="16221"/>
                  </a:lnTo>
                  <a:lnTo>
                    <a:pt x="5626" y="13371"/>
                  </a:lnTo>
                  <a:lnTo>
                    <a:pt x="5626" y="13371"/>
                  </a:lnTo>
                  <a:lnTo>
                    <a:pt x="5724" y="13322"/>
                  </a:lnTo>
                  <a:lnTo>
                    <a:pt x="5845" y="13225"/>
                  </a:lnTo>
                  <a:lnTo>
                    <a:pt x="5918" y="13127"/>
                  </a:lnTo>
                  <a:lnTo>
                    <a:pt x="6016" y="13030"/>
                  </a:lnTo>
                  <a:lnTo>
                    <a:pt x="6065" y="12908"/>
                  </a:lnTo>
                  <a:lnTo>
                    <a:pt x="6113" y="12786"/>
                  </a:lnTo>
                  <a:lnTo>
                    <a:pt x="6138" y="12665"/>
                  </a:lnTo>
                  <a:lnTo>
                    <a:pt x="6162" y="12543"/>
                  </a:lnTo>
                  <a:lnTo>
                    <a:pt x="6162" y="341"/>
                  </a:lnTo>
                  <a:lnTo>
                    <a:pt x="6162" y="341"/>
                  </a:lnTo>
                  <a:lnTo>
                    <a:pt x="6138" y="219"/>
                  </a:lnTo>
                  <a:lnTo>
                    <a:pt x="6113" y="146"/>
                  </a:lnTo>
                  <a:lnTo>
                    <a:pt x="6065" y="73"/>
                  </a:lnTo>
                  <a:lnTo>
                    <a:pt x="5992" y="24"/>
                  </a:lnTo>
                  <a:lnTo>
                    <a:pt x="5894" y="0"/>
                  </a:lnTo>
                  <a:lnTo>
                    <a:pt x="5797" y="0"/>
                  </a:lnTo>
                  <a:lnTo>
                    <a:pt x="5699" y="0"/>
                  </a:lnTo>
                  <a:lnTo>
                    <a:pt x="5578" y="49"/>
                  </a:lnTo>
                  <a:lnTo>
                    <a:pt x="5578" y="4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41"/>
            <p:cNvSpPr/>
            <p:nvPr/>
          </p:nvSpPr>
          <p:spPr>
            <a:xfrm>
              <a:off x="4295850" y="442075"/>
              <a:ext cx="46300" cy="26225"/>
            </a:xfrm>
            <a:custGeom>
              <a:rect b="b" l="l" r="r" t="t"/>
              <a:pathLst>
                <a:path extrusionOk="0" fill="none" h="1049" w="1852">
                  <a:moveTo>
                    <a:pt x="1" y="1"/>
                  </a:moveTo>
                  <a:lnTo>
                    <a:pt x="1852" y="104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41"/>
            <p:cNvSpPr/>
            <p:nvPr/>
          </p:nvSpPr>
          <p:spPr>
            <a:xfrm>
              <a:off x="4296475" y="415900"/>
              <a:ext cx="45075" cy="78575"/>
            </a:xfrm>
            <a:custGeom>
              <a:rect b="b" l="l" r="r" t="t"/>
              <a:pathLst>
                <a:path extrusionOk="0" fill="none" h="3143" w="1803">
                  <a:moveTo>
                    <a:pt x="1802" y="1"/>
                  </a:moveTo>
                  <a:lnTo>
                    <a:pt x="0" y="314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41"/>
            <p:cNvSpPr/>
            <p:nvPr/>
          </p:nvSpPr>
          <p:spPr>
            <a:xfrm>
              <a:off x="3968275" y="590050"/>
              <a:ext cx="25" cy="6100"/>
            </a:xfrm>
            <a:custGeom>
              <a:rect b="b" l="l" r="r" t="t"/>
              <a:pathLst>
                <a:path extrusionOk="0" fill="none" h="244" w="1">
                  <a:moveTo>
                    <a:pt x="1" y="244"/>
                  </a:moveTo>
                  <a:lnTo>
                    <a:pt x="1" y="244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41"/>
            <p:cNvSpPr/>
            <p:nvPr/>
          </p:nvSpPr>
          <p:spPr>
            <a:xfrm>
              <a:off x="3970725" y="558375"/>
              <a:ext cx="1850" cy="12200"/>
            </a:xfrm>
            <a:custGeom>
              <a:rect b="b" l="l" r="r" t="t"/>
              <a:pathLst>
                <a:path extrusionOk="0" fill="none" h="488" w="74">
                  <a:moveTo>
                    <a:pt x="0" y="488"/>
                  </a:moveTo>
                  <a:lnTo>
                    <a:pt x="7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41"/>
            <p:cNvSpPr/>
            <p:nvPr/>
          </p:nvSpPr>
          <p:spPr>
            <a:xfrm>
              <a:off x="3976200" y="527325"/>
              <a:ext cx="3675" cy="12200"/>
            </a:xfrm>
            <a:custGeom>
              <a:rect b="b" l="l" r="r" t="t"/>
              <a:pathLst>
                <a:path extrusionOk="0" fill="none" h="488" w="147">
                  <a:moveTo>
                    <a:pt x="0" y="488"/>
                  </a:moveTo>
                  <a:lnTo>
                    <a:pt x="98" y="147"/>
                  </a:lnTo>
                  <a:lnTo>
                    <a:pt x="147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41"/>
            <p:cNvSpPr/>
            <p:nvPr/>
          </p:nvSpPr>
          <p:spPr>
            <a:xfrm>
              <a:off x="3985950" y="498100"/>
              <a:ext cx="4875" cy="10975"/>
            </a:xfrm>
            <a:custGeom>
              <a:rect b="b" l="l" r="r" t="t"/>
              <a:pathLst>
                <a:path extrusionOk="0" fill="none" h="439" w="195">
                  <a:moveTo>
                    <a:pt x="0" y="439"/>
                  </a:moveTo>
                  <a:lnTo>
                    <a:pt x="195" y="25"/>
                  </a:ln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41"/>
            <p:cNvSpPr/>
            <p:nvPr/>
          </p:nvSpPr>
          <p:spPr>
            <a:xfrm>
              <a:off x="4000550" y="471300"/>
              <a:ext cx="7325" cy="9775"/>
            </a:xfrm>
            <a:custGeom>
              <a:rect b="b" l="l" r="r" t="t"/>
              <a:pathLst>
                <a:path extrusionOk="0" fill="none" h="391" w="293">
                  <a:moveTo>
                    <a:pt x="1" y="391"/>
                  </a:moveTo>
                  <a:lnTo>
                    <a:pt x="74" y="269"/>
                  </a:lnTo>
                  <a:lnTo>
                    <a:pt x="29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41"/>
            <p:cNvSpPr/>
            <p:nvPr/>
          </p:nvSpPr>
          <p:spPr>
            <a:xfrm>
              <a:off x="4021250" y="450600"/>
              <a:ext cx="10375" cy="6725"/>
            </a:xfrm>
            <a:custGeom>
              <a:rect b="b" l="l" r="r" t="t"/>
              <a:pathLst>
                <a:path extrusionOk="0" fill="none" h="269" w="415">
                  <a:moveTo>
                    <a:pt x="1" y="269"/>
                  </a:moveTo>
                  <a:lnTo>
                    <a:pt x="25" y="244"/>
                  </a:lnTo>
                  <a:lnTo>
                    <a:pt x="220" y="123"/>
                  </a:lnTo>
                  <a:lnTo>
                    <a:pt x="415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41"/>
            <p:cNvSpPr/>
            <p:nvPr/>
          </p:nvSpPr>
          <p:spPr>
            <a:xfrm>
              <a:off x="4049250" y="440250"/>
              <a:ext cx="11600" cy="2475"/>
            </a:xfrm>
            <a:custGeom>
              <a:rect b="b" l="l" r="r" t="t"/>
              <a:pathLst>
                <a:path extrusionOk="0" fill="none" h="99" w="464">
                  <a:moveTo>
                    <a:pt x="1" y="98"/>
                  </a:moveTo>
                  <a:lnTo>
                    <a:pt x="220" y="50"/>
                  </a:lnTo>
                  <a:lnTo>
                    <a:pt x="464" y="1"/>
                  </a:lnTo>
                  <a:lnTo>
                    <a:pt x="464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41"/>
            <p:cNvSpPr/>
            <p:nvPr/>
          </p:nvSpPr>
          <p:spPr>
            <a:xfrm>
              <a:off x="4080325" y="439650"/>
              <a:ext cx="12200" cy="1850"/>
            </a:xfrm>
            <a:custGeom>
              <a:rect b="b" l="l" r="r" t="t"/>
              <a:pathLst>
                <a:path extrusionOk="0" fill="none" h="74" w="488">
                  <a:moveTo>
                    <a:pt x="0" y="0"/>
                  </a:moveTo>
                  <a:lnTo>
                    <a:pt x="146" y="0"/>
                  </a:lnTo>
                  <a:lnTo>
                    <a:pt x="463" y="74"/>
                  </a:lnTo>
                  <a:lnTo>
                    <a:pt x="487" y="7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41"/>
            <p:cNvSpPr/>
            <p:nvPr/>
          </p:nvSpPr>
          <p:spPr>
            <a:xfrm>
              <a:off x="4110150" y="450000"/>
              <a:ext cx="9150" cy="7950"/>
            </a:xfrm>
            <a:custGeom>
              <a:rect b="b" l="l" r="r" t="t"/>
              <a:pathLst>
                <a:path extrusionOk="0" fill="none" h="318" w="366">
                  <a:moveTo>
                    <a:pt x="0" y="1"/>
                  </a:moveTo>
                  <a:lnTo>
                    <a:pt x="98" y="74"/>
                  </a:lnTo>
                  <a:lnTo>
                    <a:pt x="317" y="268"/>
                  </a:lnTo>
                  <a:lnTo>
                    <a:pt x="366" y="317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41"/>
            <p:cNvSpPr/>
            <p:nvPr/>
          </p:nvSpPr>
          <p:spPr>
            <a:xfrm>
              <a:off x="4130250" y="473750"/>
              <a:ext cx="4900" cy="10975"/>
            </a:xfrm>
            <a:custGeom>
              <a:rect b="b" l="l" r="r" t="t"/>
              <a:pathLst>
                <a:path extrusionOk="0" fill="none" h="439" w="196">
                  <a:moveTo>
                    <a:pt x="0" y="0"/>
                  </a:moveTo>
                  <a:lnTo>
                    <a:pt x="25" y="73"/>
                  </a:lnTo>
                  <a:lnTo>
                    <a:pt x="171" y="366"/>
                  </a:lnTo>
                  <a:lnTo>
                    <a:pt x="195" y="43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41"/>
            <p:cNvSpPr/>
            <p:nvPr/>
          </p:nvSpPr>
          <p:spPr>
            <a:xfrm>
              <a:off x="4141800" y="502975"/>
              <a:ext cx="3700" cy="11600"/>
            </a:xfrm>
            <a:custGeom>
              <a:rect b="b" l="l" r="r" t="t"/>
              <a:pathLst>
                <a:path extrusionOk="0" fill="none" h="464" w="148">
                  <a:moveTo>
                    <a:pt x="1" y="0"/>
                  </a:moveTo>
                  <a:lnTo>
                    <a:pt x="147" y="46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41"/>
            <p:cNvSpPr/>
            <p:nvPr/>
          </p:nvSpPr>
          <p:spPr>
            <a:xfrm>
              <a:off x="4150950" y="533425"/>
              <a:ext cx="3675" cy="11575"/>
            </a:xfrm>
            <a:custGeom>
              <a:rect b="b" l="l" r="r" t="t"/>
              <a:pathLst>
                <a:path extrusionOk="0" fill="none" h="463" w="147">
                  <a:moveTo>
                    <a:pt x="0" y="0"/>
                  </a:moveTo>
                  <a:lnTo>
                    <a:pt x="146" y="46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41"/>
            <p:cNvSpPr/>
            <p:nvPr/>
          </p:nvSpPr>
          <p:spPr>
            <a:xfrm>
              <a:off x="4160675" y="563850"/>
              <a:ext cx="4900" cy="11000"/>
            </a:xfrm>
            <a:custGeom>
              <a:rect b="b" l="l" r="r" t="t"/>
              <a:pathLst>
                <a:path extrusionOk="0" fill="none" h="440" w="196">
                  <a:moveTo>
                    <a:pt x="1" y="1"/>
                  </a:moveTo>
                  <a:lnTo>
                    <a:pt x="50" y="123"/>
                  </a:lnTo>
                  <a:lnTo>
                    <a:pt x="196" y="415"/>
                  </a:lnTo>
                  <a:lnTo>
                    <a:pt x="196" y="43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41"/>
            <p:cNvSpPr/>
            <p:nvPr/>
          </p:nvSpPr>
          <p:spPr>
            <a:xfrm>
              <a:off x="4175300" y="591875"/>
              <a:ext cx="7325" cy="9150"/>
            </a:xfrm>
            <a:custGeom>
              <a:rect b="b" l="l" r="r" t="t"/>
              <a:pathLst>
                <a:path extrusionOk="0" fill="none" h="366" w="293">
                  <a:moveTo>
                    <a:pt x="0" y="0"/>
                  </a:moveTo>
                  <a:lnTo>
                    <a:pt x="98" y="146"/>
                  </a:lnTo>
                  <a:lnTo>
                    <a:pt x="293" y="366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41"/>
            <p:cNvSpPr/>
            <p:nvPr/>
          </p:nvSpPr>
          <p:spPr>
            <a:xfrm>
              <a:off x="4198425" y="613175"/>
              <a:ext cx="11000" cy="4900"/>
            </a:xfrm>
            <a:custGeom>
              <a:rect b="b" l="l" r="r" t="t"/>
              <a:pathLst>
                <a:path extrusionOk="0" fill="none" h="196" w="440">
                  <a:moveTo>
                    <a:pt x="1" y="1"/>
                  </a:moveTo>
                  <a:lnTo>
                    <a:pt x="171" y="98"/>
                  </a:lnTo>
                  <a:lnTo>
                    <a:pt x="439" y="195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41"/>
            <p:cNvSpPr/>
            <p:nvPr/>
          </p:nvSpPr>
          <p:spPr>
            <a:xfrm>
              <a:off x="4228275" y="621100"/>
              <a:ext cx="12200" cy="625"/>
            </a:xfrm>
            <a:custGeom>
              <a:rect b="b" l="l" r="r" t="t"/>
              <a:pathLst>
                <a:path extrusionOk="0" fill="none" h="25" w="488">
                  <a:moveTo>
                    <a:pt x="0" y="0"/>
                  </a:moveTo>
                  <a:lnTo>
                    <a:pt x="49" y="25"/>
                  </a:lnTo>
                  <a:lnTo>
                    <a:pt x="487" y="0"/>
                  </a:lnTo>
                  <a:lnTo>
                    <a:pt x="487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41"/>
            <p:cNvSpPr/>
            <p:nvPr/>
          </p:nvSpPr>
          <p:spPr>
            <a:xfrm>
              <a:off x="4259925" y="616225"/>
              <a:ext cx="11600" cy="3075"/>
            </a:xfrm>
            <a:custGeom>
              <a:rect b="b" l="l" r="r" t="t"/>
              <a:pathLst>
                <a:path extrusionOk="0" fill="none" h="123" w="464">
                  <a:moveTo>
                    <a:pt x="1" y="122"/>
                  </a:moveTo>
                  <a:lnTo>
                    <a:pt x="196" y="73"/>
                  </a:lnTo>
                  <a:lnTo>
                    <a:pt x="464" y="0"/>
                  </a:lnTo>
                  <a:lnTo>
                    <a:pt x="46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41"/>
            <p:cNvSpPr/>
            <p:nvPr/>
          </p:nvSpPr>
          <p:spPr>
            <a:xfrm>
              <a:off x="4289775" y="602225"/>
              <a:ext cx="10375" cy="6725"/>
            </a:xfrm>
            <a:custGeom>
              <a:rect b="b" l="l" r="r" t="t"/>
              <a:pathLst>
                <a:path extrusionOk="0" fill="none" h="269" w="415">
                  <a:moveTo>
                    <a:pt x="0" y="268"/>
                  </a:moveTo>
                  <a:lnTo>
                    <a:pt x="195" y="146"/>
                  </a:lnTo>
                  <a:lnTo>
                    <a:pt x="390" y="0"/>
                  </a:lnTo>
                  <a:lnTo>
                    <a:pt x="41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1"/>
            <p:cNvSpPr/>
            <p:nvPr/>
          </p:nvSpPr>
          <p:spPr>
            <a:xfrm>
              <a:off x="4313525" y="577875"/>
              <a:ext cx="6100" cy="10375"/>
            </a:xfrm>
            <a:custGeom>
              <a:rect b="b" l="l" r="r" t="t"/>
              <a:pathLst>
                <a:path extrusionOk="0" fill="none" h="415" w="244">
                  <a:moveTo>
                    <a:pt x="0" y="414"/>
                  </a:moveTo>
                  <a:lnTo>
                    <a:pt x="24" y="365"/>
                  </a:lnTo>
                  <a:lnTo>
                    <a:pt x="146" y="195"/>
                  </a:lnTo>
                  <a:lnTo>
                    <a:pt x="24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1"/>
            <p:cNvSpPr/>
            <p:nvPr/>
          </p:nvSpPr>
          <p:spPr>
            <a:xfrm>
              <a:off x="4326300" y="547425"/>
              <a:ext cx="2450" cy="12200"/>
            </a:xfrm>
            <a:custGeom>
              <a:rect b="b" l="l" r="r" t="t"/>
              <a:pathLst>
                <a:path extrusionOk="0" fill="none" h="488" w="98">
                  <a:moveTo>
                    <a:pt x="0" y="487"/>
                  </a:moveTo>
                  <a:lnTo>
                    <a:pt x="49" y="293"/>
                  </a:lnTo>
                  <a:lnTo>
                    <a:pt x="9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41"/>
            <p:cNvSpPr/>
            <p:nvPr/>
          </p:nvSpPr>
          <p:spPr>
            <a:xfrm>
              <a:off x="4329350" y="515750"/>
              <a:ext cx="625" cy="12200"/>
            </a:xfrm>
            <a:custGeom>
              <a:rect b="b" l="l" r="r" t="t"/>
              <a:pathLst>
                <a:path extrusionOk="0" fill="none" h="488" w="25">
                  <a:moveTo>
                    <a:pt x="25" y="488"/>
                  </a:moveTo>
                  <a:lnTo>
                    <a:pt x="25" y="464"/>
                  </a:lnTo>
                  <a:lnTo>
                    <a:pt x="25" y="123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41"/>
            <p:cNvSpPr/>
            <p:nvPr/>
          </p:nvSpPr>
          <p:spPr>
            <a:xfrm>
              <a:off x="4325075" y="488975"/>
              <a:ext cx="1250" cy="6100"/>
            </a:xfrm>
            <a:custGeom>
              <a:rect b="b" l="l" r="r" t="t"/>
              <a:pathLst>
                <a:path extrusionOk="0" fill="none" h="244" w="50">
                  <a:moveTo>
                    <a:pt x="49" y="244"/>
                  </a:moveTo>
                  <a:lnTo>
                    <a:pt x="49" y="244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3" name="Google Shape;733;p41"/>
          <p:cNvGrpSpPr/>
          <p:nvPr/>
        </p:nvGrpSpPr>
        <p:grpSpPr>
          <a:xfrm>
            <a:off x="5441252" y="387778"/>
            <a:ext cx="332670" cy="332670"/>
            <a:chOff x="6649150" y="309350"/>
            <a:chExt cx="395800" cy="395800"/>
          </a:xfrm>
        </p:grpSpPr>
        <p:sp>
          <p:nvSpPr>
            <p:cNvPr id="734" name="Google Shape;734;p41"/>
            <p:cNvSpPr/>
            <p:nvPr/>
          </p:nvSpPr>
          <p:spPr>
            <a:xfrm>
              <a:off x="6649150" y="309350"/>
              <a:ext cx="395800" cy="395800"/>
            </a:xfrm>
            <a:custGeom>
              <a:rect b="b" l="l" r="r" t="t"/>
              <a:pathLst>
                <a:path extrusionOk="0" fill="none" h="15832" w="15832">
                  <a:moveTo>
                    <a:pt x="7916" y="1"/>
                  </a:moveTo>
                  <a:lnTo>
                    <a:pt x="7916" y="1"/>
                  </a:lnTo>
                  <a:lnTo>
                    <a:pt x="7502" y="25"/>
                  </a:lnTo>
                  <a:lnTo>
                    <a:pt x="7112" y="49"/>
                  </a:lnTo>
                  <a:lnTo>
                    <a:pt x="6723" y="98"/>
                  </a:lnTo>
                  <a:lnTo>
                    <a:pt x="6333" y="171"/>
                  </a:lnTo>
                  <a:lnTo>
                    <a:pt x="5943" y="244"/>
                  </a:lnTo>
                  <a:lnTo>
                    <a:pt x="5553" y="366"/>
                  </a:lnTo>
                  <a:lnTo>
                    <a:pt x="5188" y="488"/>
                  </a:lnTo>
                  <a:lnTo>
                    <a:pt x="4847" y="634"/>
                  </a:lnTo>
                  <a:lnTo>
                    <a:pt x="4482" y="780"/>
                  </a:lnTo>
                  <a:lnTo>
                    <a:pt x="4141" y="950"/>
                  </a:lnTo>
                  <a:lnTo>
                    <a:pt x="3824" y="1145"/>
                  </a:lnTo>
                  <a:lnTo>
                    <a:pt x="3483" y="1364"/>
                  </a:lnTo>
                  <a:lnTo>
                    <a:pt x="3191" y="1584"/>
                  </a:lnTo>
                  <a:lnTo>
                    <a:pt x="2874" y="1803"/>
                  </a:lnTo>
                  <a:lnTo>
                    <a:pt x="2607" y="2071"/>
                  </a:lnTo>
                  <a:lnTo>
                    <a:pt x="2314" y="2314"/>
                  </a:lnTo>
                  <a:lnTo>
                    <a:pt x="2071" y="2607"/>
                  </a:lnTo>
                  <a:lnTo>
                    <a:pt x="1803" y="2874"/>
                  </a:lnTo>
                  <a:lnTo>
                    <a:pt x="1584" y="3191"/>
                  </a:lnTo>
                  <a:lnTo>
                    <a:pt x="1364" y="3483"/>
                  </a:lnTo>
                  <a:lnTo>
                    <a:pt x="1145" y="3824"/>
                  </a:lnTo>
                  <a:lnTo>
                    <a:pt x="950" y="4141"/>
                  </a:lnTo>
                  <a:lnTo>
                    <a:pt x="780" y="4482"/>
                  </a:lnTo>
                  <a:lnTo>
                    <a:pt x="634" y="4847"/>
                  </a:lnTo>
                  <a:lnTo>
                    <a:pt x="488" y="5188"/>
                  </a:lnTo>
                  <a:lnTo>
                    <a:pt x="366" y="5553"/>
                  </a:lnTo>
                  <a:lnTo>
                    <a:pt x="244" y="5943"/>
                  </a:lnTo>
                  <a:lnTo>
                    <a:pt x="171" y="6333"/>
                  </a:lnTo>
                  <a:lnTo>
                    <a:pt x="98" y="6722"/>
                  </a:lnTo>
                  <a:lnTo>
                    <a:pt x="49" y="7112"/>
                  </a:lnTo>
                  <a:lnTo>
                    <a:pt x="25" y="7502"/>
                  </a:lnTo>
                  <a:lnTo>
                    <a:pt x="1" y="7916"/>
                  </a:lnTo>
                  <a:lnTo>
                    <a:pt x="1" y="7916"/>
                  </a:lnTo>
                  <a:lnTo>
                    <a:pt x="25" y="8330"/>
                  </a:lnTo>
                  <a:lnTo>
                    <a:pt x="49" y="8720"/>
                  </a:lnTo>
                  <a:lnTo>
                    <a:pt x="98" y="9109"/>
                  </a:lnTo>
                  <a:lnTo>
                    <a:pt x="171" y="9499"/>
                  </a:lnTo>
                  <a:lnTo>
                    <a:pt x="244" y="9889"/>
                  </a:lnTo>
                  <a:lnTo>
                    <a:pt x="366" y="10278"/>
                  </a:lnTo>
                  <a:lnTo>
                    <a:pt x="488" y="10644"/>
                  </a:lnTo>
                  <a:lnTo>
                    <a:pt x="634" y="10985"/>
                  </a:lnTo>
                  <a:lnTo>
                    <a:pt x="780" y="11350"/>
                  </a:lnTo>
                  <a:lnTo>
                    <a:pt x="950" y="11691"/>
                  </a:lnTo>
                  <a:lnTo>
                    <a:pt x="1145" y="12008"/>
                  </a:lnTo>
                  <a:lnTo>
                    <a:pt x="1364" y="12348"/>
                  </a:lnTo>
                  <a:lnTo>
                    <a:pt x="1584" y="12641"/>
                  </a:lnTo>
                  <a:lnTo>
                    <a:pt x="1803" y="12957"/>
                  </a:lnTo>
                  <a:lnTo>
                    <a:pt x="2071" y="13225"/>
                  </a:lnTo>
                  <a:lnTo>
                    <a:pt x="2314" y="13518"/>
                  </a:lnTo>
                  <a:lnTo>
                    <a:pt x="2607" y="13761"/>
                  </a:lnTo>
                  <a:lnTo>
                    <a:pt x="2874" y="14029"/>
                  </a:lnTo>
                  <a:lnTo>
                    <a:pt x="3191" y="14248"/>
                  </a:lnTo>
                  <a:lnTo>
                    <a:pt x="3483" y="14467"/>
                  </a:lnTo>
                  <a:lnTo>
                    <a:pt x="3824" y="14687"/>
                  </a:lnTo>
                  <a:lnTo>
                    <a:pt x="4141" y="14881"/>
                  </a:lnTo>
                  <a:lnTo>
                    <a:pt x="4482" y="15052"/>
                  </a:lnTo>
                  <a:lnTo>
                    <a:pt x="4847" y="15198"/>
                  </a:lnTo>
                  <a:lnTo>
                    <a:pt x="5188" y="15344"/>
                  </a:lnTo>
                  <a:lnTo>
                    <a:pt x="5553" y="15466"/>
                  </a:lnTo>
                  <a:lnTo>
                    <a:pt x="5943" y="15588"/>
                  </a:lnTo>
                  <a:lnTo>
                    <a:pt x="6333" y="15661"/>
                  </a:lnTo>
                  <a:lnTo>
                    <a:pt x="6723" y="15734"/>
                  </a:lnTo>
                  <a:lnTo>
                    <a:pt x="7112" y="15783"/>
                  </a:lnTo>
                  <a:lnTo>
                    <a:pt x="7502" y="15807"/>
                  </a:lnTo>
                  <a:lnTo>
                    <a:pt x="7916" y="15831"/>
                  </a:lnTo>
                  <a:lnTo>
                    <a:pt x="7916" y="15831"/>
                  </a:lnTo>
                  <a:lnTo>
                    <a:pt x="8330" y="15807"/>
                  </a:lnTo>
                  <a:lnTo>
                    <a:pt x="8720" y="15783"/>
                  </a:lnTo>
                  <a:lnTo>
                    <a:pt x="9109" y="15734"/>
                  </a:lnTo>
                  <a:lnTo>
                    <a:pt x="9499" y="15661"/>
                  </a:lnTo>
                  <a:lnTo>
                    <a:pt x="9889" y="15588"/>
                  </a:lnTo>
                  <a:lnTo>
                    <a:pt x="10278" y="15466"/>
                  </a:lnTo>
                  <a:lnTo>
                    <a:pt x="10644" y="15344"/>
                  </a:lnTo>
                  <a:lnTo>
                    <a:pt x="10985" y="15198"/>
                  </a:lnTo>
                  <a:lnTo>
                    <a:pt x="11350" y="15052"/>
                  </a:lnTo>
                  <a:lnTo>
                    <a:pt x="11691" y="14881"/>
                  </a:lnTo>
                  <a:lnTo>
                    <a:pt x="12008" y="14687"/>
                  </a:lnTo>
                  <a:lnTo>
                    <a:pt x="12349" y="14467"/>
                  </a:lnTo>
                  <a:lnTo>
                    <a:pt x="12641" y="14248"/>
                  </a:lnTo>
                  <a:lnTo>
                    <a:pt x="12957" y="14029"/>
                  </a:lnTo>
                  <a:lnTo>
                    <a:pt x="13225" y="13761"/>
                  </a:lnTo>
                  <a:lnTo>
                    <a:pt x="13518" y="13518"/>
                  </a:lnTo>
                  <a:lnTo>
                    <a:pt x="13761" y="13225"/>
                  </a:lnTo>
                  <a:lnTo>
                    <a:pt x="14029" y="12957"/>
                  </a:lnTo>
                  <a:lnTo>
                    <a:pt x="14248" y="12641"/>
                  </a:lnTo>
                  <a:lnTo>
                    <a:pt x="14467" y="12348"/>
                  </a:lnTo>
                  <a:lnTo>
                    <a:pt x="14687" y="12008"/>
                  </a:lnTo>
                  <a:lnTo>
                    <a:pt x="14881" y="11691"/>
                  </a:lnTo>
                  <a:lnTo>
                    <a:pt x="15052" y="11350"/>
                  </a:lnTo>
                  <a:lnTo>
                    <a:pt x="15198" y="10985"/>
                  </a:lnTo>
                  <a:lnTo>
                    <a:pt x="15344" y="10644"/>
                  </a:lnTo>
                  <a:lnTo>
                    <a:pt x="15466" y="10278"/>
                  </a:lnTo>
                  <a:lnTo>
                    <a:pt x="15588" y="9889"/>
                  </a:lnTo>
                  <a:lnTo>
                    <a:pt x="15661" y="9499"/>
                  </a:lnTo>
                  <a:lnTo>
                    <a:pt x="15734" y="9109"/>
                  </a:lnTo>
                  <a:lnTo>
                    <a:pt x="15783" y="8720"/>
                  </a:lnTo>
                  <a:lnTo>
                    <a:pt x="15807" y="8330"/>
                  </a:lnTo>
                  <a:lnTo>
                    <a:pt x="15831" y="7916"/>
                  </a:lnTo>
                  <a:lnTo>
                    <a:pt x="15831" y="7916"/>
                  </a:lnTo>
                  <a:lnTo>
                    <a:pt x="15807" y="7502"/>
                  </a:lnTo>
                  <a:lnTo>
                    <a:pt x="15783" y="7112"/>
                  </a:lnTo>
                  <a:lnTo>
                    <a:pt x="15734" y="6722"/>
                  </a:lnTo>
                  <a:lnTo>
                    <a:pt x="15661" y="6333"/>
                  </a:lnTo>
                  <a:lnTo>
                    <a:pt x="15588" y="5943"/>
                  </a:lnTo>
                  <a:lnTo>
                    <a:pt x="15466" y="5553"/>
                  </a:lnTo>
                  <a:lnTo>
                    <a:pt x="15344" y="5188"/>
                  </a:lnTo>
                  <a:lnTo>
                    <a:pt x="15198" y="4847"/>
                  </a:lnTo>
                  <a:lnTo>
                    <a:pt x="15052" y="4482"/>
                  </a:lnTo>
                  <a:lnTo>
                    <a:pt x="14881" y="4141"/>
                  </a:lnTo>
                  <a:lnTo>
                    <a:pt x="14687" y="3824"/>
                  </a:lnTo>
                  <a:lnTo>
                    <a:pt x="14467" y="3483"/>
                  </a:lnTo>
                  <a:lnTo>
                    <a:pt x="14248" y="3191"/>
                  </a:lnTo>
                  <a:lnTo>
                    <a:pt x="14029" y="2874"/>
                  </a:lnTo>
                  <a:lnTo>
                    <a:pt x="13761" y="2607"/>
                  </a:lnTo>
                  <a:lnTo>
                    <a:pt x="13518" y="2314"/>
                  </a:lnTo>
                  <a:lnTo>
                    <a:pt x="13225" y="2071"/>
                  </a:lnTo>
                  <a:lnTo>
                    <a:pt x="12957" y="1803"/>
                  </a:lnTo>
                  <a:lnTo>
                    <a:pt x="12641" y="1584"/>
                  </a:lnTo>
                  <a:lnTo>
                    <a:pt x="12349" y="1364"/>
                  </a:lnTo>
                  <a:lnTo>
                    <a:pt x="12008" y="1145"/>
                  </a:lnTo>
                  <a:lnTo>
                    <a:pt x="11691" y="950"/>
                  </a:lnTo>
                  <a:lnTo>
                    <a:pt x="11350" y="780"/>
                  </a:lnTo>
                  <a:lnTo>
                    <a:pt x="10985" y="634"/>
                  </a:lnTo>
                  <a:lnTo>
                    <a:pt x="10644" y="488"/>
                  </a:lnTo>
                  <a:lnTo>
                    <a:pt x="10278" y="366"/>
                  </a:lnTo>
                  <a:lnTo>
                    <a:pt x="9889" y="244"/>
                  </a:lnTo>
                  <a:lnTo>
                    <a:pt x="9499" y="171"/>
                  </a:lnTo>
                  <a:lnTo>
                    <a:pt x="9109" y="98"/>
                  </a:lnTo>
                  <a:lnTo>
                    <a:pt x="8720" y="49"/>
                  </a:lnTo>
                  <a:lnTo>
                    <a:pt x="8330" y="25"/>
                  </a:lnTo>
                  <a:lnTo>
                    <a:pt x="7916" y="1"/>
                  </a:lnTo>
                  <a:lnTo>
                    <a:pt x="7916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41"/>
            <p:cNvSpPr/>
            <p:nvPr/>
          </p:nvSpPr>
          <p:spPr>
            <a:xfrm>
              <a:off x="6673500" y="333700"/>
              <a:ext cx="347100" cy="347100"/>
            </a:xfrm>
            <a:custGeom>
              <a:rect b="b" l="l" r="r" t="t"/>
              <a:pathLst>
                <a:path extrusionOk="0" fill="none" h="13884" w="13884">
                  <a:moveTo>
                    <a:pt x="6942" y="13883"/>
                  </a:moveTo>
                  <a:lnTo>
                    <a:pt x="6942" y="13883"/>
                  </a:lnTo>
                  <a:lnTo>
                    <a:pt x="6577" y="13883"/>
                  </a:lnTo>
                  <a:lnTo>
                    <a:pt x="6236" y="13834"/>
                  </a:lnTo>
                  <a:lnTo>
                    <a:pt x="5895" y="13810"/>
                  </a:lnTo>
                  <a:lnTo>
                    <a:pt x="5554" y="13737"/>
                  </a:lnTo>
                  <a:lnTo>
                    <a:pt x="5213" y="13664"/>
                  </a:lnTo>
                  <a:lnTo>
                    <a:pt x="4872" y="13566"/>
                  </a:lnTo>
                  <a:lnTo>
                    <a:pt x="4555" y="13469"/>
                  </a:lnTo>
                  <a:lnTo>
                    <a:pt x="4239" y="13323"/>
                  </a:lnTo>
                  <a:lnTo>
                    <a:pt x="3946" y="13201"/>
                  </a:lnTo>
                  <a:lnTo>
                    <a:pt x="3630" y="13031"/>
                  </a:lnTo>
                  <a:lnTo>
                    <a:pt x="3337" y="12884"/>
                  </a:lnTo>
                  <a:lnTo>
                    <a:pt x="3069" y="12690"/>
                  </a:lnTo>
                  <a:lnTo>
                    <a:pt x="2802" y="12495"/>
                  </a:lnTo>
                  <a:lnTo>
                    <a:pt x="2534" y="12300"/>
                  </a:lnTo>
                  <a:lnTo>
                    <a:pt x="2290" y="12081"/>
                  </a:lnTo>
                  <a:lnTo>
                    <a:pt x="2047" y="11837"/>
                  </a:lnTo>
                  <a:lnTo>
                    <a:pt x="1803" y="11594"/>
                  </a:lnTo>
                  <a:lnTo>
                    <a:pt x="1584" y="11350"/>
                  </a:lnTo>
                  <a:lnTo>
                    <a:pt x="1389" y="11082"/>
                  </a:lnTo>
                  <a:lnTo>
                    <a:pt x="1194" y="10814"/>
                  </a:lnTo>
                  <a:lnTo>
                    <a:pt x="999" y="10546"/>
                  </a:lnTo>
                  <a:lnTo>
                    <a:pt x="853" y="10254"/>
                  </a:lnTo>
                  <a:lnTo>
                    <a:pt x="683" y="9938"/>
                  </a:lnTo>
                  <a:lnTo>
                    <a:pt x="561" y="9645"/>
                  </a:lnTo>
                  <a:lnTo>
                    <a:pt x="415" y="9329"/>
                  </a:lnTo>
                  <a:lnTo>
                    <a:pt x="317" y="9012"/>
                  </a:lnTo>
                  <a:lnTo>
                    <a:pt x="220" y="8671"/>
                  </a:lnTo>
                  <a:lnTo>
                    <a:pt x="147" y="8330"/>
                  </a:lnTo>
                  <a:lnTo>
                    <a:pt x="74" y="7989"/>
                  </a:lnTo>
                  <a:lnTo>
                    <a:pt x="49" y="7648"/>
                  </a:lnTo>
                  <a:lnTo>
                    <a:pt x="1" y="7307"/>
                  </a:lnTo>
                  <a:lnTo>
                    <a:pt x="1" y="6942"/>
                  </a:lnTo>
                  <a:lnTo>
                    <a:pt x="1" y="6942"/>
                  </a:lnTo>
                  <a:lnTo>
                    <a:pt x="1" y="6577"/>
                  </a:lnTo>
                  <a:lnTo>
                    <a:pt x="49" y="6236"/>
                  </a:lnTo>
                  <a:lnTo>
                    <a:pt x="74" y="5895"/>
                  </a:lnTo>
                  <a:lnTo>
                    <a:pt x="147" y="5554"/>
                  </a:lnTo>
                  <a:lnTo>
                    <a:pt x="220" y="5213"/>
                  </a:lnTo>
                  <a:lnTo>
                    <a:pt x="317" y="4872"/>
                  </a:lnTo>
                  <a:lnTo>
                    <a:pt x="415" y="4555"/>
                  </a:lnTo>
                  <a:lnTo>
                    <a:pt x="561" y="4238"/>
                  </a:lnTo>
                  <a:lnTo>
                    <a:pt x="683" y="3946"/>
                  </a:lnTo>
                  <a:lnTo>
                    <a:pt x="853" y="3630"/>
                  </a:lnTo>
                  <a:lnTo>
                    <a:pt x="999" y="3337"/>
                  </a:lnTo>
                  <a:lnTo>
                    <a:pt x="1194" y="3069"/>
                  </a:lnTo>
                  <a:lnTo>
                    <a:pt x="1389" y="2802"/>
                  </a:lnTo>
                  <a:lnTo>
                    <a:pt x="1584" y="2534"/>
                  </a:lnTo>
                  <a:lnTo>
                    <a:pt x="1803" y="2290"/>
                  </a:lnTo>
                  <a:lnTo>
                    <a:pt x="2047" y="2047"/>
                  </a:lnTo>
                  <a:lnTo>
                    <a:pt x="2290" y="1803"/>
                  </a:lnTo>
                  <a:lnTo>
                    <a:pt x="2534" y="1584"/>
                  </a:lnTo>
                  <a:lnTo>
                    <a:pt x="2802" y="1389"/>
                  </a:lnTo>
                  <a:lnTo>
                    <a:pt x="3069" y="1194"/>
                  </a:lnTo>
                  <a:lnTo>
                    <a:pt x="3337" y="999"/>
                  </a:lnTo>
                  <a:lnTo>
                    <a:pt x="3630" y="853"/>
                  </a:lnTo>
                  <a:lnTo>
                    <a:pt x="3946" y="683"/>
                  </a:lnTo>
                  <a:lnTo>
                    <a:pt x="4239" y="561"/>
                  </a:lnTo>
                  <a:lnTo>
                    <a:pt x="4555" y="415"/>
                  </a:lnTo>
                  <a:lnTo>
                    <a:pt x="4872" y="317"/>
                  </a:lnTo>
                  <a:lnTo>
                    <a:pt x="5213" y="220"/>
                  </a:lnTo>
                  <a:lnTo>
                    <a:pt x="5554" y="147"/>
                  </a:lnTo>
                  <a:lnTo>
                    <a:pt x="5895" y="74"/>
                  </a:lnTo>
                  <a:lnTo>
                    <a:pt x="6236" y="49"/>
                  </a:lnTo>
                  <a:lnTo>
                    <a:pt x="6577" y="1"/>
                  </a:lnTo>
                  <a:lnTo>
                    <a:pt x="6942" y="1"/>
                  </a:lnTo>
                  <a:lnTo>
                    <a:pt x="6942" y="1"/>
                  </a:lnTo>
                  <a:lnTo>
                    <a:pt x="7307" y="1"/>
                  </a:lnTo>
                  <a:lnTo>
                    <a:pt x="7648" y="49"/>
                  </a:lnTo>
                  <a:lnTo>
                    <a:pt x="7989" y="74"/>
                  </a:lnTo>
                  <a:lnTo>
                    <a:pt x="8330" y="147"/>
                  </a:lnTo>
                  <a:lnTo>
                    <a:pt x="8671" y="220"/>
                  </a:lnTo>
                  <a:lnTo>
                    <a:pt x="9012" y="317"/>
                  </a:lnTo>
                  <a:lnTo>
                    <a:pt x="9329" y="415"/>
                  </a:lnTo>
                  <a:lnTo>
                    <a:pt x="9645" y="561"/>
                  </a:lnTo>
                  <a:lnTo>
                    <a:pt x="9938" y="683"/>
                  </a:lnTo>
                  <a:lnTo>
                    <a:pt x="10254" y="853"/>
                  </a:lnTo>
                  <a:lnTo>
                    <a:pt x="10546" y="999"/>
                  </a:lnTo>
                  <a:lnTo>
                    <a:pt x="10814" y="1194"/>
                  </a:lnTo>
                  <a:lnTo>
                    <a:pt x="11082" y="1389"/>
                  </a:lnTo>
                  <a:lnTo>
                    <a:pt x="11350" y="1584"/>
                  </a:lnTo>
                  <a:lnTo>
                    <a:pt x="11594" y="1803"/>
                  </a:lnTo>
                  <a:lnTo>
                    <a:pt x="11837" y="2047"/>
                  </a:lnTo>
                  <a:lnTo>
                    <a:pt x="12081" y="2290"/>
                  </a:lnTo>
                  <a:lnTo>
                    <a:pt x="12300" y="2534"/>
                  </a:lnTo>
                  <a:lnTo>
                    <a:pt x="12495" y="2802"/>
                  </a:lnTo>
                  <a:lnTo>
                    <a:pt x="12690" y="3069"/>
                  </a:lnTo>
                  <a:lnTo>
                    <a:pt x="12885" y="3337"/>
                  </a:lnTo>
                  <a:lnTo>
                    <a:pt x="13031" y="3630"/>
                  </a:lnTo>
                  <a:lnTo>
                    <a:pt x="13201" y="3946"/>
                  </a:lnTo>
                  <a:lnTo>
                    <a:pt x="13323" y="4238"/>
                  </a:lnTo>
                  <a:lnTo>
                    <a:pt x="13469" y="4555"/>
                  </a:lnTo>
                  <a:lnTo>
                    <a:pt x="13566" y="4872"/>
                  </a:lnTo>
                  <a:lnTo>
                    <a:pt x="13664" y="5213"/>
                  </a:lnTo>
                  <a:lnTo>
                    <a:pt x="13737" y="5554"/>
                  </a:lnTo>
                  <a:lnTo>
                    <a:pt x="13810" y="5895"/>
                  </a:lnTo>
                  <a:lnTo>
                    <a:pt x="13834" y="6236"/>
                  </a:lnTo>
                  <a:lnTo>
                    <a:pt x="13883" y="6577"/>
                  </a:lnTo>
                  <a:lnTo>
                    <a:pt x="13883" y="6942"/>
                  </a:lnTo>
                  <a:lnTo>
                    <a:pt x="13883" y="6942"/>
                  </a:lnTo>
                  <a:lnTo>
                    <a:pt x="13883" y="7307"/>
                  </a:lnTo>
                  <a:lnTo>
                    <a:pt x="13834" y="7648"/>
                  </a:lnTo>
                  <a:lnTo>
                    <a:pt x="13810" y="7989"/>
                  </a:lnTo>
                  <a:lnTo>
                    <a:pt x="13737" y="8330"/>
                  </a:lnTo>
                  <a:lnTo>
                    <a:pt x="13664" y="8671"/>
                  </a:lnTo>
                  <a:lnTo>
                    <a:pt x="13566" y="9012"/>
                  </a:lnTo>
                  <a:lnTo>
                    <a:pt x="13469" y="9329"/>
                  </a:lnTo>
                  <a:lnTo>
                    <a:pt x="13323" y="9645"/>
                  </a:lnTo>
                  <a:lnTo>
                    <a:pt x="13201" y="9938"/>
                  </a:lnTo>
                  <a:lnTo>
                    <a:pt x="13031" y="10254"/>
                  </a:lnTo>
                  <a:lnTo>
                    <a:pt x="12885" y="10546"/>
                  </a:lnTo>
                  <a:lnTo>
                    <a:pt x="12690" y="10814"/>
                  </a:lnTo>
                  <a:lnTo>
                    <a:pt x="12495" y="11082"/>
                  </a:lnTo>
                  <a:lnTo>
                    <a:pt x="12300" y="11350"/>
                  </a:lnTo>
                  <a:lnTo>
                    <a:pt x="12081" y="11594"/>
                  </a:lnTo>
                  <a:lnTo>
                    <a:pt x="11837" y="11837"/>
                  </a:lnTo>
                  <a:lnTo>
                    <a:pt x="11594" y="12081"/>
                  </a:lnTo>
                  <a:lnTo>
                    <a:pt x="11350" y="12300"/>
                  </a:lnTo>
                  <a:lnTo>
                    <a:pt x="11082" y="12495"/>
                  </a:lnTo>
                  <a:lnTo>
                    <a:pt x="10814" y="12690"/>
                  </a:lnTo>
                  <a:lnTo>
                    <a:pt x="10546" y="12884"/>
                  </a:lnTo>
                  <a:lnTo>
                    <a:pt x="10254" y="13031"/>
                  </a:lnTo>
                  <a:lnTo>
                    <a:pt x="9938" y="13201"/>
                  </a:lnTo>
                  <a:lnTo>
                    <a:pt x="9645" y="13323"/>
                  </a:lnTo>
                  <a:lnTo>
                    <a:pt x="9329" y="13469"/>
                  </a:lnTo>
                  <a:lnTo>
                    <a:pt x="9012" y="13566"/>
                  </a:lnTo>
                  <a:lnTo>
                    <a:pt x="8671" y="13664"/>
                  </a:lnTo>
                  <a:lnTo>
                    <a:pt x="8330" y="13737"/>
                  </a:lnTo>
                  <a:lnTo>
                    <a:pt x="7989" y="13810"/>
                  </a:lnTo>
                  <a:lnTo>
                    <a:pt x="7648" y="13834"/>
                  </a:lnTo>
                  <a:lnTo>
                    <a:pt x="7307" y="13883"/>
                  </a:lnTo>
                  <a:lnTo>
                    <a:pt x="6942" y="13883"/>
                  </a:lnTo>
                  <a:lnTo>
                    <a:pt x="6942" y="13883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41"/>
            <p:cNvSpPr/>
            <p:nvPr/>
          </p:nvSpPr>
          <p:spPr>
            <a:xfrm>
              <a:off x="6848850" y="397625"/>
              <a:ext cx="54825" cy="169300"/>
            </a:xfrm>
            <a:custGeom>
              <a:rect b="b" l="l" r="r" t="t"/>
              <a:pathLst>
                <a:path extrusionOk="0" fill="none" h="6772" w="2193">
                  <a:moveTo>
                    <a:pt x="1" y="1"/>
                  </a:moveTo>
                  <a:lnTo>
                    <a:pt x="1" y="4580"/>
                  </a:lnTo>
                  <a:lnTo>
                    <a:pt x="2193" y="677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41"/>
            <p:cNvSpPr/>
            <p:nvPr/>
          </p:nvSpPr>
          <p:spPr>
            <a:xfrm>
              <a:off x="6847025" y="333700"/>
              <a:ext cx="25" cy="29250"/>
            </a:xfrm>
            <a:custGeom>
              <a:rect b="b" l="l" r="r" t="t"/>
              <a:pathLst>
                <a:path extrusionOk="0" fill="none" h="1170" w="1">
                  <a:moveTo>
                    <a:pt x="1" y="1170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41"/>
            <p:cNvSpPr/>
            <p:nvPr/>
          </p:nvSpPr>
          <p:spPr>
            <a:xfrm>
              <a:off x="6760575" y="3568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41"/>
            <p:cNvSpPr/>
            <p:nvPr/>
          </p:nvSpPr>
          <p:spPr>
            <a:xfrm>
              <a:off x="6760575" y="356850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1" y="0"/>
                  </a:moveTo>
                  <a:lnTo>
                    <a:pt x="561" y="99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41"/>
            <p:cNvSpPr/>
            <p:nvPr/>
          </p:nvSpPr>
          <p:spPr>
            <a:xfrm>
              <a:off x="6696650" y="420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41"/>
            <p:cNvSpPr/>
            <p:nvPr/>
          </p:nvSpPr>
          <p:spPr>
            <a:xfrm>
              <a:off x="6696650" y="420775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0"/>
                  </a:moveTo>
                  <a:lnTo>
                    <a:pt x="999" y="56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41"/>
            <p:cNvSpPr/>
            <p:nvPr/>
          </p:nvSpPr>
          <p:spPr>
            <a:xfrm>
              <a:off x="6673500" y="507225"/>
              <a:ext cx="29250" cy="25"/>
            </a:xfrm>
            <a:custGeom>
              <a:rect b="b" l="l" r="r" t="t"/>
              <a:pathLst>
                <a:path extrusionOk="0" fill="none" h="1" w="1170">
                  <a:moveTo>
                    <a:pt x="1" y="1"/>
                  </a:moveTo>
                  <a:lnTo>
                    <a:pt x="117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41"/>
            <p:cNvSpPr/>
            <p:nvPr/>
          </p:nvSpPr>
          <p:spPr>
            <a:xfrm>
              <a:off x="6696650" y="593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41"/>
            <p:cNvSpPr/>
            <p:nvPr/>
          </p:nvSpPr>
          <p:spPr>
            <a:xfrm>
              <a:off x="6696650" y="579700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560"/>
                  </a:moveTo>
                  <a:lnTo>
                    <a:pt x="999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41"/>
            <p:cNvSpPr/>
            <p:nvPr/>
          </p:nvSpPr>
          <p:spPr>
            <a:xfrm>
              <a:off x="6760575" y="632675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1" y="999"/>
                  </a:moveTo>
                  <a:lnTo>
                    <a:pt x="56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41"/>
            <p:cNvSpPr/>
            <p:nvPr/>
          </p:nvSpPr>
          <p:spPr>
            <a:xfrm>
              <a:off x="6760575" y="6576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41"/>
            <p:cNvSpPr/>
            <p:nvPr/>
          </p:nvSpPr>
          <p:spPr>
            <a:xfrm>
              <a:off x="6847025" y="651550"/>
              <a:ext cx="25" cy="29250"/>
            </a:xfrm>
            <a:custGeom>
              <a:rect b="b" l="l" r="r" t="t"/>
              <a:pathLst>
                <a:path extrusionOk="0" fill="none" h="1170" w="1">
                  <a:moveTo>
                    <a:pt x="1" y="0"/>
                  </a:moveTo>
                  <a:lnTo>
                    <a:pt x="1" y="116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41"/>
            <p:cNvSpPr/>
            <p:nvPr/>
          </p:nvSpPr>
          <p:spPr>
            <a:xfrm>
              <a:off x="6919500" y="632675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560" y="999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41"/>
            <p:cNvSpPr/>
            <p:nvPr/>
          </p:nvSpPr>
          <p:spPr>
            <a:xfrm>
              <a:off x="6933500" y="6576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1"/>
            <p:cNvSpPr/>
            <p:nvPr/>
          </p:nvSpPr>
          <p:spPr>
            <a:xfrm>
              <a:off x="6972475" y="579700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999" y="56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1"/>
            <p:cNvSpPr/>
            <p:nvPr/>
          </p:nvSpPr>
          <p:spPr>
            <a:xfrm>
              <a:off x="6997425" y="593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1"/>
            <p:cNvSpPr/>
            <p:nvPr/>
          </p:nvSpPr>
          <p:spPr>
            <a:xfrm>
              <a:off x="6991350" y="507225"/>
              <a:ext cx="29250" cy="25"/>
            </a:xfrm>
            <a:custGeom>
              <a:rect b="b" l="l" r="r" t="t"/>
              <a:pathLst>
                <a:path extrusionOk="0" fill="none" h="1" w="1170">
                  <a:moveTo>
                    <a:pt x="116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41"/>
            <p:cNvSpPr/>
            <p:nvPr/>
          </p:nvSpPr>
          <p:spPr>
            <a:xfrm>
              <a:off x="6972475" y="420775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561"/>
                  </a:moveTo>
                  <a:lnTo>
                    <a:pt x="999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41"/>
            <p:cNvSpPr/>
            <p:nvPr/>
          </p:nvSpPr>
          <p:spPr>
            <a:xfrm>
              <a:off x="6997425" y="420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41"/>
            <p:cNvSpPr/>
            <p:nvPr/>
          </p:nvSpPr>
          <p:spPr>
            <a:xfrm>
              <a:off x="6919500" y="356850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560" y="0"/>
                  </a:moveTo>
                  <a:lnTo>
                    <a:pt x="0" y="99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41"/>
            <p:cNvSpPr/>
            <p:nvPr/>
          </p:nvSpPr>
          <p:spPr>
            <a:xfrm>
              <a:off x="6933500" y="3568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7" name="Google Shape;757;p41"/>
          <p:cNvGrpSpPr/>
          <p:nvPr/>
        </p:nvGrpSpPr>
        <p:grpSpPr>
          <a:xfrm>
            <a:off x="4873705" y="395448"/>
            <a:ext cx="337797" cy="319873"/>
            <a:chOff x="5973900" y="318475"/>
            <a:chExt cx="401900" cy="380575"/>
          </a:xfrm>
        </p:grpSpPr>
        <p:sp>
          <p:nvSpPr>
            <p:cNvPr id="758" name="Google Shape;758;p41"/>
            <p:cNvSpPr/>
            <p:nvPr/>
          </p:nvSpPr>
          <p:spPr>
            <a:xfrm>
              <a:off x="5973900" y="337975"/>
              <a:ext cx="401900" cy="67000"/>
            </a:xfrm>
            <a:custGeom>
              <a:rect b="b" l="l" r="r" t="t"/>
              <a:pathLst>
                <a:path extrusionOk="0" fill="none" h="2680" w="16076">
                  <a:moveTo>
                    <a:pt x="16075" y="2679"/>
                  </a:moveTo>
                  <a:lnTo>
                    <a:pt x="16075" y="0"/>
                  </a:lnTo>
                  <a:lnTo>
                    <a:pt x="1" y="0"/>
                  </a:lnTo>
                  <a:lnTo>
                    <a:pt x="1" y="267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41"/>
            <p:cNvSpPr/>
            <p:nvPr/>
          </p:nvSpPr>
          <p:spPr>
            <a:xfrm>
              <a:off x="6024450" y="348325"/>
              <a:ext cx="45075" cy="45075"/>
            </a:xfrm>
            <a:custGeom>
              <a:rect b="b" l="l" r="r" t="t"/>
              <a:pathLst>
                <a:path extrusionOk="0" fill="none" h="1803" w="1803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3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3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2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2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41"/>
            <p:cNvSpPr/>
            <p:nvPr/>
          </p:nvSpPr>
          <p:spPr>
            <a:xfrm>
              <a:off x="6280175" y="348325"/>
              <a:ext cx="45075" cy="45075"/>
            </a:xfrm>
            <a:custGeom>
              <a:rect b="b" l="l" r="r" t="t"/>
              <a:pathLst>
                <a:path extrusionOk="0" fill="none" h="1803" w="1803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4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4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3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3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41"/>
            <p:cNvSpPr/>
            <p:nvPr/>
          </p:nvSpPr>
          <p:spPr>
            <a:xfrm>
              <a:off x="5973900" y="667375"/>
              <a:ext cx="401900" cy="31675"/>
            </a:xfrm>
            <a:custGeom>
              <a:rect b="b" l="l" r="r" t="t"/>
              <a:pathLst>
                <a:path extrusionOk="0" fill="none" h="1267" w="16076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58"/>
                  </a:lnTo>
                  <a:lnTo>
                    <a:pt x="74" y="804"/>
                  </a:lnTo>
                  <a:lnTo>
                    <a:pt x="147" y="926"/>
                  </a:lnTo>
                  <a:lnTo>
                    <a:pt x="220" y="1048"/>
                  </a:lnTo>
                  <a:lnTo>
                    <a:pt x="342" y="1145"/>
                  </a:lnTo>
                  <a:lnTo>
                    <a:pt x="488" y="1218"/>
                  </a:lnTo>
                  <a:lnTo>
                    <a:pt x="634" y="1267"/>
                  </a:lnTo>
                  <a:lnTo>
                    <a:pt x="780" y="1267"/>
                  </a:lnTo>
                  <a:lnTo>
                    <a:pt x="15296" y="1267"/>
                  </a:lnTo>
                  <a:lnTo>
                    <a:pt x="15296" y="1267"/>
                  </a:lnTo>
                  <a:lnTo>
                    <a:pt x="15442" y="1267"/>
                  </a:lnTo>
                  <a:lnTo>
                    <a:pt x="15588" y="1218"/>
                  </a:lnTo>
                  <a:lnTo>
                    <a:pt x="15734" y="1145"/>
                  </a:lnTo>
                  <a:lnTo>
                    <a:pt x="15856" y="1048"/>
                  </a:lnTo>
                  <a:lnTo>
                    <a:pt x="15929" y="926"/>
                  </a:lnTo>
                  <a:lnTo>
                    <a:pt x="16002" y="804"/>
                  </a:lnTo>
                  <a:lnTo>
                    <a:pt x="16051" y="658"/>
                  </a:lnTo>
                  <a:lnTo>
                    <a:pt x="16075" y="487"/>
                  </a:lnTo>
                  <a:lnTo>
                    <a:pt x="16075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41"/>
            <p:cNvSpPr/>
            <p:nvPr/>
          </p:nvSpPr>
          <p:spPr>
            <a:xfrm>
              <a:off x="6302700" y="318475"/>
              <a:ext cx="28650" cy="63350"/>
            </a:xfrm>
            <a:custGeom>
              <a:rect b="b" l="l" r="r" t="t"/>
              <a:pathLst>
                <a:path extrusionOk="0" fill="none" h="2534" w="1146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4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1"/>
            <p:cNvSpPr/>
            <p:nvPr/>
          </p:nvSpPr>
          <p:spPr>
            <a:xfrm>
              <a:off x="6046975" y="318475"/>
              <a:ext cx="28650" cy="63350"/>
            </a:xfrm>
            <a:custGeom>
              <a:rect b="b" l="l" r="r" t="t"/>
              <a:pathLst>
                <a:path extrusionOk="0" fill="none" h="2534" w="1146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2" y="1"/>
                  </a:lnTo>
                  <a:lnTo>
                    <a:pt x="682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3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41"/>
            <p:cNvSpPr/>
            <p:nvPr/>
          </p:nvSpPr>
          <p:spPr>
            <a:xfrm>
              <a:off x="5973900" y="407375"/>
              <a:ext cx="401900" cy="272200"/>
            </a:xfrm>
            <a:custGeom>
              <a:rect b="b" l="l" r="r" t="t"/>
              <a:pathLst>
                <a:path extrusionOk="0" fill="none" h="10888" w="16076">
                  <a:moveTo>
                    <a:pt x="1" y="1"/>
                  </a:moveTo>
                  <a:lnTo>
                    <a:pt x="1" y="10303"/>
                  </a:lnTo>
                  <a:lnTo>
                    <a:pt x="1" y="10303"/>
                  </a:lnTo>
                  <a:lnTo>
                    <a:pt x="25" y="10400"/>
                  </a:lnTo>
                  <a:lnTo>
                    <a:pt x="74" y="10498"/>
                  </a:lnTo>
                  <a:lnTo>
                    <a:pt x="147" y="10595"/>
                  </a:lnTo>
                  <a:lnTo>
                    <a:pt x="220" y="10693"/>
                  </a:lnTo>
                  <a:lnTo>
                    <a:pt x="342" y="10766"/>
                  </a:lnTo>
                  <a:lnTo>
                    <a:pt x="488" y="10839"/>
                  </a:lnTo>
                  <a:lnTo>
                    <a:pt x="634" y="10887"/>
                  </a:lnTo>
                  <a:lnTo>
                    <a:pt x="780" y="10887"/>
                  </a:lnTo>
                  <a:lnTo>
                    <a:pt x="15296" y="10887"/>
                  </a:lnTo>
                  <a:lnTo>
                    <a:pt x="15296" y="10887"/>
                  </a:lnTo>
                  <a:lnTo>
                    <a:pt x="15442" y="10887"/>
                  </a:lnTo>
                  <a:lnTo>
                    <a:pt x="15588" y="10839"/>
                  </a:lnTo>
                  <a:lnTo>
                    <a:pt x="15734" y="10766"/>
                  </a:lnTo>
                  <a:lnTo>
                    <a:pt x="15856" y="10668"/>
                  </a:lnTo>
                  <a:lnTo>
                    <a:pt x="15929" y="10546"/>
                  </a:lnTo>
                  <a:lnTo>
                    <a:pt x="16002" y="10425"/>
                  </a:lnTo>
                  <a:lnTo>
                    <a:pt x="16051" y="10278"/>
                  </a:lnTo>
                  <a:lnTo>
                    <a:pt x="16075" y="10108"/>
                  </a:lnTo>
                  <a:lnTo>
                    <a:pt x="16075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1"/>
            <p:cNvSpPr/>
            <p:nvPr/>
          </p:nvSpPr>
          <p:spPr>
            <a:xfrm>
              <a:off x="6024450" y="456100"/>
              <a:ext cx="300800" cy="175375"/>
            </a:xfrm>
            <a:custGeom>
              <a:rect b="b" l="l" r="r" t="t"/>
              <a:pathLst>
                <a:path extrusionOk="0" fill="none" h="7015" w="12032">
                  <a:moveTo>
                    <a:pt x="0" y="0"/>
                  </a:moveTo>
                  <a:lnTo>
                    <a:pt x="12032" y="0"/>
                  </a:lnTo>
                  <a:lnTo>
                    <a:pt x="12032" y="7014"/>
                  </a:lnTo>
                  <a:lnTo>
                    <a:pt x="0" y="701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41"/>
            <p:cNvSpPr/>
            <p:nvPr/>
          </p:nvSpPr>
          <p:spPr>
            <a:xfrm>
              <a:off x="6024450" y="573000"/>
              <a:ext cx="300800" cy="25"/>
            </a:xfrm>
            <a:custGeom>
              <a:rect b="b" l="l" r="r" t="t"/>
              <a:pathLst>
                <a:path extrusionOk="0" fill="none" h="1" w="12032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41"/>
            <p:cNvSpPr/>
            <p:nvPr/>
          </p:nvSpPr>
          <p:spPr>
            <a:xfrm>
              <a:off x="6024450" y="514550"/>
              <a:ext cx="300800" cy="25"/>
            </a:xfrm>
            <a:custGeom>
              <a:rect b="b" l="l" r="r" t="t"/>
              <a:pathLst>
                <a:path extrusionOk="0" fill="none" h="1" w="12032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41"/>
            <p:cNvSpPr/>
            <p:nvPr/>
          </p:nvSpPr>
          <p:spPr>
            <a:xfrm>
              <a:off x="6264950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41"/>
            <p:cNvSpPr/>
            <p:nvPr/>
          </p:nvSpPr>
          <p:spPr>
            <a:xfrm>
              <a:off x="6204675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0" y="0"/>
                  </a:moveTo>
                  <a:lnTo>
                    <a:pt x="0" y="701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41"/>
            <p:cNvSpPr/>
            <p:nvPr/>
          </p:nvSpPr>
          <p:spPr>
            <a:xfrm>
              <a:off x="6145000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41"/>
            <p:cNvSpPr/>
            <p:nvPr/>
          </p:nvSpPr>
          <p:spPr>
            <a:xfrm>
              <a:off x="6084725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2" name="Google Shape;772;p41"/>
          <p:cNvGrpSpPr/>
          <p:nvPr/>
        </p:nvGrpSpPr>
        <p:grpSpPr>
          <a:xfrm>
            <a:off x="918858" y="908741"/>
            <a:ext cx="342882" cy="418128"/>
            <a:chOff x="1268550" y="929175"/>
            <a:chExt cx="407950" cy="497475"/>
          </a:xfrm>
        </p:grpSpPr>
        <p:sp>
          <p:nvSpPr>
            <p:cNvPr id="773" name="Google Shape;773;p41"/>
            <p:cNvSpPr/>
            <p:nvPr/>
          </p:nvSpPr>
          <p:spPr>
            <a:xfrm>
              <a:off x="12685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5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7" y="18534"/>
                  </a:lnTo>
                  <a:lnTo>
                    <a:pt x="15051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2" y="18900"/>
                  </a:lnTo>
                  <a:lnTo>
                    <a:pt x="682" y="18802"/>
                  </a:lnTo>
                  <a:lnTo>
                    <a:pt x="511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7" y="18169"/>
                  </a:lnTo>
                  <a:lnTo>
                    <a:pt x="24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4" y="706"/>
                  </a:lnTo>
                  <a:lnTo>
                    <a:pt x="97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41"/>
            <p:cNvSpPr/>
            <p:nvPr/>
          </p:nvSpPr>
          <p:spPr>
            <a:xfrm>
              <a:off x="12989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6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1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41"/>
            <p:cNvSpPr/>
            <p:nvPr/>
          </p:nvSpPr>
          <p:spPr>
            <a:xfrm>
              <a:off x="15924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6" name="Google Shape;776;p41"/>
          <p:cNvGrpSpPr/>
          <p:nvPr/>
        </p:nvGrpSpPr>
        <p:grpSpPr>
          <a:xfrm>
            <a:off x="5404922" y="924605"/>
            <a:ext cx="405331" cy="388962"/>
            <a:chOff x="6605925" y="948050"/>
            <a:chExt cx="482250" cy="462775"/>
          </a:xfrm>
        </p:grpSpPr>
        <p:sp>
          <p:nvSpPr>
            <p:cNvPr id="777" name="Google Shape;777;p41"/>
            <p:cNvSpPr/>
            <p:nvPr/>
          </p:nvSpPr>
          <p:spPr>
            <a:xfrm>
              <a:off x="6847025" y="1209875"/>
              <a:ext cx="60325" cy="200950"/>
            </a:xfrm>
            <a:custGeom>
              <a:rect b="b" l="l" r="r" t="t"/>
              <a:pathLst>
                <a:path extrusionOk="0" fill="none" h="8038" w="2413">
                  <a:moveTo>
                    <a:pt x="2412" y="6820"/>
                  </a:moveTo>
                  <a:lnTo>
                    <a:pt x="2412" y="6820"/>
                  </a:lnTo>
                  <a:lnTo>
                    <a:pt x="2388" y="7063"/>
                  </a:lnTo>
                  <a:lnTo>
                    <a:pt x="2315" y="7283"/>
                  </a:lnTo>
                  <a:lnTo>
                    <a:pt x="2217" y="7502"/>
                  </a:lnTo>
                  <a:lnTo>
                    <a:pt x="2071" y="7672"/>
                  </a:lnTo>
                  <a:lnTo>
                    <a:pt x="1876" y="7818"/>
                  </a:lnTo>
                  <a:lnTo>
                    <a:pt x="1681" y="7940"/>
                  </a:lnTo>
                  <a:lnTo>
                    <a:pt x="1462" y="8013"/>
                  </a:lnTo>
                  <a:lnTo>
                    <a:pt x="1219" y="8038"/>
                  </a:lnTo>
                  <a:lnTo>
                    <a:pt x="1219" y="8038"/>
                  </a:lnTo>
                  <a:lnTo>
                    <a:pt x="975" y="8013"/>
                  </a:lnTo>
                  <a:lnTo>
                    <a:pt x="732" y="7940"/>
                  </a:lnTo>
                  <a:lnTo>
                    <a:pt x="537" y="7818"/>
                  </a:lnTo>
                  <a:lnTo>
                    <a:pt x="366" y="7672"/>
                  </a:lnTo>
                  <a:lnTo>
                    <a:pt x="196" y="7502"/>
                  </a:lnTo>
                  <a:lnTo>
                    <a:pt x="98" y="7283"/>
                  </a:lnTo>
                  <a:lnTo>
                    <a:pt x="25" y="7063"/>
                  </a:lnTo>
                  <a:lnTo>
                    <a:pt x="1" y="682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41"/>
            <p:cNvSpPr/>
            <p:nvPr/>
          </p:nvSpPr>
          <p:spPr>
            <a:xfrm>
              <a:off x="6605925" y="971800"/>
              <a:ext cx="482250" cy="228350"/>
            </a:xfrm>
            <a:custGeom>
              <a:rect b="b" l="l" r="r" t="t"/>
              <a:pathLst>
                <a:path extrusionOk="0" fill="none" h="9134" w="19290">
                  <a:moveTo>
                    <a:pt x="4993" y="8817"/>
                  </a:moveTo>
                  <a:lnTo>
                    <a:pt x="4993" y="8817"/>
                  </a:lnTo>
                  <a:lnTo>
                    <a:pt x="5212" y="8671"/>
                  </a:lnTo>
                  <a:lnTo>
                    <a:pt x="5456" y="8501"/>
                  </a:lnTo>
                  <a:lnTo>
                    <a:pt x="5748" y="8330"/>
                  </a:lnTo>
                  <a:lnTo>
                    <a:pt x="6040" y="8184"/>
                  </a:lnTo>
                  <a:lnTo>
                    <a:pt x="6357" y="8038"/>
                  </a:lnTo>
                  <a:lnTo>
                    <a:pt x="6674" y="7940"/>
                  </a:lnTo>
                  <a:lnTo>
                    <a:pt x="6990" y="7867"/>
                  </a:lnTo>
                  <a:lnTo>
                    <a:pt x="7307" y="7843"/>
                  </a:lnTo>
                  <a:lnTo>
                    <a:pt x="7307" y="7843"/>
                  </a:lnTo>
                  <a:lnTo>
                    <a:pt x="7623" y="7867"/>
                  </a:lnTo>
                  <a:lnTo>
                    <a:pt x="7916" y="7892"/>
                  </a:lnTo>
                  <a:lnTo>
                    <a:pt x="8184" y="7940"/>
                  </a:lnTo>
                  <a:lnTo>
                    <a:pt x="8452" y="8038"/>
                  </a:lnTo>
                  <a:lnTo>
                    <a:pt x="8719" y="8135"/>
                  </a:lnTo>
                  <a:lnTo>
                    <a:pt x="8963" y="8257"/>
                  </a:lnTo>
                  <a:lnTo>
                    <a:pt x="9182" y="8379"/>
                  </a:lnTo>
                  <a:lnTo>
                    <a:pt x="9401" y="8525"/>
                  </a:lnTo>
                  <a:lnTo>
                    <a:pt x="9888" y="8525"/>
                  </a:lnTo>
                  <a:lnTo>
                    <a:pt x="9888" y="8525"/>
                  </a:lnTo>
                  <a:lnTo>
                    <a:pt x="10108" y="8379"/>
                  </a:lnTo>
                  <a:lnTo>
                    <a:pt x="10327" y="8257"/>
                  </a:lnTo>
                  <a:lnTo>
                    <a:pt x="10570" y="8135"/>
                  </a:lnTo>
                  <a:lnTo>
                    <a:pt x="10838" y="8038"/>
                  </a:lnTo>
                  <a:lnTo>
                    <a:pt x="11106" y="7940"/>
                  </a:lnTo>
                  <a:lnTo>
                    <a:pt x="11374" y="7892"/>
                  </a:lnTo>
                  <a:lnTo>
                    <a:pt x="11666" y="7867"/>
                  </a:lnTo>
                  <a:lnTo>
                    <a:pt x="11983" y="7843"/>
                  </a:lnTo>
                  <a:lnTo>
                    <a:pt x="11983" y="7843"/>
                  </a:lnTo>
                  <a:lnTo>
                    <a:pt x="12300" y="7867"/>
                  </a:lnTo>
                  <a:lnTo>
                    <a:pt x="12616" y="7940"/>
                  </a:lnTo>
                  <a:lnTo>
                    <a:pt x="12933" y="8038"/>
                  </a:lnTo>
                  <a:lnTo>
                    <a:pt x="13249" y="8184"/>
                  </a:lnTo>
                  <a:lnTo>
                    <a:pt x="13542" y="8330"/>
                  </a:lnTo>
                  <a:lnTo>
                    <a:pt x="13834" y="8501"/>
                  </a:lnTo>
                  <a:lnTo>
                    <a:pt x="14078" y="8671"/>
                  </a:lnTo>
                  <a:lnTo>
                    <a:pt x="14297" y="8817"/>
                  </a:lnTo>
                  <a:lnTo>
                    <a:pt x="14297" y="8817"/>
                  </a:lnTo>
                  <a:lnTo>
                    <a:pt x="14516" y="8647"/>
                  </a:lnTo>
                  <a:lnTo>
                    <a:pt x="14784" y="8476"/>
                  </a:lnTo>
                  <a:lnTo>
                    <a:pt x="15052" y="8330"/>
                  </a:lnTo>
                  <a:lnTo>
                    <a:pt x="15368" y="8184"/>
                  </a:lnTo>
                  <a:lnTo>
                    <a:pt x="15685" y="8038"/>
                  </a:lnTo>
                  <a:lnTo>
                    <a:pt x="16002" y="7940"/>
                  </a:lnTo>
                  <a:lnTo>
                    <a:pt x="16343" y="7867"/>
                  </a:lnTo>
                  <a:lnTo>
                    <a:pt x="16659" y="7843"/>
                  </a:lnTo>
                  <a:lnTo>
                    <a:pt x="16659" y="7843"/>
                  </a:lnTo>
                  <a:lnTo>
                    <a:pt x="17073" y="7867"/>
                  </a:lnTo>
                  <a:lnTo>
                    <a:pt x="17487" y="7940"/>
                  </a:lnTo>
                  <a:lnTo>
                    <a:pt x="17853" y="8062"/>
                  </a:lnTo>
                  <a:lnTo>
                    <a:pt x="18218" y="8208"/>
                  </a:lnTo>
                  <a:lnTo>
                    <a:pt x="18534" y="8379"/>
                  </a:lnTo>
                  <a:lnTo>
                    <a:pt x="18827" y="8598"/>
                  </a:lnTo>
                  <a:lnTo>
                    <a:pt x="19095" y="8866"/>
                  </a:lnTo>
                  <a:lnTo>
                    <a:pt x="19289" y="9134"/>
                  </a:lnTo>
                  <a:lnTo>
                    <a:pt x="19289" y="9134"/>
                  </a:lnTo>
                  <a:lnTo>
                    <a:pt x="19265" y="8695"/>
                  </a:lnTo>
                  <a:lnTo>
                    <a:pt x="19192" y="8233"/>
                  </a:lnTo>
                  <a:lnTo>
                    <a:pt x="19119" y="7819"/>
                  </a:lnTo>
                  <a:lnTo>
                    <a:pt x="19046" y="7380"/>
                  </a:lnTo>
                  <a:lnTo>
                    <a:pt x="18924" y="6942"/>
                  </a:lnTo>
                  <a:lnTo>
                    <a:pt x="18802" y="6528"/>
                  </a:lnTo>
                  <a:lnTo>
                    <a:pt x="18632" y="6114"/>
                  </a:lnTo>
                  <a:lnTo>
                    <a:pt x="18486" y="5724"/>
                  </a:lnTo>
                  <a:lnTo>
                    <a:pt x="18291" y="5334"/>
                  </a:lnTo>
                  <a:lnTo>
                    <a:pt x="18072" y="4945"/>
                  </a:lnTo>
                  <a:lnTo>
                    <a:pt x="17853" y="4555"/>
                  </a:lnTo>
                  <a:lnTo>
                    <a:pt x="17609" y="4190"/>
                  </a:lnTo>
                  <a:lnTo>
                    <a:pt x="17365" y="3824"/>
                  </a:lnTo>
                  <a:lnTo>
                    <a:pt x="17073" y="3483"/>
                  </a:lnTo>
                  <a:lnTo>
                    <a:pt x="16781" y="3143"/>
                  </a:lnTo>
                  <a:lnTo>
                    <a:pt x="16464" y="2826"/>
                  </a:lnTo>
                  <a:lnTo>
                    <a:pt x="16464" y="2826"/>
                  </a:lnTo>
                  <a:lnTo>
                    <a:pt x="16148" y="2509"/>
                  </a:lnTo>
                  <a:lnTo>
                    <a:pt x="15831" y="2217"/>
                  </a:lnTo>
                  <a:lnTo>
                    <a:pt x="15490" y="1949"/>
                  </a:lnTo>
                  <a:lnTo>
                    <a:pt x="15125" y="1706"/>
                  </a:lnTo>
                  <a:lnTo>
                    <a:pt x="14759" y="1462"/>
                  </a:lnTo>
                  <a:lnTo>
                    <a:pt x="14394" y="1243"/>
                  </a:lnTo>
                  <a:lnTo>
                    <a:pt x="14004" y="1024"/>
                  </a:lnTo>
                  <a:lnTo>
                    <a:pt x="13615" y="853"/>
                  </a:lnTo>
                  <a:lnTo>
                    <a:pt x="13225" y="683"/>
                  </a:lnTo>
                  <a:lnTo>
                    <a:pt x="12811" y="512"/>
                  </a:lnTo>
                  <a:lnTo>
                    <a:pt x="12397" y="390"/>
                  </a:lnTo>
                  <a:lnTo>
                    <a:pt x="11983" y="269"/>
                  </a:lnTo>
                  <a:lnTo>
                    <a:pt x="11545" y="171"/>
                  </a:lnTo>
                  <a:lnTo>
                    <a:pt x="11131" y="98"/>
                  </a:lnTo>
                  <a:lnTo>
                    <a:pt x="10692" y="49"/>
                  </a:lnTo>
                  <a:lnTo>
                    <a:pt x="10254" y="1"/>
                  </a:lnTo>
                  <a:lnTo>
                    <a:pt x="9036" y="1"/>
                  </a:lnTo>
                  <a:lnTo>
                    <a:pt x="9036" y="1"/>
                  </a:lnTo>
                  <a:lnTo>
                    <a:pt x="8598" y="49"/>
                  </a:lnTo>
                  <a:lnTo>
                    <a:pt x="8159" y="98"/>
                  </a:lnTo>
                  <a:lnTo>
                    <a:pt x="7745" y="171"/>
                  </a:lnTo>
                  <a:lnTo>
                    <a:pt x="7307" y="269"/>
                  </a:lnTo>
                  <a:lnTo>
                    <a:pt x="6893" y="390"/>
                  </a:lnTo>
                  <a:lnTo>
                    <a:pt x="6479" y="512"/>
                  </a:lnTo>
                  <a:lnTo>
                    <a:pt x="6065" y="683"/>
                  </a:lnTo>
                  <a:lnTo>
                    <a:pt x="5675" y="853"/>
                  </a:lnTo>
                  <a:lnTo>
                    <a:pt x="5285" y="1024"/>
                  </a:lnTo>
                  <a:lnTo>
                    <a:pt x="4896" y="1243"/>
                  </a:lnTo>
                  <a:lnTo>
                    <a:pt x="4530" y="1462"/>
                  </a:lnTo>
                  <a:lnTo>
                    <a:pt x="4165" y="1706"/>
                  </a:lnTo>
                  <a:lnTo>
                    <a:pt x="3800" y="1949"/>
                  </a:lnTo>
                  <a:lnTo>
                    <a:pt x="3459" y="2217"/>
                  </a:lnTo>
                  <a:lnTo>
                    <a:pt x="3142" y="2509"/>
                  </a:lnTo>
                  <a:lnTo>
                    <a:pt x="2826" y="2826"/>
                  </a:lnTo>
                  <a:lnTo>
                    <a:pt x="2826" y="2826"/>
                  </a:lnTo>
                  <a:lnTo>
                    <a:pt x="2509" y="3143"/>
                  </a:lnTo>
                  <a:lnTo>
                    <a:pt x="2217" y="3483"/>
                  </a:lnTo>
                  <a:lnTo>
                    <a:pt x="1924" y="3824"/>
                  </a:lnTo>
                  <a:lnTo>
                    <a:pt x="1681" y="4190"/>
                  </a:lnTo>
                  <a:lnTo>
                    <a:pt x="1437" y="4555"/>
                  </a:lnTo>
                  <a:lnTo>
                    <a:pt x="1218" y="4945"/>
                  </a:lnTo>
                  <a:lnTo>
                    <a:pt x="999" y="5334"/>
                  </a:lnTo>
                  <a:lnTo>
                    <a:pt x="804" y="5724"/>
                  </a:lnTo>
                  <a:lnTo>
                    <a:pt x="658" y="6114"/>
                  </a:lnTo>
                  <a:lnTo>
                    <a:pt x="487" y="6528"/>
                  </a:lnTo>
                  <a:lnTo>
                    <a:pt x="366" y="6942"/>
                  </a:lnTo>
                  <a:lnTo>
                    <a:pt x="244" y="7380"/>
                  </a:lnTo>
                  <a:lnTo>
                    <a:pt x="171" y="7819"/>
                  </a:lnTo>
                  <a:lnTo>
                    <a:pt x="98" y="8233"/>
                  </a:lnTo>
                  <a:lnTo>
                    <a:pt x="25" y="8695"/>
                  </a:lnTo>
                  <a:lnTo>
                    <a:pt x="0" y="9134"/>
                  </a:lnTo>
                  <a:lnTo>
                    <a:pt x="0" y="9134"/>
                  </a:lnTo>
                  <a:lnTo>
                    <a:pt x="195" y="8866"/>
                  </a:lnTo>
                  <a:lnTo>
                    <a:pt x="463" y="8598"/>
                  </a:lnTo>
                  <a:lnTo>
                    <a:pt x="755" y="8379"/>
                  </a:lnTo>
                  <a:lnTo>
                    <a:pt x="1072" y="8208"/>
                  </a:lnTo>
                  <a:lnTo>
                    <a:pt x="1437" y="8062"/>
                  </a:lnTo>
                  <a:lnTo>
                    <a:pt x="1803" y="7940"/>
                  </a:lnTo>
                  <a:lnTo>
                    <a:pt x="2217" y="7867"/>
                  </a:lnTo>
                  <a:lnTo>
                    <a:pt x="2631" y="7843"/>
                  </a:lnTo>
                  <a:lnTo>
                    <a:pt x="2631" y="7843"/>
                  </a:lnTo>
                  <a:lnTo>
                    <a:pt x="2947" y="7867"/>
                  </a:lnTo>
                  <a:lnTo>
                    <a:pt x="3288" y="7940"/>
                  </a:lnTo>
                  <a:lnTo>
                    <a:pt x="3605" y="8038"/>
                  </a:lnTo>
                  <a:lnTo>
                    <a:pt x="3922" y="8184"/>
                  </a:lnTo>
                  <a:lnTo>
                    <a:pt x="4238" y="8330"/>
                  </a:lnTo>
                  <a:lnTo>
                    <a:pt x="4506" y="8476"/>
                  </a:lnTo>
                  <a:lnTo>
                    <a:pt x="4774" y="8647"/>
                  </a:lnTo>
                  <a:lnTo>
                    <a:pt x="4993" y="8817"/>
                  </a:lnTo>
                  <a:lnTo>
                    <a:pt x="4993" y="8817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41"/>
            <p:cNvSpPr/>
            <p:nvPr/>
          </p:nvSpPr>
          <p:spPr>
            <a:xfrm>
              <a:off x="6847025" y="948050"/>
              <a:ext cx="25" cy="23775"/>
            </a:xfrm>
            <a:custGeom>
              <a:rect b="b" l="l" r="r" t="t"/>
              <a:pathLst>
                <a:path extrusionOk="0" fill="none" h="951" w="1">
                  <a:moveTo>
                    <a:pt x="1" y="95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41"/>
            <p:cNvSpPr/>
            <p:nvPr/>
          </p:nvSpPr>
          <p:spPr>
            <a:xfrm>
              <a:off x="6847025" y="1001025"/>
              <a:ext cx="25" cy="183900"/>
            </a:xfrm>
            <a:custGeom>
              <a:rect b="b" l="l" r="r" t="t"/>
              <a:pathLst>
                <a:path extrusionOk="0" fill="none" h="7356" w="1">
                  <a:moveTo>
                    <a:pt x="1" y="1"/>
                  </a:moveTo>
                  <a:lnTo>
                    <a:pt x="1" y="7356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41"/>
            <p:cNvSpPr/>
            <p:nvPr/>
          </p:nvSpPr>
          <p:spPr>
            <a:xfrm>
              <a:off x="6872000" y="994325"/>
              <a:ext cx="85275" cy="190600"/>
            </a:xfrm>
            <a:custGeom>
              <a:rect b="b" l="l" r="r" t="t"/>
              <a:pathLst>
                <a:path extrusionOk="0" fill="none" h="7624" w="3411">
                  <a:moveTo>
                    <a:pt x="3410" y="7624"/>
                  </a:moveTo>
                  <a:lnTo>
                    <a:pt x="3410" y="7624"/>
                  </a:lnTo>
                  <a:lnTo>
                    <a:pt x="3337" y="7112"/>
                  </a:lnTo>
                  <a:lnTo>
                    <a:pt x="3215" y="6406"/>
                  </a:lnTo>
                  <a:lnTo>
                    <a:pt x="3142" y="5968"/>
                  </a:lnTo>
                  <a:lnTo>
                    <a:pt x="3020" y="5505"/>
                  </a:lnTo>
                  <a:lnTo>
                    <a:pt x="2874" y="4994"/>
                  </a:lnTo>
                  <a:lnTo>
                    <a:pt x="2704" y="4482"/>
                  </a:lnTo>
                  <a:lnTo>
                    <a:pt x="2509" y="3922"/>
                  </a:lnTo>
                  <a:lnTo>
                    <a:pt x="2265" y="3362"/>
                  </a:lnTo>
                  <a:lnTo>
                    <a:pt x="1998" y="2802"/>
                  </a:lnTo>
                  <a:lnTo>
                    <a:pt x="1681" y="2217"/>
                  </a:lnTo>
                  <a:lnTo>
                    <a:pt x="1340" y="1633"/>
                  </a:lnTo>
                  <a:lnTo>
                    <a:pt x="950" y="1072"/>
                  </a:lnTo>
                  <a:lnTo>
                    <a:pt x="488" y="512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41"/>
            <p:cNvSpPr/>
            <p:nvPr/>
          </p:nvSpPr>
          <p:spPr>
            <a:xfrm>
              <a:off x="6736825" y="994325"/>
              <a:ext cx="85275" cy="190600"/>
            </a:xfrm>
            <a:custGeom>
              <a:rect b="b" l="l" r="r" t="t"/>
              <a:pathLst>
                <a:path extrusionOk="0" fill="none" h="7624" w="3411">
                  <a:moveTo>
                    <a:pt x="3410" y="1"/>
                  </a:moveTo>
                  <a:lnTo>
                    <a:pt x="3410" y="1"/>
                  </a:lnTo>
                  <a:lnTo>
                    <a:pt x="2923" y="512"/>
                  </a:lnTo>
                  <a:lnTo>
                    <a:pt x="2461" y="1072"/>
                  </a:lnTo>
                  <a:lnTo>
                    <a:pt x="2071" y="1633"/>
                  </a:lnTo>
                  <a:lnTo>
                    <a:pt x="1706" y="2217"/>
                  </a:lnTo>
                  <a:lnTo>
                    <a:pt x="1413" y="2802"/>
                  </a:lnTo>
                  <a:lnTo>
                    <a:pt x="1121" y="3362"/>
                  </a:lnTo>
                  <a:lnTo>
                    <a:pt x="902" y="3922"/>
                  </a:lnTo>
                  <a:lnTo>
                    <a:pt x="707" y="4482"/>
                  </a:lnTo>
                  <a:lnTo>
                    <a:pt x="536" y="4994"/>
                  </a:lnTo>
                  <a:lnTo>
                    <a:pt x="390" y="5505"/>
                  </a:lnTo>
                  <a:lnTo>
                    <a:pt x="269" y="5968"/>
                  </a:lnTo>
                  <a:lnTo>
                    <a:pt x="171" y="6406"/>
                  </a:lnTo>
                  <a:lnTo>
                    <a:pt x="49" y="7112"/>
                  </a:lnTo>
                  <a:lnTo>
                    <a:pt x="1" y="762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3" name="Google Shape;783;p41"/>
          <p:cNvGrpSpPr/>
          <p:nvPr/>
        </p:nvGrpSpPr>
        <p:grpSpPr>
          <a:xfrm>
            <a:off x="5499604" y="2076574"/>
            <a:ext cx="215966" cy="342399"/>
            <a:chOff x="6718575" y="2318625"/>
            <a:chExt cx="256950" cy="407375"/>
          </a:xfrm>
        </p:grpSpPr>
        <p:sp>
          <p:nvSpPr>
            <p:cNvPr id="784" name="Google Shape;784;p41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41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41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41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1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41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41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41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2" name="Google Shape;792;p41"/>
          <p:cNvGrpSpPr/>
          <p:nvPr/>
        </p:nvGrpSpPr>
        <p:grpSpPr>
          <a:xfrm>
            <a:off x="2600993" y="2703482"/>
            <a:ext cx="363369" cy="221115"/>
            <a:chOff x="3269900" y="3064500"/>
            <a:chExt cx="432325" cy="263075"/>
          </a:xfrm>
        </p:grpSpPr>
        <p:sp>
          <p:nvSpPr>
            <p:cNvPr id="793" name="Google Shape;793;p41"/>
            <p:cNvSpPr/>
            <p:nvPr/>
          </p:nvSpPr>
          <p:spPr>
            <a:xfrm>
              <a:off x="3269900" y="3064500"/>
              <a:ext cx="432325" cy="263075"/>
            </a:xfrm>
            <a:custGeom>
              <a:rect b="b" l="l" r="r" t="t"/>
              <a:pathLst>
                <a:path extrusionOk="0" fill="none" h="10523" w="17293">
                  <a:moveTo>
                    <a:pt x="14711" y="7916"/>
                  </a:moveTo>
                  <a:lnTo>
                    <a:pt x="14711" y="7916"/>
                  </a:lnTo>
                  <a:lnTo>
                    <a:pt x="14151" y="8379"/>
                  </a:lnTo>
                  <a:lnTo>
                    <a:pt x="13493" y="8842"/>
                  </a:lnTo>
                  <a:lnTo>
                    <a:pt x="12811" y="9280"/>
                  </a:lnTo>
                  <a:lnTo>
                    <a:pt x="12446" y="9475"/>
                  </a:lnTo>
                  <a:lnTo>
                    <a:pt x="12056" y="9670"/>
                  </a:lnTo>
                  <a:lnTo>
                    <a:pt x="11667" y="9840"/>
                  </a:lnTo>
                  <a:lnTo>
                    <a:pt x="11253" y="10011"/>
                  </a:lnTo>
                  <a:lnTo>
                    <a:pt x="10839" y="10157"/>
                  </a:lnTo>
                  <a:lnTo>
                    <a:pt x="10425" y="10278"/>
                  </a:lnTo>
                  <a:lnTo>
                    <a:pt x="9986" y="10376"/>
                  </a:lnTo>
                  <a:lnTo>
                    <a:pt x="9548" y="10449"/>
                  </a:lnTo>
                  <a:lnTo>
                    <a:pt x="9109" y="10498"/>
                  </a:lnTo>
                  <a:lnTo>
                    <a:pt x="8647" y="10522"/>
                  </a:lnTo>
                  <a:lnTo>
                    <a:pt x="8647" y="10522"/>
                  </a:lnTo>
                  <a:lnTo>
                    <a:pt x="8233" y="10522"/>
                  </a:lnTo>
                  <a:lnTo>
                    <a:pt x="7843" y="10473"/>
                  </a:lnTo>
                  <a:lnTo>
                    <a:pt x="7453" y="10425"/>
                  </a:lnTo>
                  <a:lnTo>
                    <a:pt x="7064" y="10327"/>
                  </a:lnTo>
                  <a:lnTo>
                    <a:pt x="6674" y="10230"/>
                  </a:lnTo>
                  <a:lnTo>
                    <a:pt x="6284" y="10108"/>
                  </a:lnTo>
                  <a:lnTo>
                    <a:pt x="5919" y="9986"/>
                  </a:lnTo>
                  <a:lnTo>
                    <a:pt x="5554" y="9840"/>
                  </a:lnTo>
                  <a:lnTo>
                    <a:pt x="5213" y="9670"/>
                  </a:lnTo>
                  <a:lnTo>
                    <a:pt x="4847" y="9499"/>
                  </a:lnTo>
                  <a:lnTo>
                    <a:pt x="4190" y="9109"/>
                  </a:lnTo>
                  <a:lnTo>
                    <a:pt x="3557" y="8695"/>
                  </a:lnTo>
                  <a:lnTo>
                    <a:pt x="2972" y="8233"/>
                  </a:lnTo>
                  <a:lnTo>
                    <a:pt x="2412" y="7794"/>
                  </a:lnTo>
                  <a:lnTo>
                    <a:pt x="1900" y="7332"/>
                  </a:lnTo>
                  <a:lnTo>
                    <a:pt x="1438" y="6893"/>
                  </a:lnTo>
                  <a:lnTo>
                    <a:pt x="1048" y="6479"/>
                  </a:lnTo>
                  <a:lnTo>
                    <a:pt x="390" y="5748"/>
                  </a:lnTo>
                  <a:lnTo>
                    <a:pt x="1" y="5261"/>
                  </a:lnTo>
                  <a:lnTo>
                    <a:pt x="1" y="5261"/>
                  </a:lnTo>
                  <a:lnTo>
                    <a:pt x="390" y="4774"/>
                  </a:lnTo>
                  <a:lnTo>
                    <a:pt x="1048" y="4044"/>
                  </a:lnTo>
                  <a:lnTo>
                    <a:pt x="1438" y="3630"/>
                  </a:lnTo>
                  <a:lnTo>
                    <a:pt x="1900" y="3191"/>
                  </a:lnTo>
                  <a:lnTo>
                    <a:pt x="2412" y="2728"/>
                  </a:lnTo>
                  <a:lnTo>
                    <a:pt x="2972" y="2290"/>
                  </a:lnTo>
                  <a:lnTo>
                    <a:pt x="3557" y="1852"/>
                  </a:lnTo>
                  <a:lnTo>
                    <a:pt x="4190" y="1413"/>
                  </a:lnTo>
                  <a:lnTo>
                    <a:pt x="4847" y="1024"/>
                  </a:lnTo>
                  <a:lnTo>
                    <a:pt x="5213" y="853"/>
                  </a:lnTo>
                  <a:lnTo>
                    <a:pt x="5554" y="683"/>
                  </a:lnTo>
                  <a:lnTo>
                    <a:pt x="5919" y="536"/>
                  </a:lnTo>
                  <a:lnTo>
                    <a:pt x="6284" y="415"/>
                  </a:lnTo>
                  <a:lnTo>
                    <a:pt x="6674" y="293"/>
                  </a:lnTo>
                  <a:lnTo>
                    <a:pt x="7064" y="196"/>
                  </a:lnTo>
                  <a:lnTo>
                    <a:pt x="7453" y="98"/>
                  </a:lnTo>
                  <a:lnTo>
                    <a:pt x="7843" y="49"/>
                  </a:lnTo>
                  <a:lnTo>
                    <a:pt x="8233" y="1"/>
                  </a:lnTo>
                  <a:lnTo>
                    <a:pt x="8647" y="1"/>
                  </a:lnTo>
                  <a:lnTo>
                    <a:pt x="8647" y="1"/>
                  </a:lnTo>
                  <a:lnTo>
                    <a:pt x="9109" y="25"/>
                  </a:lnTo>
                  <a:lnTo>
                    <a:pt x="9548" y="74"/>
                  </a:lnTo>
                  <a:lnTo>
                    <a:pt x="9986" y="147"/>
                  </a:lnTo>
                  <a:lnTo>
                    <a:pt x="10425" y="244"/>
                  </a:lnTo>
                  <a:lnTo>
                    <a:pt x="10839" y="366"/>
                  </a:lnTo>
                  <a:lnTo>
                    <a:pt x="11253" y="512"/>
                  </a:lnTo>
                  <a:lnTo>
                    <a:pt x="11667" y="683"/>
                  </a:lnTo>
                  <a:lnTo>
                    <a:pt x="12056" y="853"/>
                  </a:lnTo>
                  <a:lnTo>
                    <a:pt x="12446" y="1048"/>
                  </a:lnTo>
                  <a:lnTo>
                    <a:pt x="12811" y="1243"/>
                  </a:lnTo>
                  <a:lnTo>
                    <a:pt x="13493" y="1681"/>
                  </a:lnTo>
                  <a:lnTo>
                    <a:pt x="14151" y="2144"/>
                  </a:lnTo>
                  <a:lnTo>
                    <a:pt x="14711" y="2607"/>
                  </a:lnTo>
                  <a:lnTo>
                    <a:pt x="14711" y="2607"/>
                  </a:lnTo>
                  <a:lnTo>
                    <a:pt x="15198" y="3021"/>
                  </a:lnTo>
                  <a:lnTo>
                    <a:pt x="15637" y="3435"/>
                  </a:lnTo>
                  <a:lnTo>
                    <a:pt x="16026" y="3824"/>
                  </a:lnTo>
                  <a:lnTo>
                    <a:pt x="16367" y="4190"/>
                  </a:lnTo>
                  <a:lnTo>
                    <a:pt x="16927" y="4823"/>
                  </a:lnTo>
                  <a:lnTo>
                    <a:pt x="17293" y="5261"/>
                  </a:lnTo>
                  <a:lnTo>
                    <a:pt x="17293" y="5261"/>
                  </a:lnTo>
                  <a:lnTo>
                    <a:pt x="16927" y="5700"/>
                  </a:lnTo>
                  <a:lnTo>
                    <a:pt x="16367" y="6333"/>
                  </a:lnTo>
                  <a:lnTo>
                    <a:pt x="16026" y="6698"/>
                  </a:lnTo>
                  <a:lnTo>
                    <a:pt x="15637" y="7088"/>
                  </a:lnTo>
                  <a:lnTo>
                    <a:pt x="15198" y="7502"/>
                  </a:lnTo>
                  <a:lnTo>
                    <a:pt x="14711" y="7916"/>
                  </a:lnTo>
                  <a:lnTo>
                    <a:pt x="14711" y="791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41"/>
            <p:cNvSpPr/>
            <p:nvPr/>
          </p:nvSpPr>
          <p:spPr>
            <a:xfrm>
              <a:off x="3445875" y="3155825"/>
              <a:ext cx="80400" cy="80400"/>
            </a:xfrm>
            <a:custGeom>
              <a:rect b="b" l="l" r="r" t="t"/>
              <a:pathLst>
                <a:path extrusionOk="0" fill="none" h="3216" w="3216">
                  <a:moveTo>
                    <a:pt x="0" y="1608"/>
                  </a:moveTo>
                  <a:lnTo>
                    <a:pt x="0" y="1608"/>
                  </a:lnTo>
                  <a:lnTo>
                    <a:pt x="25" y="1438"/>
                  </a:lnTo>
                  <a:lnTo>
                    <a:pt x="49" y="1292"/>
                  </a:lnTo>
                  <a:lnTo>
                    <a:pt x="73" y="1121"/>
                  </a:lnTo>
                  <a:lnTo>
                    <a:pt x="146" y="975"/>
                  </a:lnTo>
                  <a:lnTo>
                    <a:pt x="195" y="853"/>
                  </a:lnTo>
                  <a:lnTo>
                    <a:pt x="293" y="707"/>
                  </a:lnTo>
                  <a:lnTo>
                    <a:pt x="366" y="585"/>
                  </a:lnTo>
                  <a:lnTo>
                    <a:pt x="487" y="488"/>
                  </a:lnTo>
                  <a:lnTo>
                    <a:pt x="585" y="366"/>
                  </a:lnTo>
                  <a:lnTo>
                    <a:pt x="707" y="293"/>
                  </a:lnTo>
                  <a:lnTo>
                    <a:pt x="853" y="196"/>
                  </a:lnTo>
                  <a:lnTo>
                    <a:pt x="974" y="147"/>
                  </a:lnTo>
                  <a:lnTo>
                    <a:pt x="1121" y="74"/>
                  </a:lnTo>
                  <a:lnTo>
                    <a:pt x="1291" y="50"/>
                  </a:lnTo>
                  <a:lnTo>
                    <a:pt x="1437" y="25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778" y="25"/>
                  </a:lnTo>
                  <a:lnTo>
                    <a:pt x="1924" y="50"/>
                  </a:lnTo>
                  <a:lnTo>
                    <a:pt x="2095" y="74"/>
                  </a:lnTo>
                  <a:lnTo>
                    <a:pt x="2241" y="147"/>
                  </a:lnTo>
                  <a:lnTo>
                    <a:pt x="2363" y="196"/>
                  </a:lnTo>
                  <a:lnTo>
                    <a:pt x="2509" y="293"/>
                  </a:lnTo>
                  <a:lnTo>
                    <a:pt x="2631" y="366"/>
                  </a:lnTo>
                  <a:lnTo>
                    <a:pt x="2728" y="488"/>
                  </a:lnTo>
                  <a:lnTo>
                    <a:pt x="2850" y="585"/>
                  </a:lnTo>
                  <a:lnTo>
                    <a:pt x="2923" y="707"/>
                  </a:lnTo>
                  <a:lnTo>
                    <a:pt x="3020" y="853"/>
                  </a:lnTo>
                  <a:lnTo>
                    <a:pt x="3069" y="975"/>
                  </a:lnTo>
                  <a:lnTo>
                    <a:pt x="3142" y="1121"/>
                  </a:lnTo>
                  <a:lnTo>
                    <a:pt x="3166" y="1292"/>
                  </a:lnTo>
                  <a:lnTo>
                    <a:pt x="3191" y="1438"/>
                  </a:lnTo>
                  <a:lnTo>
                    <a:pt x="3215" y="1608"/>
                  </a:lnTo>
                  <a:lnTo>
                    <a:pt x="3215" y="1608"/>
                  </a:lnTo>
                  <a:lnTo>
                    <a:pt x="3191" y="1779"/>
                  </a:lnTo>
                  <a:lnTo>
                    <a:pt x="3166" y="1925"/>
                  </a:lnTo>
                  <a:lnTo>
                    <a:pt x="3142" y="2095"/>
                  </a:lnTo>
                  <a:lnTo>
                    <a:pt x="3069" y="2242"/>
                  </a:lnTo>
                  <a:lnTo>
                    <a:pt x="3020" y="2363"/>
                  </a:lnTo>
                  <a:lnTo>
                    <a:pt x="2923" y="2509"/>
                  </a:lnTo>
                  <a:lnTo>
                    <a:pt x="2850" y="2631"/>
                  </a:lnTo>
                  <a:lnTo>
                    <a:pt x="2728" y="2729"/>
                  </a:lnTo>
                  <a:lnTo>
                    <a:pt x="2631" y="2850"/>
                  </a:lnTo>
                  <a:lnTo>
                    <a:pt x="2509" y="2924"/>
                  </a:lnTo>
                  <a:lnTo>
                    <a:pt x="2363" y="3021"/>
                  </a:lnTo>
                  <a:lnTo>
                    <a:pt x="2241" y="3070"/>
                  </a:lnTo>
                  <a:lnTo>
                    <a:pt x="2095" y="3143"/>
                  </a:lnTo>
                  <a:lnTo>
                    <a:pt x="1924" y="3167"/>
                  </a:lnTo>
                  <a:lnTo>
                    <a:pt x="1778" y="3191"/>
                  </a:lnTo>
                  <a:lnTo>
                    <a:pt x="1608" y="3216"/>
                  </a:lnTo>
                  <a:lnTo>
                    <a:pt x="1608" y="3216"/>
                  </a:lnTo>
                  <a:lnTo>
                    <a:pt x="1437" y="3191"/>
                  </a:lnTo>
                  <a:lnTo>
                    <a:pt x="1291" y="3167"/>
                  </a:lnTo>
                  <a:lnTo>
                    <a:pt x="1121" y="3143"/>
                  </a:lnTo>
                  <a:lnTo>
                    <a:pt x="974" y="3070"/>
                  </a:lnTo>
                  <a:lnTo>
                    <a:pt x="853" y="3021"/>
                  </a:lnTo>
                  <a:lnTo>
                    <a:pt x="707" y="2924"/>
                  </a:lnTo>
                  <a:lnTo>
                    <a:pt x="585" y="2850"/>
                  </a:lnTo>
                  <a:lnTo>
                    <a:pt x="487" y="2729"/>
                  </a:lnTo>
                  <a:lnTo>
                    <a:pt x="366" y="2631"/>
                  </a:lnTo>
                  <a:lnTo>
                    <a:pt x="293" y="2509"/>
                  </a:lnTo>
                  <a:lnTo>
                    <a:pt x="195" y="2363"/>
                  </a:lnTo>
                  <a:lnTo>
                    <a:pt x="146" y="2242"/>
                  </a:lnTo>
                  <a:lnTo>
                    <a:pt x="73" y="2095"/>
                  </a:lnTo>
                  <a:lnTo>
                    <a:pt x="49" y="1925"/>
                  </a:lnTo>
                  <a:lnTo>
                    <a:pt x="25" y="1779"/>
                  </a:lnTo>
                  <a:lnTo>
                    <a:pt x="0" y="1608"/>
                  </a:lnTo>
                  <a:lnTo>
                    <a:pt x="0" y="160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41"/>
            <p:cNvSpPr/>
            <p:nvPr/>
          </p:nvSpPr>
          <p:spPr>
            <a:xfrm>
              <a:off x="3381925" y="3091900"/>
              <a:ext cx="208275" cy="208275"/>
            </a:xfrm>
            <a:custGeom>
              <a:rect b="b" l="l" r="r" t="t"/>
              <a:pathLst>
                <a:path extrusionOk="0" fill="none" h="8331" w="8331">
                  <a:moveTo>
                    <a:pt x="1" y="4165"/>
                  </a:moveTo>
                  <a:lnTo>
                    <a:pt x="1" y="4165"/>
                  </a:lnTo>
                  <a:lnTo>
                    <a:pt x="25" y="3751"/>
                  </a:lnTo>
                  <a:lnTo>
                    <a:pt x="74" y="3337"/>
                  </a:lnTo>
                  <a:lnTo>
                    <a:pt x="196" y="2923"/>
                  </a:lnTo>
                  <a:lnTo>
                    <a:pt x="318" y="2534"/>
                  </a:lnTo>
                  <a:lnTo>
                    <a:pt x="512" y="2168"/>
                  </a:lnTo>
                  <a:lnTo>
                    <a:pt x="707" y="1827"/>
                  </a:lnTo>
                  <a:lnTo>
                    <a:pt x="951" y="1511"/>
                  </a:lnTo>
                  <a:lnTo>
                    <a:pt x="1219" y="1218"/>
                  </a:lnTo>
                  <a:lnTo>
                    <a:pt x="1511" y="951"/>
                  </a:lnTo>
                  <a:lnTo>
                    <a:pt x="1828" y="707"/>
                  </a:lnTo>
                  <a:lnTo>
                    <a:pt x="2169" y="512"/>
                  </a:lnTo>
                  <a:lnTo>
                    <a:pt x="2534" y="317"/>
                  </a:lnTo>
                  <a:lnTo>
                    <a:pt x="2924" y="195"/>
                  </a:lnTo>
                  <a:lnTo>
                    <a:pt x="3313" y="74"/>
                  </a:lnTo>
                  <a:lnTo>
                    <a:pt x="3727" y="25"/>
                  </a:lnTo>
                  <a:lnTo>
                    <a:pt x="4166" y="1"/>
                  </a:lnTo>
                  <a:lnTo>
                    <a:pt x="4166" y="1"/>
                  </a:lnTo>
                  <a:lnTo>
                    <a:pt x="4580" y="25"/>
                  </a:lnTo>
                  <a:lnTo>
                    <a:pt x="4994" y="74"/>
                  </a:lnTo>
                  <a:lnTo>
                    <a:pt x="5408" y="195"/>
                  </a:lnTo>
                  <a:lnTo>
                    <a:pt x="5797" y="317"/>
                  </a:lnTo>
                  <a:lnTo>
                    <a:pt x="6163" y="512"/>
                  </a:lnTo>
                  <a:lnTo>
                    <a:pt x="6504" y="707"/>
                  </a:lnTo>
                  <a:lnTo>
                    <a:pt x="6820" y="951"/>
                  </a:lnTo>
                  <a:lnTo>
                    <a:pt x="7113" y="1218"/>
                  </a:lnTo>
                  <a:lnTo>
                    <a:pt x="7381" y="1511"/>
                  </a:lnTo>
                  <a:lnTo>
                    <a:pt x="7624" y="1827"/>
                  </a:lnTo>
                  <a:lnTo>
                    <a:pt x="7819" y="2168"/>
                  </a:lnTo>
                  <a:lnTo>
                    <a:pt x="8014" y="2534"/>
                  </a:lnTo>
                  <a:lnTo>
                    <a:pt x="8136" y="2923"/>
                  </a:lnTo>
                  <a:lnTo>
                    <a:pt x="8257" y="3337"/>
                  </a:lnTo>
                  <a:lnTo>
                    <a:pt x="8306" y="3751"/>
                  </a:lnTo>
                  <a:lnTo>
                    <a:pt x="8330" y="4165"/>
                  </a:lnTo>
                  <a:lnTo>
                    <a:pt x="8330" y="4165"/>
                  </a:lnTo>
                  <a:lnTo>
                    <a:pt x="8306" y="4579"/>
                  </a:lnTo>
                  <a:lnTo>
                    <a:pt x="8257" y="4993"/>
                  </a:lnTo>
                  <a:lnTo>
                    <a:pt x="8136" y="5407"/>
                  </a:lnTo>
                  <a:lnTo>
                    <a:pt x="8014" y="5797"/>
                  </a:lnTo>
                  <a:lnTo>
                    <a:pt x="7819" y="6162"/>
                  </a:lnTo>
                  <a:lnTo>
                    <a:pt x="7624" y="6503"/>
                  </a:lnTo>
                  <a:lnTo>
                    <a:pt x="7381" y="6820"/>
                  </a:lnTo>
                  <a:lnTo>
                    <a:pt x="7113" y="7112"/>
                  </a:lnTo>
                  <a:lnTo>
                    <a:pt x="6820" y="7380"/>
                  </a:lnTo>
                  <a:lnTo>
                    <a:pt x="6504" y="7624"/>
                  </a:lnTo>
                  <a:lnTo>
                    <a:pt x="6163" y="7819"/>
                  </a:lnTo>
                  <a:lnTo>
                    <a:pt x="5797" y="8013"/>
                  </a:lnTo>
                  <a:lnTo>
                    <a:pt x="5408" y="8135"/>
                  </a:lnTo>
                  <a:lnTo>
                    <a:pt x="4994" y="8257"/>
                  </a:lnTo>
                  <a:lnTo>
                    <a:pt x="4580" y="8306"/>
                  </a:lnTo>
                  <a:lnTo>
                    <a:pt x="4166" y="8330"/>
                  </a:lnTo>
                  <a:lnTo>
                    <a:pt x="4166" y="8330"/>
                  </a:lnTo>
                  <a:lnTo>
                    <a:pt x="3727" y="8306"/>
                  </a:lnTo>
                  <a:lnTo>
                    <a:pt x="3313" y="8257"/>
                  </a:lnTo>
                  <a:lnTo>
                    <a:pt x="2924" y="8135"/>
                  </a:lnTo>
                  <a:lnTo>
                    <a:pt x="2534" y="8013"/>
                  </a:lnTo>
                  <a:lnTo>
                    <a:pt x="2169" y="7819"/>
                  </a:lnTo>
                  <a:lnTo>
                    <a:pt x="1828" y="7624"/>
                  </a:lnTo>
                  <a:lnTo>
                    <a:pt x="1511" y="7380"/>
                  </a:lnTo>
                  <a:lnTo>
                    <a:pt x="1219" y="7112"/>
                  </a:lnTo>
                  <a:lnTo>
                    <a:pt x="951" y="6820"/>
                  </a:lnTo>
                  <a:lnTo>
                    <a:pt x="707" y="6503"/>
                  </a:lnTo>
                  <a:lnTo>
                    <a:pt x="512" y="6162"/>
                  </a:lnTo>
                  <a:lnTo>
                    <a:pt x="318" y="5797"/>
                  </a:lnTo>
                  <a:lnTo>
                    <a:pt x="196" y="5407"/>
                  </a:lnTo>
                  <a:lnTo>
                    <a:pt x="74" y="4993"/>
                  </a:lnTo>
                  <a:lnTo>
                    <a:pt x="25" y="4579"/>
                  </a:lnTo>
                  <a:lnTo>
                    <a:pt x="1" y="4165"/>
                  </a:lnTo>
                  <a:lnTo>
                    <a:pt x="1" y="416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6" name="Google Shape;796;p41"/>
          <p:cNvGrpSpPr/>
          <p:nvPr/>
        </p:nvGrpSpPr>
        <p:grpSpPr>
          <a:xfrm>
            <a:off x="5475019" y="2635926"/>
            <a:ext cx="265115" cy="372594"/>
            <a:chOff x="6689325" y="2984125"/>
            <a:chExt cx="315425" cy="443300"/>
          </a:xfrm>
        </p:grpSpPr>
        <p:sp>
          <p:nvSpPr>
            <p:cNvPr id="797" name="Google Shape;797;p41"/>
            <p:cNvSpPr/>
            <p:nvPr/>
          </p:nvSpPr>
          <p:spPr>
            <a:xfrm>
              <a:off x="6689325" y="2984125"/>
              <a:ext cx="315425" cy="77975"/>
            </a:xfrm>
            <a:custGeom>
              <a:rect b="b" l="l" r="r" t="t"/>
              <a:pathLst>
                <a:path extrusionOk="0" fill="none" h="3119" w="12617">
                  <a:moveTo>
                    <a:pt x="12130" y="1413"/>
                  </a:moveTo>
                  <a:lnTo>
                    <a:pt x="8647" y="1413"/>
                  </a:lnTo>
                  <a:lnTo>
                    <a:pt x="8647" y="878"/>
                  </a:lnTo>
                  <a:lnTo>
                    <a:pt x="8647" y="878"/>
                  </a:lnTo>
                  <a:lnTo>
                    <a:pt x="8623" y="707"/>
                  </a:lnTo>
                  <a:lnTo>
                    <a:pt x="8574" y="537"/>
                  </a:lnTo>
                  <a:lnTo>
                    <a:pt x="8501" y="391"/>
                  </a:lnTo>
                  <a:lnTo>
                    <a:pt x="8379" y="269"/>
                  </a:lnTo>
                  <a:lnTo>
                    <a:pt x="8257" y="147"/>
                  </a:lnTo>
                  <a:lnTo>
                    <a:pt x="8111" y="74"/>
                  </a:lnTo>
                  <a:lnTo>
                    <a:pt x="7941" y="25"/>
                  </a:lnTo>
                  <a:lnTo>
                    <a:pt x="7770" y="1"/>
                  </a:lnTo>
                  <a:lnTo>
                    <a:pt x="4848" y="1"/>
                  </a:lnTo>
                  <a:lnTo>
                    <a:pt x="4848" y="1"/>
                  </a:lnTo>
                  <a:lnTo>
                    <a:pt x="4677" y="25"/>
                  </a:lnTo>
                  <a:lnTo>
                    <a:pt x="4507" y="74"/>
                  </a:lnTo>
                  <a:lnTo>
                    <a:pt x="4361" y="147"/>
                  </a:lnTo>
                  <a:lnTo>
                    <a:pt x="4239" y="269"/>
                  </a:lnTo>
                  <a:lnTo>
                    <a:pt x="4117" y="391"/>
                  </a:lnTo>
                  <a:lnTo>
                    <a:pt x="4044" y="537"/>
                  </a:lnTo>
                  <a:lnTo>
                    <a:pt x="3995" y="707"/>
                  </a:lnTo>
                  <a:lnTo>
                    <a:pt x="3971" y="878"/>
                  </a:lnTo>
                  <a:lnTo>
                    <a:pt x="3971" y="1413"/>
                  </a:lnTo>
                  <a:lnTo>
                    <a:pt x="488" y="1413"/>
                  </a:lnTo>
                  <a:lnTo>
                    <a:pt x="488" y="1413"/>
                  </a:lnTo>
                  <a:lnTo>
                    <a:pt x="391" y="1413"/>
                  </a:lnTo>
                  <a:lnTo>
                    <a:pt x="293" y="1462"/>
                  </a:lnTo>
                  <a:lnTo>
                    <a:pt x="220" y="1486"/>
                  </a:lnTo>
                  <a:lnTo>
                    <a:pt x="147" y="1560"/>
                  </a:lnTo>
                  <a:lnTo>
                    <a:pt x="74" y="1633"/>
                  </a:lnTo>
                  <a:lnTo>
                    <a:pt x="50" y="1706"/>
                  </a:lnTo>
                  <a:lnTo>
                    <a:pt x="1" y="1803"/>
                  </a:lnTo>
                  <a:lnTo>
                    <a:pt x="1" y="1901"/>
                  </a:lnTo>
                  <a:lnTo>
                    <a:pt x="1" y="3118"/>
                  </a:lnTo>
                  <a:lnTo>
                    <a:pt x="12617" y="3118"/>
                  </a:lnTo>
                  <a:lnTo>
                    <a:pt x="12617" y="1901"/>
                  </a:lnTo>
                  <a:lnTo>
                    <a:pt x="12617" y="1901"/>
                  </a:lnTo>
                  <a:lnTo>
                    <a:pt x="12617" y="1803"/>
                  </a:lnTo>
                  <a:lnTo>
                    <a:pt x="12568" y="1706"/>
                  </a:lnTo>
                  <a:lnTo>
                    <a:pt x="12544" y="1633"/>
                  </a:lnTo>
                  <a:lnTo>
                    <a:pt x="12471" y="1560"/>
                  </a:lnTo>
                  <a:lnTo>
                    <a:pt x="12398" y="1486"/>
                  </a:lnTo>
                  <a:lnTo>
                    <a:pt x="12325" y="1462"/>
                  </a:lnTo>
                  <a:lnTo>
                    <a:pt x="12227" y="1413"/>
                  </a:lnTo>
                  <a:lnTo>
                    <a:pt x="12130" y="1413"/>
                  </a:lnTo>
                  <a:lnTo>
                    <a:pt x="12130" y="1413"/>
                  </a:lnTo>
                  <a:close/>
                  <a:moveTo>
                    <a:pt x="4750" y="878"/>
                  </a:moveTo>
                  <a:lnTo>
                    <a:pt x="4750" y="878"/>
                  </a:lnTo>
                  <a:lnTo>
                    <a:pt x="4750" y="829"/>
                  </a:lnTo>
                  <a:lnTo>
                    <a:pt x="4775" y="805"/>
                  </a:lnTo>
                  <a:lnTo>
                    <a:pt x="4799" y="780"/>
                  </a:lnTo>
                  <a:lnTo>
                    <a:pt x="4848" y="780"/>
                  </a:lnTo>
                  <a:lnTo>
                    <a:pt x="7770" y="780"/>
                  </a:lnTo>
                  <a:lnTo>
                    <a:pt x="7770" y="780"/>
                  </a:lnTo>
                  <a:lnTo>
                    <a:pt x="7819" y="780"/>
                  </a:lnTo>
                  <a:lnTo>
                    <a:pt x="7843" y="805"/>
                  </a:lnTo>
                  <a:lnTo>
                    <a:pt x="7868" y="829"/>
                  </a:lnTo>
                  <a:lnTo>
                    <a:pt x="7868" y="878"/>
                  </a:lnTo>
                  <a:lnTo>
                    <a:pt x="7868" y="1413"/>
                  </a:lnTo>
                  <a:lnTo>
                    <a:pt x="4750" y="1413"/>
                  </a:lnTo>
                  <a:lnTo>
                    <a:pt x="4750" y="87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41"/>
            <p:cNvSpPr/>
            <p:nvPr/>
          </p:nvSpPr>
          <p:spPr>
            <a:xfrm>
              <a:off x="6702125" y="3069375"/>
              <a:ext cx="289850" cy="358050"/>
            </a:xfrm>
            <a:custGeom>
              <a:rect b="b" l="l" r="r" t="t"/>
              <a:pathLst>
                <a:path extrusionOk="0" fill="none" h="14322" w="11594">
                  <a:moveTo>
                    <a:pt x="0" y="1"/>
                  </a:moveTo>
                  <a:lnTo>
                    <a:pt x="0" y="13834"/>
                  </a:lnTo>
                  <a:lnTo>
                    <a:pt x="0" y="13834"/>
                  </a:lnTo>
                  <a:lnTo>
                    <a:pt x="0" y="13932"/>
                  </a:lnTo>
                  <a:lnTo>
                    <a:pt x="49" y="14029"/>
                  </a:lnTo>
                  <a:lnTo>
                    <a:pt x="74" y="14102"/>
                  </a:lnTo>
                  <a:lnTo>
                    <a:pt x="147" y="14175"/>
                  </a:lnTo>
                  <a:lnTo>
                    <a:pt x="220" y="14224"/>
                  </a:lnTo>
                  <a:lnTo>
                    <a:pt x="293" y="14273"/>
                  </a:lnTo>
                  <a:lnTo>
                    <a:pt x="390" y="14297"/>
                  </a:lnTo>
                  <a:lnTo>
                    <a:pt x="488" y="14321"/>
                  </a:lnTo>
                  <a:lnTo>
                    <a:pt x="11106" y="14321"/>
                  </a:lnTo>
                  <a:lnTo>
                    <a:pt x="11106" y="14321"/>
                  </a:lnTo>
                  <a:lnTo>
                    <a:pt x="11204" y="14297"/>
                  </a:lnTo>
                  <a:lnTo>
                    <a:pt x="11301" y="14273"/>
                  </a:lnTo>
                  <a:lnTo>
                    <a:pt x="11374" y="14224"/>
                  </a:lnTo>
                  <a:lnTo>
                    <a:pt x="11447" y="14175"/>
                  </a:lnTo>
                  <a:lnTo>
                    <a:pt x="11520" y="14102"/>
                  </a:lnTo>
                  <a:lnTo>
                    <a:pt x="11545" y="14029"/>
                  </a:lnTo>
                  <a:lnTo>
                    <a:pt x="11593" y="13932"/>
                  </a:lnTo>
                  <a:lnTo>
                    <a:pt x="11593" y="13834"/>
                  </a:lnTo>
                  <a:lnTo>
                    <a:pt x="1159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41"/>
            <p:cNvSpPr/>
            <p:nvPr/>
          </p:nvSpPr>
          <p:spPr>
            <a:xfrm>
              <a:off x="676117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0473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41"/>
            <p:cNvSpPr/>
            <p:nvPr/>
          </p:nvSpPr>
          <p:spPr>
            <a:xfrm>
              <a:off x="684702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41"/>
            <p:cNvSpPr/>
            <p:nvPr/>
          </p:nvSpPr>
          <p:spPr>
            <a:xfrm>
              <a:off x="693287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41"/>
          <p:cNvGrpSpPr/>
          <p:nvPr/>
        </p:nvGrpSpPr>
        <p:grpSpPr>
          <a:xfrm>
            <a:off x="1523745" y="3730594"/>
            <a:ext cx="256416" cy="414535"/>
            <a:chOff x="1988225" y="4286525"/>
            <a:chExt cx="305075" cy="493200"/>
          </a:xfrm>
        </p:grpSpPr>
        <p:sp>
          <p:nvSpPr>
            <p:cNvPr id="803" name="Google Shape;803;p41"/>
            <p:cNvSpPr/>
            <p:nvPr/>
          </p:nvSpPr>
          <p:spPr>
            <a:xfrm>
              <a:off x="2178800" y="4519725"/>
              <a:ext cx="114500" cy="114475"/>
            </a:xfrm>
            <a:custGeom>
              <a:rect b="b" l="l" r="r" t="t"/>
              <a:pathLst>
                <a:path extrusionOk="0" fill="none" h="4579" w="4580">
                  <a:moveTo>
                    <a:pt x="731" y="4189"/>
                  </a:moveTo>
                  <a:lnTo>
                    <a:pt x="731" y="4189"/>
                  </a:lnTo>
                  <a:lnTo>
                    <a:pt x="853" y="4286"/>
                  </a:lnTo>
                  <a:lnTo>
                    <a:pt x="999" y="4384"/>
                  </a:lnTo>
                  <a:lnTo>
                    <a:pt x="1170" y="4457"/>
                  </a:lnTo>
                  <a:lnTo>
                    <a:pt x="1316" y="4506"/>
                  </a:lnTo>
                  <a:lnTo>
                    <a:pt x="1486" y="4554"/>
                  </a:lnTo>
                  <a:lnTo>
                    <a:pt x="1657" y="4579"/>
                  </a:lnTo>
                  <a:lnTo>
                    <a:pt x="1827" y="4579"/>
                  </a:lnTo>
                  <a:lnTo>
                    <a:pt x="1973" y="4579"/>
                  </a:lnTo>
                  <a:lnTo>
                    <a:pt x="2144" y="4579"/>
                  </a:lnTo>
                  <a:lnTo>
                    <a:pt x="2314" y="4530"/>
                  </a:lnTo>
                  <a:lnTo>
                    <a:pt x="2485" y="4481"/>
                  </a:lnTo>
                  <a:lnTo>
                    <a:pt x="2631" y="4433"/>
                  </a:lnTo>
                  <a:lnTo>
                    <a:pt x="2777" y="4360"/>
                  </a:lnTo>
                  <a:lnTo>
                    <a:pt x="2923" y="4262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2"/>
                  </a:lnTo>
                  <a:lnTo>
                    <a:pt x="3483" y="3653"/>
                  </a:lnTo>
                  <a:lnTo>
                    <a:pt x="3605" y="3410"/>
                  </a:lnTo>
                  <a:lnTo>
                    <a:pt x="3751" y="3117"/>
                  </a:lnTo>
                  <a:lnTo>
                    <a:pt x="3995" y="2484"/>
                  </a:lnTo>
                  <a:lnTo>
                    <a:pt x="4214" y="1827"/>
                  </a:lnTo>
                  <a:lnTo>
                    <a:pt x="4409" y="1169"/>
                  </a:lnTo>
                  <a:lnTo>
                    <a:pt x="4531" y="609"/>
                  </a:lnTo>
                  <a:lnTo>
                    <a:pt x="4579" y="219"/>
                  </a:lnTo>
                  <a:lnTo>
                    <a:pt x="4579" y="97"/>
                  </a:lnTo>
                  <a:lnTo>
                    <a:pt x="4579" y="24"/>
                  </a:lnTo>
                  <a:lnTo>
                    <a:pt x="4579" y="24"/>
                  </a:lnTo>
                  <a:lnTo>
                    <a:pt x="4506" y="0"/>
                  </a:lnTo>
                  <a:lnTo>
                    <a:pt x="4385" y="0"/>
                  </a:lnTo>
                  <a:lnTo>
                    <a:pt x="3970" y="73"/>
                  </a:lnTo>
                  <a:lnTo>
                    <a:pt x="3410" y="195"/>
                  </a:lnTo>
                  <a:lnTo>
                    <a:pt x="2777" y="365"/>
                  </a:lnTo>
                  <a:lnTo>
                    <a:pt x="2095" y="609"/>
                  </a:lnTo>
                  <a:lnTo>
                    <a:pt x="1462" y="852"/>
                  </a:lnTo>
                  <a:lnTo>
                    <a:pt x="1194" y="974"/>
                  </a:lnTo>
                  <a:lnTo>
                    <a:pt x="926" y="1120"/>
                  </a:lnTo>
                  <a:lnTo>
                    <a:pt x="707" y="1266"/>
                  </a:lnTo>
                  <a:lnTo>
                    <a:pt x="561" y="1388"/>
                  </a:lnTo>
                  <a:lnTo>
                    <a:pt x="561" y="1388"/>
                  </a:lnTo>
                  <a:lnTo>
                    <a:pt x="439" y="1534"/>
                  </a:lnTo>
                  <a:lnTo>
                    <a:pt x="342" y="1656"/>
                  </a:lnTo>
                  <a:lnTo>
                    <a:pt x="244" y="1802"/>
                  </a:lnTo>
                  <a:lnTo>
                    <a:pt x="171" y="1973"/>
                  </a:lnTo>
                  <a:lnTo>
                    <a:pt x="98" y="2119"/>
                  </a:lnTo>
                  <a:lnTo>
                    <a:pt x="49" y="2289"/>
                  </a:lnTo>
                  <a:lnTo>
                    <a:pt x="25" y="2436"/>
                  </a:lnTo>
                  <a:lnTo>
                    <a:pt x="1" y="2606"/>
                  </a:lnTo>
                  <a:lnTo>
                    <a:pt x="1" y="2776"/>
                  </a:lnTo>
                  <a:lnTo>
                    <a:pt x="25" y="2947"/>
                  </a:lnTo>
                  <a:lnTo>
                    <a:pt x="49" y="3117"/>
                  </a:lnTo>
                  <a:lnTo>
                    <a:pt x="98" y="3264"/>
                  </a:lnTo>
                  <a:lnTo>
                    <a:pt x="147" y="3434"/>
                  </a:lnTo>
                  <a:lnTo>
                    <a:pt x="220" y="3580"/>
                  </a:lnTo>
                  <a:lnTo>
                    <a:pt x="317" y="3726"/>
                  </a:lnTo>
                  <a:lnTo>
                    <a:pt x="415" y="3872"/>
                  </a:lnTo>
                  <a:lnTo>
                    <a:pt x="731" y="418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41"/>
            <p:cNvSpPr/>
            <p:nvPr/>
          </p:nvSpPr>
          <p:spPr>
            <a:xfrm>
              <a:off x="1988225" y="4539200"/>
              <a:ext cx="156500" cy="156500"/>
            </a:xfrm>
            <a:custGeom>
              <a:rect b="b" l="l" r="r" t="t"/>
              <a:pathLst>
                <a:path extrusionOk="0" fill="none" h="6260" w="626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4"/>
                  </a:lnTo>
                  <a:lnTo>
                    <a:pt x="6041" y="4725"/>
                  </a:lnTo>
                  <a:lnTo>
                    <a:pt x="6138" y="4506"/>
                  </a:lnTo>
                  <a:lnTo>
                    <a:pt x="6187" y="4287"/>
                  </a:lnTo>
                  <a:lnTo>
                    <a:pt x="6235" y="4043"/>
                  </a:lnTo>
                  <a:lnTo>
                    <a:pt x="6260" y="3824"/>
                  </a:lnTo>
                  <a:lnTo>
                    <a:pt x="6260" y="3581"/>
                  </a:lnTo>
                  <a:lnTo>
                    <a:pt x="6235" y="3361"/>
                  </a:lnTo>
                  <a:lnTo>
                    <a:pt x="6187" y="3118"/>
                  </a:lnTo>
                  <a:lnTo>
                    <a:pt x="6138" y="2899"/>
                  </a:lnTo>
                  <a:lnTo>
                    <a:pt x="6041" y="2679"/>
                  </a:lnTo>
                  <a:lnTo>
                    <a:pt x="5943" y="2460"/>
                  </a:lnTo>
                  <a:lnTo>
                    <a:pt x="5821" y="2265"/>
                  </a:lnTo>
                  <a:lnTo>
                    <a:pt x="5675" y="2071"/>
                  </a:lnTo>
                  <a:lnTo>
                    <a:pt x="5505" y="1900"/>
                  </a:lnTo>
                  <a:lnTo>
                    <a:pt x="5505" y="1900"/>
                  </a:lnTo>
                  <a:lnTo>
                    <a:pt x="5286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3" y="1145"/>
                  </a:lnTo>
                  <a:lnTo>
                    <a:pt x="3849" y="975"/>
                  </a:lnTo>
                  <a:lnTo>
                    <a:pt x="3410" y="804"/>
                  </a:lnTo>
                  <a:lnTo>
                    <a:pt x="2485" y="487"/>
                  </a:lnTo>
                  <a:lnTo>
                    <a:pt x="1608" y="244"/>
                  </a:lnTo>
                  <a:lnTo>
                    <a:pt x="853" y="73"/>
                  </a:lnTo>
                  <a:lnTo>
                    <a:pt x="536" y="25"/>
                  </a:lnTo>
                  <a:lnTo>
                    <a:pt x="293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1" y="122"/>
                  </a:lnTo>
                  <a:lnTo>
                    <a:pt x="1" y="293"/>
                  </a:lnTo>
                  <a:lnTo>
                    <a:pt x="25" y="536"/>
                  </a:lnTo>
                  <a:lnTo>
                    <a:pt x="74" y="853"/>
                  </a:lnTo>
                  <a:lnTo>
                    <a:pt x="244" y="1608"/>
                  </a:lnTo>
                  <a:lnTo>
                    <a:pt x="488" y="2485"/>
                  </a:lnTo>
                  <a:lnTo>
                    <a:pt x="804" y="3410"/>
                  </a:lnTo>
                  <a:lnTo>
                    <a:pt x="975" y="3848"/>
                  </a:lnTo>
                  <a:lnTo>
                    <a:pt x="1145" y="4262"/>
                  </a:lnTo>
                  <a:lnTo>
                    <a:pt x="1316" y="4652"/>
                  </a:lnTo>
                  <a:lnTo>
                    <a:pt x="1511" y="4993"/>
                  </a:lnTo>
                  <a:lnTo>
                    <a:pt x="1705" y="5285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1" y="5675"/>
                  </a:lnTo>
                  <a:lnTo>
                    <a:pt x="2266" y="5821"/>
                  </a:lnTo>
                  <a:lnTo>
                    <a:pt x="2460" y="5943"/>
                  </a:lnTo>
                  <a:lnTo>
                    <a:pt x="2680" y="6040"/>
                  </a:lnTo>
                  <a:lnTo>
                    <a:pt x="2899" y="6138"/>
                  </a:lnTo>
                  <a:lnTo>
                    <a:pt x="3118" y="6187"/>
                  </a:lnTo>
                  <a:lnTo>
                    <a:pt x="3362" y="6235"/>
                  </a:lnTo>
                  <a:lnTo>
                    <a:pt x="3581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0"/>
                  </a:lnTo>
                  <a:lnTo>
                    <a:pt x="4945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41"/>
            <p:cNvSpPr/>
            <p:nvPr/>
          </p:nvSpPr>
          <p:spPr>
            <a:xfrm>
              <a:off x="2042425" y="4286525"/>
              <a:ext cx="239300" cy="236250"/>
            </a:xfrm>
            <a:custGeom>
              <a:rect b="b" l="l" r="r" t="t"/>
              <a:pathLst>
                <a:path extrusionOk="0" fill="none" h="9450" w="9572">
                  <a:moveTo>
                    <a:pt x="5358" y="9450"/>
                  </a:moveTo>
                  <a:lnTo>
                    <a:pt x="5358" y="9450"/>
                  </a:lnTo>
                  <a:lnTo>
                    <a:pt x="5650" y="9328"/>
                  </a:lnTo>
                  <a:lnTo>
                    <a:pt x="5918" y="9133"/>
                  </a:lnTo>
                  <a:lnTo>
                    <a:pt x="6162" y="8914"/>
                  </a:lnTo>
                  <a:lnTo>
                    <a:pt x="6381" y="8646"/>
                  </a:lnTo>
                  <a:lnTo>
                    <a:pt x="6381" y="8646"/>
                  </a:lnTo>
                  <a:lnTo>
                    <a:pt x="6649" y="8670"/>
                  </a:lnTo>
                  <a:lnTo>
                    <a:pt x="6917" y="8670"/>
                  </a:lnTo>
                  <a:lnTo>
                    <a:pt x="7160" y="8646"/>
                  </a:lnTo>
                  <a:lnTo>
                    <a:pt x="7404" y="8597"/>
                  </a:lnTo>
                  <a:lnTo>
                    <a:pt x="7623" y="8524"/>
                  </a:lnTo>
                  <a:lnTo>
                    <a:pt x="7818" y="8427"/>
                  </a:lnTo>
                  <a:lnTo>
                    <a:pt x="7989" y="8305"/>
                  </a:lnTo>
                  <a:lnTo>
                    <a:pt x="8159" y="8159"/>
                  </a:lnTo>
                  <a:lnTo>
                    <a:pt x="8305" y="7989"/>
                  </a:lnTo>
                  <a:lnTo>
                    <a:pt x="8427" y="7794"/>
                  </a:lnTo>
                  <a:lnTo>
                    <a:pt x="8524" y="7599"/>
                  </a:lnTo>
                  <a:lnTo>
                    <a:pt x="8597" y="7380"/>
                  </a:lnTo>
                  <a:lnTo>
                    <a:pt x="8670" y="7160"/>
                  </a:lnTo>
                  <a:lnTo>
                    <a:pt x="8695" y="6917"/>
                  </a:lnTo>
                  <a:lnTo>
                    <a:pt x="8695" y="6649"/>
                  </a:lnTo>
                  <a:lnTo>
                    <a:pt x="8670" y="6381"/>
                  </a:lnTo>
                  <a:lnTo>
                    <a:pt x="8670" y="6381"/>
                  </a:lnTo>
                  <a:lnTo>
                    <a:pt x="8865" y="6211"/>
                  </a:lnTo>
                  <a:lnTo>
                    <a:pt x="9060" y="6016"/>
                  </a:lnTo>
                  <a:lnTo>
                    <a:pt x="9206" y="5821"/>
                  </a:lnTo>
                  <a:lnTo>
                    <a:pt x="9328" y="5626"/>
                  </a:lnTo>
                  <a:lnTo>
                    <a:pt x="9425" y="5407"/>
                  </a:lnTo>
                  <a:lnTo>
                    <a:pt x="9499" y="5212"/>
                  </a:lnTo>
                  <a:lnTo>
                    <a:pt x="9547" y="4993"/>
                  </a:lnTo>
                  <a:lnTo>
                    <a:pt x="9572" y="4774"/>
                  </a:lnTo>
                  <a:lnTo>
                    <a:pt x="9547" y="4554"/>
                  </a:lnTo>
                  <a:lnTo>
                    <a:pt x="9499" y="4335"/>
                  </a:lnTo>
                  <a:lnTo>
                    <a:pt x="9425" y="4116"/>
                  </a:lnTo>
                  <a:lnTo>
                    <a:pt x="9328" y="3921"/>
                  </a:lnTo>
                  <a:lnTo>
                    <a:pt x="9206" y="3702"/>
                  </a:lnTo>
                  <a:lnTo>
                    <a:pt x="9060" y="3507"/>
                  </a:lnTo>
                  <a:lnTo>
                    <a:pt x="8865" y="3337"/>
                  </a:lnTo>
                  <a:lnTo>
                    <a:pt x="8670" y="3166"/>
                  </a:lnTo>
                  <a:lnTo>
                    <a:pt x="8670" y="3166"/>
                  </a:lnTo>
                  <a:lnTo>
                    <a:pt x="8695" y="2898"/>
                  </a:lnTo>
                  <a:lnTo>
                    <a:pt x="8695" y="2630"/>
                  </a:lnTo>
                  <a:lnTo>
                    <a:pt x="8670" y="2387"/>
                  </a:lnTo>
                  <a:lnTo>
                    <a:pt x="8597" y="2143"/>
                  </a:lnTo>
                  <a:lnTo>
                    <a:pt x="8524" y="1924"/>
                  </a:lnTo>
                  <a:lnTo>
                    <a:pt x="8427" y="1729"/>
                  </a:lnTo>
                  <a:lnTo>
                    <a:pt x="8305" y="1559"/>
                  </a:lnTo>
                  <a:lnTo>
                    <a:pt x="8159" y="1388"/>
                  </a:lnTo>
                  <a:lnTo>
                    <a:pt x="7989" y="1242"/>
                  </a:lnTo>
                  <a:lnTo>
                    <a:pt x="7818" y="1120"/>
                  </a:lnTo>
                  <a:lnTo>
                    <a:pt x="7623" y="1023"/>
                  </a:lnTo>
                  <a:lnTo>
                    <a:pt x="7404" y="950"/>
                  </a:lnTo>
                  <a:lnTo>
                    <a:pt x="7160" y="901"/>
                  </a:lnTo>
                  <a:lnTo>
                    <a:pt x="6917" y="853"/>
                  </a:lnTo>
                  <a:lnTo>
                    <a:pt x="6649" y="853"/>
                  </a:lnTo>
                  <a:lnTo>
                    <a:pt x="6381" y="901"/>
                  </a:lnTo>
                  <a:lnTo>
                    <a:pt x="6381" y="901"/>
                  </a:lnTo>
                  <a:lnTo>
                    <a:pt x="6211" y="682"/>
                  </a:lnTo>
                  <a:lnTo>
                    <a:pt x="6040" y="487"/>
                  </a:lnTo>
                  <a:lnTo>
                    <a:pt x="5845" y="341"/>
                  </a:lnTo>
                  <a:lnTo>
                    <a:pt x="5626" y="219"/>
                  </a:lnTo>
                  <a:lnTo>
                    <a:pt x="5431" y="122"/>
                  </a:lnTo>
                  <a:lnTo>
                    <a:pt x="5212" y="49"/>
                  </a:lnTo>
                  <a:lnTo>
                    <a:pt x="4993" y="0"/>
                  </a:lnTo>
                  <a:lnTo>
                    <a:pt x="4774" y="0"/>
                  </a:lnTo>
                  <a:lnTo>
                    <a:pt x="4555" y="0"/>
                  </a:lnTo>
                  <a:lnTo>
                    <a:pt x="4335" y="49"/>
                  </a:lnTo>
                  <a:lnTo>
                    <a:pt x="4140" y="122"/>
                  </a:lnTo>
                  <a:lnTo>
                    <a:pt x="3921" y="219"/>
                  </a:lnTo>
                  <a:lnTo>
                    <a:pt x="3726" y="341"/>
                  </a:lnTo>
                  <a:lnTo>
                    <a:pt x="3532" y="487"/>
                  </a:lnTo>
                  <a:lnTo>
                    <a:pt x="3337" y="682"/>
                  </a:lnTo>
                  <a:lnTo>
                    <a:pt x="3166" y="901"/>
                  </a:lnTo>
                  <a:lnTo>
                    <a:pt x="3166" y="901"/>
                  </a:lnTo>
                  <a:lnTo>
                    <a:pt x="2898" y="853"/>
                  </a:lnTo>
                  <a:lnTo>
                    <a:pt x="2655" y="853"/>
                  </a:lnTo>
                  <a:lnTo>
                    <a:pt x="2387" y="901"/>
                  </a:lnTo>
                  <a:lnTo>
                    <a:pt x="2168" y="950"/>
                  </a:lnTo>
                  <a:lnTo>
                    <a:pt x="1949" y="1023"/>
                  </a:lnTo>
                  <a:lnTo>
                    <a:pt x="1754" y="1120"/>
                  </a:lnTo>
                  <a:lnTo>
                    <a:pt x="1559" y="1242"/>
                  </a:lnTo>
                  <a:lnTo>
                    <a:pt x="1388" y="1388"/>
                  </a:lnTo>
                  <a:lnTo>
                    <a:pt x="1267" y="1559"/>
                  </a:lnTo>
                  <a:lnTo>
                    <a:pt x="1120" y="1729"/>
                  </a:lnTo>
                  <a:lnTo>
                    <a:pt x="1023" y="1924"/>
                  </a:lnTo>
                  <a:lnTo>
                    <a:pt x="950" y="2143"/>
                  </a:lnTo>
                  <a:lnTo>
                    <a:pt x="901" y="2387"/>
                  </a:lnTo>
                  <a:lnTo>
                    <a:pt x="877" y="2630"/>
                  </a:lnTo>
                  <a:lnTo>
                    <a:pt x="877" y="2898"/>
                  </a:lnTo>
                  <a:lnTo>
                    <a:pt x="901" y="3166"/>
                  </a:lnTo>
                  <a:lnTo>
                    <a:pt x="901" y="3166"/>
                  </a:lnTo>
                  <a:lnTo>
                    <a:pt x="682" y="3337"/>
                  </a:lnTo>
                  <a:lnTo>
                    <a:pt x="512" y="3507"/>
                  </a:lnTo>
                  <a:lnTo>
                    <a:pt x="341" y="3702"/>
                  </a:lnTo>
                  <a:lnTo>
                    <a:pt x="219" y="3921"/>
                  </a:lnTo>
                  <a:lnTo>
                    <a:pt x="122" y="4116"/>
                  </a:lnTo>
                  <a:lnTo>
                    <a:pt x="49" y="4335"/>
                  </a:lnTo>
                  <a:lnTo>
                    <a:pt x="24" y="4554"/>
                  </a:lnTo>
                  <a:lnTo>
                    <a:pt x="0" y="4774"/>
                  </a:lnTo>
                  <a:lnTo>
                    <a:pt x="24" y="4993"/>
                  </a:lnTo>
                  <a:lnTo>
                    <a:pt x="49" y="5212"/>
                  </a:lnTo>
                  <a:lnTo>
                    <a:pt x="122" y="5407"/>
                  </a:lnTo>
                  <a:lnTo>
                    <a:pt x="219" y="5626"/>
                  </a:lnTo>
                  <a:lnTo>
                    <a:pt x="341" y="5821"/>
                  </a:lnTo>
                  <a:lnTo>
                    <a:pt x="512" y="6016"/>
                  </a:lnTo>
                  <a:lnTo>
                    <a:pt x="682" y="6211"/>
                  </a:lnTo>
                  <a:lnTo>
                    <a:pt x="901" y="6381"/>
                  </a:lnTo>
                  <a:lnTo>
                    <a:pt x="901" y="6381"/>
                  </a:lnTo>
                  <a:lnTo>
                    <a:pt x="877" y="6649"/>
                  </a:lnTo>
                  <a:lnTo>
                    <a:pt x="877" y="6917"/>
                  </a:lnTo>
                  <a:lnTo>
                    <a:pt x="901" y="7160"/>
                  </a:lnTo>
                  <a:lnTo>
                    <a:pt x="950" y="7380"/>
                  </a:lnTo>
                  <a:lnTo>
                    <a:pt x="1023" y="7599"/>
                  </a:lnTo>
                  <a:lnTo>
                    <a:pt x="1120" y="7794"/>
                  </a:lnTo>
                  <a:lnTo>
                    <a:pt x="1267" y="7989"/>
                  </a:lnTo>
                  <a:lnTo>
                    <a:pt x="1388" y="8159"/>
                  </a:lnTo>
                  <a:lnTo>
                    <a:pt x="1559" y="8305"/>
                  </a:lnTo>
                  <a:lnTo>
                    <a:pt x="1754" y="8427"/>
                  </a:lnTo>
                  <a:lnTo>
                    <a:pt x="1949" y="8524"/>
                  </a:lnTo>
                  <a:lnTo>
                    <a:pt x="2168" y="8597"/>
                  </a:lnTo>
                  <a:lnTo>
                    <a:pt x="2387" y="8646"/>
                  </a:lnTo>
                  <a:lnTo>
                    <a:pt x="2655" y="8670"/>
                  </a:lnTo>
                  <a:lnTo>
                    <a:pt x="2898" y="8670"/>
                  </a:lnTo>
                  <a:lnTo>
                    <a:pt x="3166" y="8646"/>
                  </a:lnTo>
                  <a:lnTo>
                    <a:pt x="3166" y="8646"/>
                  </a:lnTo>
                  <a:lnTo>
                    <a:pt x="3410" y="8914"/>
                  </a:lnTo>
                  <a:lnTo>
                    <a:pt x="3653" y="9133"/>
                  </a:lnTo>
                  <a:lnTo>
                    <a:pt x="3921" y="9328"/>
                  </a:lnTo>
                  <a:lnTo>
                    <a:pt x="4189" y="945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41"/>
            <p:cNvSpPr/>
            <p:nvPr/>
          </p:nvSpPr>
          <p:spPr>
            <a:xfrm>
              <a:off x="2161750" y="4522750"/>
              <a:ext cx="25" cy="256975"/>
            </a:xfrm>
            <a:custGeom>
              <a:rect b="b" l="l" r="r" t="t"/>
              <a:pathLst>
                <a:path extrusionOk="0" fill="none" h="10279" w="1">
                  <a:moveTo>
                    <a:pt x="1" y="10279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41"/>
            <p:cNvSpPr/>
            <p:nvPr/>
          </p:nvSpPr>
          <p:spPr>
            <a:xfrm>
              <a:off x="2133750" y="4377850"/>
              <a:ext cx="56050" cy="56025"/>
            </a:xfrm>
            <a:custGeom>
              <a:rect b="b" l="l" r="r" t="t"/>
              <a:pathLst>
                <a:path extrusionOk="0" fill="none" h="2241" w="2242">
                  <a:moveTo>
                    <a:pt x="1121" y="2241"/>
                  </a:moveTo>
                  <a:lnTo>
                    <a:pt x="1121" y="2241"/>
                  </a:lnTo>
                  <a:lnTo>
                    <a:pt x="902" y="2217"/>
                  </a:lnTo>
                  <a:lnTo>
                    <a:pt x="682" y="2144"/>
                  </a:lnTo>
                  <a:lnTo>
                    <a:pt x="512" y="2046"/>
                  </a:lnTo>
                  <a:lnTo>
                    <a:pt x="341" y="1900"/>
                  </a:lnTo>
                  <a:lnTo>
                    <a:pt x="195" y="1754"/>
                  </a:lnTo>
                  <a:lnTo>
                    <a:pt x="98" y="1559"/>
                  </a:lnTo>
                  <a:lnTo>
                    <a:pt x="25" y="1340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901"/>
                  </a:lnTo>
                  <a:lnTo>
                    <a:pt x="98" y="682"/>
                  </a:lnTo>
                  <a:lnTo>
                    <a:pt x="195" y="487"/>
                  </a:lnTo>
                  <a:lnTo>
                    <a:pt x="341" y="317"/>
                  </a:lnTo>
                  <a:lnTo>
                    <a:pt x="512" y="195"/>
                  </a:lnTo>
                  <a:lnTo>
                    <a:pt x="682" y="98"/>
                  </a:lnTo>
                  <a:lnTo>
                    <a:pt x="902" y="25"/>
                  </a:lnTo>
                  <a:lnTo>
                    <a:pt x="1121" y="0"/>
                  </a:lnTo>
                  <a:lnTo>
                    <a:pt x="1121" y="0"/>
                  </a:lnTo>
                  <a:lnTo>
                    <a:pt x="1364" y="25"/>
                  </a:lnTo>
                  <a:lnTo>
                    <a:pt x="1559" y="98"/>
                  </a:lnTo>
                  <a:lnTo>
                    <a:pt x="1754" y="195"/>
                  </a:lnTo>
                  <a:lnTo>
                    <a:pt x="1924" y="317"/>
                  </a:lnTo>
                  <a:lnTo>
                    <a:pt x="2046" y="487"/>
                  </a:lnTo>
                  <a:lnTo>
                    <a:pt x="2168" y="682"/>
                  </a:lnTo>
                  <a:lnTo>
                    <a:pt x="2217" y="901"/>
                  </a:lnTo>
                  <a:lnTo>
                    <a:pt x="2241" y="1121"/>
                  </a:lnTo>
                  <a:lnTo>
                    <a:pt x="2241" y="1121"/>
                  </a:lnTo>
                  <a:lnTo>
                    <a:pt x="2217" y="1340"/>
                  </a:lnTo>
                  <a:lnTo>
                    <a:pt x="2168" y="1559"/>
                  </a:lnTo>
                  <a:lnTo>
                    <a:pt x="2046" y="1754"/>
                  </a:lnTo>
                  <a:lnTo>
                    <a:pt x="1924" y="1900"/>
                  </a:lnTo>
                  <a:lnTo>
                    <a:pt x="1754" y="2046"/>
                  </a:lnTo>
                  <a:lnTo>
                    <a:pt x="1559" y="2144"/>
                  </a:lnTo>
                  <a:lnTo>
                    <a:pt x="1364" y="2217"/>
                  </a:lnTo>
                  <a:lnTo>
                    <a:pt x="1121" y="2241"/>
                  </a:lnTo>
                  <a:lnTo>
                    <a:pt x="1121" y="224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41"/>
            <p:cNvSpPr/>
            <p:nvPr/>
          </p:nvSpPr>
          <p:spPr>
            <a:xfrm>
              <a:off x="2038150" y="4589125"/>
              <a:ext cx="87100" cy="87100"/>
            </a:xfrm>
            <a:custGeom>
              <a:rect b="b" l="l" r="r" t="t"/>
              <a:pathLst>
                <a:path extrusionOk="0" fill="none" h="3484" w="3484">
                  <a:moveTo>
                    <a:pt x="1" y="0"/>
                  </a:moveTo>
                  <a:lnTo>
                    <a:pt x="3483" y="348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41"/>
            <p:cNvSpPr/>
            <p:nvPr/>
          </p:nvSpPr>
          <p:spPr>
            <a:xfrm>
              <a:off x="2194025" y="4564150"/>
              <a:ext cx="54825" cy="54825"/>
            </a:xfrm>
            <a:custGeom>
              <a:rect b="b" l="l" r="r" t="t"/>
              <a:pathLst>
                <a:path extrusionOk="0" fill="none" h="2193" w="2193">
                  <a:moveTo>
                    <a:pt x="2192" y="1"/>
                  </a:moveTo>
                  <a:lnTo>
                    <a:pt x="1" y="219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0" name="Google Shape;810;p41"/>
          <p:cNvGrpSpPr/>
          <p:nvPr/>
        </p:nvGrpSpPr>
        <p:grpSpPr>
          <a:xfrm>
            <a:off x="2067737" y="3759759"/>
            <a:ext cx="309640" cy="392030"/>
            <a:chOff x="2635450" y="4321225"/>
            <a:chExt cx="368400" cy="466425"/>
          </a:xfrm>
        </p:grpSpPr>
        <p:sp>
          <p:nvSpPr>
            <p:cNvPr id="811" name="Google Shape;811;p41"/>
            <p:cNvSpPr/>
            <p:nvPr/>
          </p:nvSpPr>
          <p:spPr>
            <a:xfrm>
              <a:off x="2635450" y="4653050"/>
              <a:ext cx="368400" cy="134600"/>
            </a:xfrm>
            <a:custGeom>
              <a:rect b="b" l="l" r="r" t="t"/>
              <a:pathLst>
                <a:path extrusionOk="0" fill="none" h="5384" w="14736">
                  <a:moveTo>
                    <a:pt x="6723" y="1"/>
                  </a:moveTo>
                  <a:lnTo>
                    <a:pt x="6723" y="1"/>
                  </a:lnTo>
                  <a:lnTo>
                    <a:pt x="6187" y="49"/>
                  </a:lnTo>
                  <a:lnTo>
                    <a:pt x="5651" y="147"/>
                  </a:lnTo>
                  <a:lnTo>
                    <a:pt x="5140" y="269"/>
                  </a:lnTo>
                  <a:lnTo>
                    <a:pt x="4628" y="415"/>
                  </a:lnTo>
                  <a:lnTo>
                    <a:pt x="4141" y="610"/>
                  </a:lnTo>
                  <a:lnTo>
                    <a:pt x="3678" y="829"/>
                  </a:lnTo>
                  <a:lnTo>
                    <a:pt x="3216" y="1072"/>
                  </a:lnTo>
                  <a:lnTo>
                    <a:pt x="2777" y="1340"/>
                  </a:lnTo>
                  <a:lnTo>
                    <a:pt x="2363" y="1633"/>
                  </a:lnTo>
                  <a:lnTo>
                    <a:pt x="1949" y="1949"/>
                  </a:lnTo>
                  <a:lnTo>
                    <a:pt x="1584" y="2290"/>
                  </a:lnTo>
                  <a:lnTo>
                    <a:pt x="1219" y="2655"/>
                  </a:lnTo>
                  <a:lnTo>
                    <a:pt x="878" y="3045"/>
                  </a:lnTo>
                  <a:lnTo>
                    <a:pt x="561" y="3459"/>
                  </a:lnTo>
                  <a:lnTo>
                    <a:pt x="269" y="3873"/>
                  </a:lnTo>
                  <a:lnTo>
                    <a:pt x="1" y="4312"/>
                  </a:lnTo>
                  <a:lnTo>
                    <a:pt x="1" y="4312"/>
                  </a:lnTo>
                  <a:lnTo>
                    <a:pt x="293" y="4433"/>
                  </a:lnTo>
                  <a:lnTo>
                    <a:pt x="610" y="4555"/>
                  </a:lnTo>
                  <a:lnTo>
                    <a:pt x="1316" y="4750"/>
                  </a:lnTo>
                  <a:lnTo>
                    <a:pt x="2120" y="4945"/>
                  </a:lnTo>
                  <a:lnTo>
                    <a:pt x="3045" y="5091"/>
                  </a:lnTo>
                  <a:lnTo>
                    <a:pt x="4019" y="5213"/>
                  </a:lnTo>
                  <a:lnTo>
                    <a:pt x="5091" y="5310"/>
                  </a:lnTo>
                  <a:lnTo>
                    <a:pt x="6211" y="5359"/>
                  </a:lnTo>
                  <a:lnTo>
                    <a:pt x="7356" y="5383"/>
                  </a:lnTo>
                  <a:lnTo>
                    <a:pt x="7356" y="5383"/>
                  </a:lnTo>
                  <a:lnTo>
                    <a:pt x="8525" y="5359"/>
                  </a:lnTo>
                  <a:lnTo>
                    <a:pt x="9645" y="5310"/>
                  </a:lnTo>
                  <a:lnTo>
                    <a:pt x="10717" y="5213"/>
                  </a:lnTo>
                  <a:lnTo>
                    <a:pt x="11691" y="5091"/>
                  </a:lnTo>
                  <a:lnTo>
                    <a:pt x="12617" y="4945"/>
                  </a:lnTo>
                  <a:lnTo>
                    <a:pt x="13420" y="4750"/>
                  </a:lnTo>
                  <a:lnTo>
                    <a:pt x="14127" y="4555"/>
                  </a:lnTo>
                  <a:lnTo>
                    <a:pt x="14443" y="4433"/>
                  </a:lnTo>
                  <a:lnTo>
                    <a:pt x="14736" y="4312"/>
                  </a:lnTo>
                  <a:lnTo>
                    <a:pt x="14736" y="4312"/>
                  </a:lnTo>
                  <a:lnTo>
                    <a:pt x="14468" y="3873"/>
                  </a:lnTo>
                  <a:lnTo>
                    <a:pt x="14175" y="3459"/>
                  </a:lnTo>
                  <a:lnTo>
                    <a:pt x="13859" y="3045"/>
                  </a:lnTo>
                  <a:lnTo>
                    <a:pt x="13518" y="2655"/>
                  </a:lnTo>
                  <a:lnTo>
                    <a:pt x="13153" y="2290"/>
                  </a:lnTo>
                  <a:lnTo>
                    <a:pt x="12787" y="1949"/>
                  </a:lnTo>
                  <a:lnTo>
                    <a:pt x="12373" y="1633"/>
                  </a:lnTo>
                  <a:lnTo>
                    <a:pt x="11959" y="1340"/>
                  </a:lnTo>
                  <a:lnTo>
                    <a:pt x="11521" y="1072"/>
                  </a:lnTo>
                  <a:lnTo>
                    <a:pt x="11058" y="829"/>
                  </a:lnTo>
                  <a:lnTo>
                    <a:pt x="10595" y="610"/>
                  </a:lnTo>
                  <a:lnTo>
                    <a:pt x="10108" y="415"/>
                  </a:lnTo>
                  <a:lnTo>
                    <a:pt x="9597" y="269"/>
                  </a:lnTo>
                  <a:lnTo>
                    <a:pt x="9085" y="147"/>
                  </a:lnTo>
                  <a:lnTo>
                    <a:pt x="8549" y="49"/>
                  </a:lnTo>
                  <a:lnTo>
                    <a:pt x="8014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41"/>
            <p:cNvSpPr/>
            <p:nvPr/>
          </p:nvSpPr>
          <p:spPr>
            <a:xfrm>
              <a:off x="2819350" y="4321225"/>
              <a:ext cx="25" cy="347075"/>
            </a:xfrm>
            <a:custGeom>
              <a:rect b="b" l="l" r="r" t="t"/>
              <a:pathLst>
                <a:path extrusionOk="0" fill="none" h="13883" w="1">
                  <a:moveTo>
                    <a:pt x="0" y="13883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41"/>
            <p:cNvSpPr/>
            <p:nvPr/>
          </p:nvSpPr>
          <p:spPr>
            <a:xfrm>
              <a:off x="2835175" y="4328525"/>
              <a:ext cx="114475" cy="114500"/>
            </a:xfrm>
            <a:custGeom>
              <a:rect b="b" l="l" r="r" t="t"/>
              <a:pathLst>
                <a:path extrusionOk="0" fill="none" h="4580" w="4579">
                  <a:moveTo>
                    <a:pt x="707" y="4190"/>
                  </a:moveTo>
                  <a:lnTo>
                    <a:pt x="707" y="4190"/>
                  </a:lnTo>
                  <a:lnTo>
                    <a:pt x="853" y="4287"/>
                  </a:lnTo>
                  <a:lnTo>
                    <a:pt x="999" y="4384"/>
                  </a:lnTo>
                  <a:lnTo>
                    <a:pt x="1145" y="4458"/>
                  </a:lnTo>
                  <a:lnTo>
                    <a:pt x="1315" y="4506"/>
                  </a:lnTo>
                  <a:lnTo>
                    <a:pt x="1462" y="4555"/>
                  </a:lnTo>
                  <a:lnTo>
                    <a:pt x="1632" y="4579"/>
                  </a:lnTo>
                  <a:lnTo>
                    <a:pt x="1803" y="4579"/>
                  </a:lnTo>
                  <a:lnTo>
                    <a:pt x="1973" y="4579"/>
                  </a:lnTo>
                  <a:lnTo>
                    <a:pt x="2143" y="4579"/>
                  </a:lnTo>
                  <a:lnTo>
                    <a:pt x="2290" y="4531"/>
                  </a:lnTo>
                  <a:lnTo>
                    <a:pt x="2460" y="4506"/>
                  </a:lnTo>
                  <a:lnTo>
                    <a:pt x="2606" y="4433"/>
                  </a:lnTo>
                  <a:lnTo>
                    <a:pt x="2777" y="4360"/>
                  </a:lnTo>
                  <a:lnTo>
                    <a:pt x="2923" y="4263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3"/>
                  </a:lnTo>
                  <a:lnTo>
                    <a:pt x="3459" y="3678"/>
                  </a:lnTo>
                  <a:lnTo>
                    <a:pt x="3605" y="3410"/>
                  </a:lnTo>
                  <a:lnTo>
                    <a:pt x="3727" y="3142"/>
                  </a:lnTo>
                  <a:lnTo>
                    <a:pt x="3994" y="2485"/>
                  </a:lnTo>
                  <a:lnTo>
                    <a:pt x="4214" y="1827"/>
                  </a:lnTo>
                  <a:lnTo>
                    <a:pt x="4384" y="1170"/>
                  </a:lnTo>
                  <a:lnTo>
                    <a:pt x="4506" y="634"/>
                  </a:lnTo>
                  <a:lnTo>
                    <a:pt x="4579" y="220"/>
                  </a:lnTo>
                  <a:lnTo>
                    <a:pt x="4579" y="98"/>
                  </a:lnTo>
                  <a:lnTo>
                    <a:pt x="4555" y="25"/>
                  </a:lnTo>
                  <a:lnTo>
                    <a:pt x="4555" y="25"/>
                  </a:lnTo>
                  <a:lnTo>
                    <a:pt x="4482" y="1"/>
                  </a:lnTo>
                  <a:lnTo>
                    <a:pt x="4360" y="25"/>
                  </a:lnTo>
                  <a:lnTo>
                    <a:pt x="3970" y="74"/>
                  </a:lnTo>
                  <a:lnTo>
                    <a:pt x="3410" y="195"/>
                  </a:lnTo>
                  <a:lnTo>
                    <a:pt x="2752" y="390"/>
                  </a:lnTo>
                  <a:lnTo>
                    <a:pt x="2095" y="609"/>
                  </a:lnTo>
                  <a:lnTo>
                    <a:pt x="1462" y="853"/>
                  </a:lnTo>
                  <a:lnTo>
                    <a:pt x="1169" y="975"/>
                  </a:lnTo>
                  <a:lnTo>
                    <a:pt x="926" y="1121"/>
                  </a:lnTo>
                  <a:lnTo>
                    <a:pt x="707" y="1267"/>
                  </a:lnTo>
                  <a:lnTo>
                    <a:pt x="536" y="1389"/>
                  </a:lnTo>
                  <a:lnTo>
                    <a:pt x="536" y="1389"/>
                  </a:lnTo>
                  <a:lnTo>
                    <a:pt x="414" y="1535"/>
                  </a:lnTo>
                  <a:lnTo>
                    <a:pt x="317" y="1657"/>
                  </a:lnTo>
                  <a:lnTo>
                    <a:pt x="219" y="1803"/>
                  </a:lnTo>
                  <a:lnTo>
                    <a:pt x="146" y="1973"/>
                  </a:lnTo>
                  <a:lnTo>
                    <a:pt x="98" y="2119"/>
                  </a:lnTo>
                  <a:lnTo>
                    <a:pt x="49" y="2290"/>
                  </a:lnTo>
                  <a:lnTo>
                    <a:pt x="0" y="2460"/>
                  </a:lnTo>
                  <a:lnTo>
                    <a:pt x="0" y="2607"/>
                  </a:lnTo>
                  <a:lnTo>
                    <a:pt x="0" y="2777"/>
                  </a:lnTo>
                  <a:lnTo>
                    <a:pt x="0" y="2948"/>
                  </a:lnTo>
                  <a:lnTo>
                    <a:pt x="25" y="3118"/>
                  </a:lnTo>
                  <a:lnTo>
                    <a:pt x="73" y="3264"/>
                  </a:lnTo>
                  <a:lnTo>
                    <a:pt x="146" y="3435"/>
                  </a:lnTo>
                  <a:lnTo>
                    <a:pt x="195" y="3581"/>
                  </a:lnTo>
                  <a:lnTo>
                    <a:pt x="293" y="3727"/>
                  </a:lnTo>
                  <a:lnTo>
                    <a:pt x="390" y="3873"/>
                  </a:lnTo>
                  <a:lnTo>
                    <a:pt x="707" y="419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41"/>
            <p:cNvSpPr/>
            <p:nvPr/>
          </p:nvSpPr>
          <p:spPr>
            <a:xfrm>
              <a:off x="2850400" y="4372975"/>
              <a:ext cx="54825" cy="54825"/>
            </a:xfrm>
            <a:custGeom>
              <a:rect b="b" l="l" r="r" t="t"/>
              <a:pathLst>
                <a:path extrusionOk="0" fill="none" h="2193" w="2193">
                  <a:moveTo>
                    <a:pt x="2192" y="0"/>
                  </a:moveTo>
                  <a:lnTo>
                    <a:pt x="0" y="219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41"/>
            <p:cNvSpPr/>
            <p:nvPr/>
          </p:nvSpPr>
          <p:spPr>
            <a:xfrm>
              <a:off x="2646425" y="4429600"/>
              <a:ext cx="156500" cy="156500"/>
            </a:xfrm>
            <a:custGeom>
              <a:rect b="b" l="l" r="r" t="t"/>
              <a:pathLst>
                <a:path extrusionOk="0" fill="none" h="6260" w="626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5"/>
                  </a:lnTo>
                  <a:lnTo>
                    <a:pt x="6040" y="4725"/>
                  </a:lnTo>
                  <a:lnTo>
                    <a:pt x="6138" y="4506"/>
                  </a:lnTo>
                  <a:lnTo>
                    <a:pt x="6186" y="4287"/>
                  </a:lnTo>
                  <a:lnTo>
                    <a:pt x="6235" y="4043"/>
                  </a:lnTo>
                  <a:lnTo>
                    <a:pt x="6259" y="3824"/>
                  </a:lnTo>
                  <a:lnTo>
                    <a:pt x="6259" y="3581"/>
                  </a:lnTo>
                  <a:lnTo>
                    <a:pt x="6235" y="3361"/>
                  </a:lnTo>
                  <a:lnTo>
                    <a:pt x="6186" y="3118"/>
                  </a:lnTo>
                  <a:lnTo>
                    <a:pt x="6138" y="2899"/>
                  </a:lnTo>
                  <a:lnTo>
                    <a:pt x="6040" y="2680"/>
                  </a:lnTo>
                  <a:lnTo>
                    <a:pt x="5943" y="2460"/>
                  </a:lnTo>
                  <a:lnTo>
                    <a:pt x="5821" y="2266"/>
                  </a:lnTo>
                  <a:lnTo>
                    <a:pt x="5675" y="2071"/>
                  </a:lnTo>
                  <a:lnTo>
                    <a:pt x="5504" y="1900"/>
                  </a:lnTo>
                  <a:lnTo>
                    <a:pt x="5504" y="1900"/>
                  </a:lnTo>
                  <a:lnTo>
                    <a:pt x="5285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2" y="1145"/>
                  </a:lnTo>
                  <a:lnTo>
                    <a:pt x="3848" y="975"/>
                  </a:lnTo>
                  <a:lnTo>
                    <a:pt x="3410" y="804"/>
                  </a:lnTo>
                  <a:lnTo>
                    <a:pt x="2484" y="488"/>
                  </a:lnTo>
                  <a:lnTo>
                    <a:pt x="1608" y="244"/>
                  </a:lnTo>
                  <a:lnTo>
                    <a:pt x="853" y="74"/>
                  </a:lnTo>
                  <a:lnTo>
                    <a:pt x="536" y="25"/>
                  </a:lnTo>
                  <a:lnTo>
                    <a:pt x="292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0" y="122"/>
                  </a:lnTo>
                  <a:lnTo>
                    <a:pt x="0" y="293"/>
                  </a:lnTo>
                  <a:lnTo>
                    <a:pt x="25" y="536"/>
                  </a:lnTo>
                  <a:lnTo>
                    <a:pt x="73" y="853"/>
                  </a:lnTo>
                  <a:lnTo>
                    <a:pt x="244" y="1608"/>
                  </a:lnTo>
                  <a:lnTo>
                    <a:pt x="487" y="2485"/>
                  </a:lnTo>
                  <a:lnTo>
                    <a:pt x="804" y="3410"/>
                  </a:lnTo>
                  <a:lnTo>
                    <a:pt x="974" y="3849"/>
                  </a:lnTo>
                  <a:lnTo>
                    <a:pt x="1145" y="4263"/>
                  </a:lnTo>
                  <a:lnTo>
                    <a:pt x="1315" y="4652"/>
                  </a:lnTo>
                  <a:lnTo>
                    <a:pt x="1510" y="4993"/>
                  </a:lnTo>
                  <a:lnTo>
                    <a:pt x="1705" y="5286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0" y="5675"/>
                  </a:lnTo>
                  <a:lnTo>
                    <a:pt x="2265" y="5821"/>
                  </a:lnTo>
                  <a:lnTo>
                    <a:pt x="2460" y="5943"/>
                  </a:lnTo>
                  <a:lnTo>
                    <a:pt x="2679" y="6041"/>
                  </a:lnTo>
                  <a:lnTo>
                    <a:pt x="2898" y="6138"/>
                  </a:lnTo>
                  <a:lnTo>
                    <a:pt x="3118" y="6187"/>
                  </a:lnTo>
                  <a:lnTo>
                    <a:pt x="3361" y="6235"/>
                  </a:lnTo>
                  <a:lnTo>
                    <a:pt x="3580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1"/>
                  </a:lnTo>
                  <a:lnTo>
                    <a:pt x="4944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41"/>
            <p:cNvSpPr/>
            <p:nvPr/>
          </p:nvSpPr>
          <p:spPr>
            <a:xfrm>
              <a:off x="2696350" y="4479525"/>
              <a:ext cx="87100" cy="87100"/>
            </a:xfrm>
            <a:custGeom>
              <a:rect b="b" l="l" r="r" t="t"/>
              <a:pathLst>
                <a:path extrusionOk="0" fill="none" h="3484" w="3484">
                  <a:moveTo>
                    <a:pt x="0" y="1"/>
                  </a:moveTo>
                  <a:lnTo>
                    <a:pt x="3483" y="348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7" name="Google Shape;817;p41"/>
          <p:cNvGrpSpPr/>
          <p:nvPr/>
        </p:nvGrpSpPr>
        <p:grpSpPr>
          <a:xfrm>
            <a:off x="5436146" y="3750030"/>
            <a:ext cx="342882" cy="383835"/>
            <a:chOff x="6643075" y="4309650"/>
            <a:chExt cx="407950" cy="456675"/>
          </a:xfrm>
        </p:grpSpPr>
        <p:sp>
          <p:nvSpPr>
            <p:cNvPr id="818" name="Google Shape;818;p41"/>
            <p:cNvSpPr/>
            <p:nvPr/>
          </p:nvSpPr>
          <p:spPr>
            <a:xfrm>
              <a:off x="6643075" y="4698125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16318" y="0"/>
                  </a:moveTo>
                  <a:lnTo>
                    <a:pt x="16318" y="0"/>
                  </a:lnTo>
                  <a:lnTo>
                    <a:pt x="16074" y="24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5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5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4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5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5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4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5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5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4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5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5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4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41"/>
            <p:cNvSpPr/>
            <p:nvPr/>
          </p:nvSpPr>
          <p:spPr>
            <a:xfrm>
              <a:off x="6643075" y="4727350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0" y="0"/>
                  </a:moveTo>
                  <a:lnTo>
                    <a:pt x="0" y="0"/>
                  </a:lnTo>
                  <a:lnTo>
                    <a:pt x="219" y="24"/>
                  </a:lnTo>
                  <a:lnTo>
                    <a:pt x="414" y="49"/>
                  </a:lnTo>
                  <a:lnTo>
                    <a:pt x="609" y="73"/>
                  </a:lnTo>
                  <a:lnTo>
                    <a:pt x="755" y="122"/>
                  </a:lnTo>
                  <a:lnTo>
                    <a:pt x="1023" y="244"/>
                  </a:lnTo>
                  <a:lnTo>
                    <a:pt x="1266" y="365"/>
                  </a:lnTo>
                  <a:lnTo>
                    <a:pt x="1266" y="365"/>
                  </a:lnTo>
                  <a:lnTo>
                    <a:pt x="1413" y="463"/>
                  </a:lnTo>
                  <a:lnTo>
                    <a:pt x="1583" y="536"/>
                  </a:lnTo>
                  <a:lnTo>
                    <a:pt x="1778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2289" y="585"/>
                  </a:lnTo>
                  <a:lnTo>
                    <a:pt x="2484" y="536"/>
                  </a:lnTo>
                  <a:lnTo>
                    <a:pt x="2655" y="463"/>
                  </a:lnTo>
                  <a:lnTo>
                    <a:pt x="2801" y="365"/>
                  </a:lnTo>
                  <a:lnTo>
                    <a:pt x="2801" y="365"/>
                  </a:lnTo>
                  <a:lnTo>
                    <a:pt x="3044" y="244"/>
                  </a:lnTo>
                  <a:lnTo>
                    <a:pt x="3312" y="122"/>
                  </a:lnTo>
                  <a:lnTo>
                    <a:pt x="3458" y="73"/>
                  </a:lnTo>
                  <a:lnTo>
                    <a:pt x="3653" y="49"/>
                  </a:lnTo>
                  <a:lnTo>
                    <a:pt x="3848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4311" y="24"/>
                  </a:lnTo>
                  <a:lnTo>
                    <a:pt x="4506" y="49"/>
                  </a:lnTo>
                  <a:lnTo>
                    <a:pt x="4676" y="73"/>
                  </a:lnTo>
                  <a:lnTo>
                    <a:pt x="4847" y="122"/>
                  </a:lnTo>
                  <a:lnTo>
                    <a:pt x="5115" y="244"/>
                  </a:lnTo>
                  <a:lnTo>
                    <a:pt x="5334" y="365"/>
                  </a:lnTo>
                  <a:lnTo>
                    <a:pt x="5334" y="365"/>
                  </a:lnTo>
                  <a:lnTo>
                    <a:pt x="5504" y="463"/>
                  </a:lnTo>
                  <a:lnTo>
                    <a:pt x="5675" y="536"/>
                  </a:lnTo>
                  <a:lnTo>
                    <a:pt x="5870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6357" y="585"/>
                  </a:lnTo>
                  <a:lnTo>
                    <a:pt x="6551" y="536"/>
                  </a:lnTo>
                  <a:lnTo>
                    <a:pt x="6722" y="463"/>
                  </a:lnTo>
                  <a:lnTo>
                    <a:pt x="6892" y="365"/>
                  </a:lnTo>
                  <a:lnTo>
                    <a:pt x="6892" y="365"/>
                  </a:lnTo>
                  <a:lnTo>
                    <a:pt x="7112" y="244"/>
                  </a:lnTo>
                  <a:lnTo>
                    <a:pt x="7380" y="122"/>
                  </a:lnTo>
                  <a:lnTo>
                    <a:pt x="7550" y="73"/>
                  </a:lnTo>
                  <a:lnTo>
                    <a:pt x="7721" y="49"/>
                  </a:lnTo>
                  <a:lnTo>
                    <a:pt x="7940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8378" y="24"/>
                  </a:lnTo>
                  <a:lnTo>
                    <a:pt x="8597" y="49"/>
                  </a:lnTo>
                  <a:lnTo>
                    <a:pt x="8768" y="73"/>
                  </a:lnTo>
                  <a:lnTo>
                    <a:pt x="8914" y="122"/>
                  </a:lnTo>
                  <a:lnTo>
                    <a:pt x="9206" y="244"/>
                  </a:lnTo>
                  <a:lnTo>
                    <a:pt x="9425" y="365"/>
                  </a:lnTo>
                  <a:lnTo>
                    <a:pt x="9425" y="365"/>
                  </a:lnTo>
                  <a:lnTo>
                    <a:pt x="9596" y="463"/>
                  </a:lnTo>
                  <a:lnTo>
                    <a:pt x="9766" y="536"/>
                  </a:lnTo>
                  <a:lnTo>
                    <a:pt x="9961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10448" y="585"/>
                  </a:lnTo>
                  <a:lnTo>
                    <a:pt x="10643" y="536"/>
                  </a:lnTo>
                  <a:lnTo>
                    <a:pt x="10814" y="463"/>
                  </a:lnTo>
                  <a:lnTo>
                    <a:pt x="10984" y="365"/>
                  </a:lnTo>
                  <a:lnTo>
                    <a:pt x="10984" y="365"/>
                  </a:lnTo>
                  <a:lnTo>
                    <a:pt x="11203" y="244"/>
                  </a:lnTo>
                  <a:lnTo>
                    <a:pt x="11471" y="122"/>
                  </a:lnTo>
                  <a:lnTo>
                    <a:pt x="11642" y="73"/>
                  </a:lnTo>
                  <a:lnTo>
                    <a:pt x="11812" y="49"/>
                  </a:lnTo>
                  <a:lnTo>
                    <a:pt x="12007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2470" y="24"/>
                  </a:lnTo>
                  <a:lnTo>
                    <a:pt x="12665" y="49"/>
                  </a:lnTo>
                  <a:lnTo>
                    <a:pt x="12859" y="73"/>
                  </a:lnTo>
                  <a:lnTo>
                    <a:pt x="13006" y="122"/>
                  </a:lnTo>
                  <a:lnTo>
                    <a:pt x="13273" y="244"/>
                  </a:lnTo>
                  <a:lnTo>
                    <a:pt x="13493" y="365"/>
                  </a:lnTo>
                  <a:lnTo>
                    <a:pt x="13493" y="365"/>
                  </a:lnTo>
                  <a:lnTo>
                    <a:pt x="13663" y="463"/>
                  </a:lnTo>
                  <a:lnTo>
                    <a:pt x="13834" y="536"/>
                  </a:lnTo>
                  <a:lnTo>
                    <a:pt x="14028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540" y="585"/>
                  </a:lnTo>
                  <a:lnTo>
                    <a:pt x="14735" y="536"/>
                  </a:lnTo>
                  <a:lnTo>
                    <a:pt x="14905" y="463"/>
                  </a:lnTo>
                  <a:lnTo>
                    <a:pt x="15051" y="365"/>
                  </a:lnTo>
                  <a:lnTo>
                    <a:pt x="15051" y="365"/>
                  </a:lnTo>
                  <a:lnTo>
                    <a:pt x="15295" y="244"/>
                  </a:lnTo>
                  <a:lnTo>
                    <a:pt x="15563" y="122"/>
                  </a:lnTo>
                  <a:lnTo>
                    <a:pt x="15709" y="73"/>
                  </a:lnTo>
                  <a:lnTo>
                    <a:pt x="15904" y="49"/>
                  </a:lnTo>
                  <a:lnTo>
                    <a:pt x="16099" y="24"/>
                  </a:lnTo>
                  <a:lnTo>
                    <a:pt x="1631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41"/>
            <p:cNvSpPr/>
            <p:nvPr/>
          </p:nvSpPr>
          <p:spPr>
            <a:xfrm>
              <a:off x="6643075" y="4751700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16318" y="0"/>
                  </a:moveTo>
                  <a:lnTo>
                    <a:pt x="16318" y="0"/>
                  </a:lnTo>
                  <a:lnTo>
                    <a:pt x="16074" y="25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6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6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5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5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6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6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5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5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6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6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5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5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6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6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41"/>
            <p:cNvSpPr/>
            <p:nvPr/>
          </p:nvSpPr>
          <p:spPr>
            <a:xfrm>
              <a:off x="6672900" y="4309650"/>
              <a:ext cx="348900" cy="376300"/>
            </a:xfrm>
            <a:custGeom>
              <a:rect b="b" l="l" r="r" t="t"/>
              <a:pathLst>
                <a:path extrusionOk="0" fill="none" h="15052" w="13956">
                  <a:moveTo>
                    <a:pt x="13347" y="6747"/>
                  </a:moveTo>
                  <a:lnTo>
                    <a:pt x="12470" y="6406"/>
                  </a:lnTo>
                  <a:lnTo>
                    <a:pt x="12470" y="3532"/>
                  </a:lnTo>
                  <a:lnTo>
                    <a:pt x="10790" y="3532"/>
                  </a:lnTo>
                  <a:lnTo>
                    <a:pt x="10790" y="2022"/>
                  </a:lnTo>
                  <a:lnTo>
                    <a:pt x="8427" y="2022"/>
                  </a:lnTo>
                  <a:lnTo>
                    <a:pt x="8427" y="1"/>
                  </a:lnTo>
                  <a:lnTo>
                    <a:pt x="6966" y="1"/>
                  </a:lnTo>
                  <a:lnTo>
                    <a:pt x="5505" y="1"/>
                  </a:lnTo>
                  <a:lnTo>
                    <a:pt x="5505" y="2022"/>
                  </a:lnTo>
                  <a:lnTo>
                    <a:pt x="3142" y="2022"/>
                  </a:lnTo>
                  <a:lnTo>
                    <a:pt x="3142" y="3532"/>
                  </a:lnTo>
                  <a:lnTo>
                    <a:pt x="1462" y="3532"/>
                  </a:lnTo>
                  <a:lnTo>
                    <a:pt x="1462" y="6406"/>
                  </a:lnTo>
                  <a:lnTo>
                    <a:pt x="585" y="6747"/>
                  </a:lnTo>
                  <a:lnTo>
                    <a:pt x="585" y="6747"/>
                  </a:lnTo>
                  <a:lnTo>
                    <a:pt x="414" y="6844"/>
                  </a:lnTo>
                  <a:lnTo>
                    <a:pt x="268" y="6966"/>
                  </a:lnTo>
                  <a:lnTo>
                    <a:pt x="147" y="7112"/>
                  </a:lnTo>
                  <a:lnTo>
                    <a:pt x="49" y="7258"/>
                  </a:lnTo>
                  <a:lnTo>
                    <a:pt x="0" y="7404"/>
                  </a:lnTo>
                  <a:lnTo>
                    <a:pt x="0" y="7575"/>
                  </a:lnTo>
                  <a:lnTo>
                    <a:pt x="0" y="7770"/>
                  </a:lnTo>
                  <a:lnTo>
                    <a:pt x="73" y="7965"/>
                  </a:lnTo>
                  <a:lnTo>
                    <a:pt x="1510" y="11277"/>
                  </a:lnTo>
                  <a:lnTo>
                    <a:pt x="1510" y="14833"/>
                  </a:lnTo>
                  <a:lnTo>
                    <a:pt x="1510" y="14833"/>
                  </a:lnTo>
                  <a:lnTo>
                    <a:pt x="1754" y="14711"/>
                  </a:lnTo>
                  <a:lnTo>
                    <a:pt x="2046" y="14589"/>
                  </a:lnTo>
                  <a:lnTo>
                    <a:pt x="2241" y="14540"/>
                  </a:lnTo>
                  <a:lnTo>
                    <a:pt x="2436" y="14516"/>
                  </a:lnTo>
                  <a:lnTo>
                    <a:pt x="2655" y="14492"/>
                  </a:lnTo>
                  <a:lnTo>
                    <a:pt x="2874" y="14467"/>
                  </a:lnTo>
                  <a:lnTo>
                    <a:pt x="2874" y="14467"/>
                  </a:lnTo>
                  <a:lnTo>
                    <a:pt x="3167" y="14492"/>
                  </a:lnTo>
                  <a:lnTo>
                    <a:pt x="3410" y="14516"/>
                  </a:lnTo>
                  <a:lnTo>
                    <a:pt x="3629" y="14565"/>
                  </a:lnTo>
                  <a:lnTo>
                    <a:pt x="3824" y="14638"/>
                  </a:lnTo>
                  <a:lnTo>
                    <a:pt x="4141" y="14760"/>
                  </a:lnTo>
                  <a:lnTo>
                    <a:pt x="4384" y="14906"/>
                  </a:lnTo>
                  <a:lnTo>
                    <a:pt x="4384" y="14906"/>
                  </a:lnTo>
                  <a:lnTo>
                    <a:pt x="4530" y="14979"/>
                  </a:lnTo>
                  <a:lnTo>
                    <a:pt x="4628" y="15028"/>
                  </a:lnTo>
                  <a:lnTo>
                    <a:pt x="4774" y="15052"/>
                  </a:lnTo>
                  <a:lnTo>
                    <a:pt x="4920" y="15052"/>
                  </a:lnTo>
                  <a:lnTo>
                    <a:pt x="4920" y="15052"/>
                  </a:lnTo>
                  <a:lnTo>
                    <a:pt x="5091" y="15052"/>
                  </a:lnTo>
                  <a:lnTo>
                    <a:pt x="5212" y="15028"/>
                  </a:lnTo>
                  <a:lnTo>
                    <a:pt x="5334" y="14979"/>
                  </a:lnTo>
                  <a:lnTo>
                    <a:pt x="5456" y="14906"/>
                  </a:lnTo>
                  <a:lnTo>
                    <a:pt x="5456" y="14906"/>
                  </a:lnTo>
                  <a:lnTo>
                    <a:pt x="5724" y="14760"/>
                  </a:lnTo>
                  <a:lnTo>
                    <a:pt x="6040" y="14638"/>
                  </a:lnTo>
                  <a:lnTo>
                    <a:pt x="6235" y="14565"/>
                  </a:lnTo>
                  <a:lnTo>
                    <a:pt x="6454" y="14516"/>
                  </a:lnTo>
                  <a:lnTo>
                    <a:pt x="6698" y="14492"/>
                  </a:lnTo>
                  <a:lnTo>
                    <a:pt x="6966" y="14467"/>
                  </a:lnTo>
                  <a:lnTo>
                    <a:pt x="6966" y="14467"/>
                  </a:lnTo>
                  <a:lnTo>
                    <a:pt x="7234" y="14492"/>
                  </a:lnTo>
                  <a:lnTo>
                    <a:pt x="7477" y="14516"/>
                  </a:lnTo>
                  <a:lnTo>
                    <a:pt x="7697" y="14565"/>
                  </a:lnTo>
                  <a:lnTo>
                    <a:pt x="7891" y="14638"/>
                  </a:lnTo>
                  <a:lnTo>
                    <a:pt x="8232" y="14760"/>
                  </a:lnTo>
                  <a:lnTo>
                    <a:pt x="8476" y="14906"/>
                  </a:lnTo>
                  <a:lnTo>
                    <a:pt x="8476" y="14906"/>
                  </a:lnTo>
                  <a:lnTo>
                    <a:pt x="8598" y="14979"/>
                  </a:lnTo>
                  <a:lnTo>
                    <a:pt x="8719" y="15028"/>
                  </a:lnTo>
                  <a:lnTo>
                    <a:pt x="8841" y="15052"/>
                  </a:lnTo>
                  <a:lnTo>
                    <a:pt x="9012" y="15052"/>
                  </a:lnTo>
                  <a:lnTo>
                    <a:pt x="9012" y="15052"/>
                  </a:lnTo>
                  <a:lnTo>
                    <a:pt x="9158" y="15052"/>
                  </a:lnTo>
                  <a:lnTo>
                    <a:pt x="9304" y="15028"/>
                  </a:lnTo>
                  <a:lnTo>
                    <a:pt x="9401" y="14979"/>
                  </a:lnTo>
                  <a:lnTo>
                    <a:pt x="9548" y="14906"/>
                  </a:lnTo>
                  <a:lnTo>
                    <a:pt x="9548" y="14906"/>
                  </a:lnTo>
                  <a:lnTo>
                    <a:pt x="9791" y="14760"/>
                  </a:lnTo>
                  <a:lnTo>
                    <a:pt x="10108" y="14638"/>
                  </a:lnTo>
                  <a:lnTo>
                    <a:pt x="10303" y="14565"/>
                  </a:lnTo>
                  <a:lnTo>
                    <a:pt x="10522" y="14516"/>
                  </a:lnTo>
                  <a:lnTo>
                    <a:pt x="10765" y="14492"/>
                  </a:lnTo>
                  <a:lnTo>
                    <a:pt x="11058" y="14467"/>
                  </a:lnTo>
                  <a:lnTo>
                    <a:pt x="11058" y="14467"/>
                  </a:lnTo>
                  <a:lnTo>
                    <a:pt x="11277" y="14492"/>
                  </a:lnTo>
                  <a:lnTo>
                    <a:pt x="11496" y="14516"/>
                  </a:lnTo>
                  <a:lnTo>
                    <a:pt x="11691" y="14540"/>
                  </a:lnTo>
                  <a:lnTo>
                    <a:pt x="11886" y="14589"/>
                  </a:lnTo>
                  <a:lnTo>
                    <a:pt x="12178" y="14711"/>
                  </a:lnTo>
                  <a:lnTo>
                    <a:pt x="12421" y="14833"/>
                  </a:lnTo>
                  <a:lnTo>
                    <a:pt x="12421" y="11277"/>
                  </a:lnTo>
                  <a:lnTo>
                    <a:pt x="13858" y="7965"/>
                  </a:lnTo>
                  <a:lnTo>
                    <a:pt x="13858" y="7965"/>
                  </a:lnTo>
                  <a:lnTo>
                    <a:pt x="13931" y="7770"/>
                  </a:lnTo>
                  <a:lnTo>
                    <a:pt x="13956" y="7575"/>
                  </a:lnTo>
                  <a:lnTo>
                    <a:pt x="13931" y="7404"/>
                  </a:lnTo>
                  <a:lnTo>
                    <a:pt x="13883" y="7258"/>
                  </a:lnTo>
                  <a:lnTo>
                    <a:pt x="13785" y="7112"/>
                  </a:lnTo>
                  <a:lnTo>
                    <a:pt x="13664" y="6966"/>
                  </a:lnTo>
                  <a:lnTo>
                    <a:pt x="13517" y="6844"/>
                  </a:lnTo>
                  <a:lnTo>
                    <a:pt x="13347" y="6747"/>
                  </a:lnTo>
                  <a:lnTo>
                    <a:pt x="13347" y="6747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41"/>
            <p:cNvSpPr/>
            <p:nvPr/>
          </p:nvSpPr>
          <p:spPr>
            <a:xfrm>
              <a:off x="6805625" y="4452725"/>
              <a:ext cx="15850" cy="28050"/>
            </a:xfrm>
            <a:custGeom>
              <a:rect b="b" l="l" r="r" t="t"/>
              <a:pathLst>
                <a:path extrusionOk="0" fill="none" h="1122" w="634">
                  <a:moveTo>
                    <a:pt x="317" y="1121"/>
                  </a:moveTo>
                  <a:lnTo>
                    <a:pt x="317" y="1121"/>
                  </a:lnTo>
                  <a:lnTo>
                    <a:pt x="244" y="1097"/>
                  </a:lnTo>
                  <a:lnTo>
                    <a:pt x="196" y="1073"/>
                  </a:lnTo>
                  <a:lnTo>
                    <a:pt x="123" y="1024"/>
                  </a:lnTo>
                  <a:lnTo>
                    <a:pt x="74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74" y="147"/>
                  </a:lnTo>
                  <a:lnTo>
                    <a:pt x="123" y="98"/>
                  </a:lnTo>
                  <a:lnTo>
                    <a:pt x="196" y="25"/>
                  </a:lnTo>
                  <a:lnTo>
                    <a:pt x="244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66" y="1"/>
                  </a:lnTo>
                  <a:lnTo>
                    <a:pt x="439" y="25"/>
                  </a:lnTo>
                  <a:lnTo>
                    <a:pt x="488" y="98"/>
                  </a:lnTo>
                  <a:lnTo>
                    <a:pt x="537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37" y="951"/>
                  </a:lnTo>
                  <a:lnTo>
                    <a:pt x="488" y="1024"/>
                  </a:lnTo>
                  <a:lnTo>
                    <a:pt x="439" y="1073"/>
                  </a:lnTo>
                  <a:lnTo>
                    <a:pt x="366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41"/>
            <p:cNvSpPr/>
            <p:nvPr/>
          </p:nvSpPr>
          <p:spPr>
            <a:xfrm>
              <a:off x="6872600" y="4452725"/>
              <a:ext cx="15875" cy="28050"/>
            </a:xfrm>
            <a:custGeom>
              <a:rect b="b" l="l" r="r" t="t"/>
              <a:pathLst>
                <a:path extrusionOk="0" fill="none" h="1122" w="635">
                  <a:moveTo>
                    <a:pt x="317" y="1121"/>
                  </a:moveTo>
                  <a:lnTo>
                    <a:pt x="317" y="1121"/>
                  </a:lnTo>
                  <a:lnTo>
                    <a:pt x="269" y="1097"/>
                  </a:lnTo>
                  <a:lnTo>
                    <a:pt x="196" y="1073"/>
                  </a:lnTo>
                  <a:lnTo>
                    <a:pt x="147" y="1024"/>
                  </a:lnTo>
                  <a:lnTo>
                    <a:pt x="98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98" y="147"/>
                  </a:lnTo>
                  <a:lnTo>
                    <a:pt x="147" y="98"/>
                  </a:lnTo>
                  <a:lnTo>
                    <a:pt x="196" y="25"/>
                  </a:lnTo>
                  <a:lnTo>
                    <a:pt x="269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90" y="1"/>
                  </a:lnTo>
                  <a:lnTo>
                    <a:pt x="464" y="25"/>
                  </a:lnTo>
                  <a:lnTo>
                    <a:pt x="512" y="98"/>
                  </a:lnTo>
                  <a:lnTo>
                    <a:pt x="561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61" y="951"/>
                  </a:lnTo>
                  <a:lnTo>
                    <a:pt x="512" y="1024"/>
                  </a:lnTo>
                  <a:lnTo>
                    <a:pt x="464" y="1073"/>
                  </a:lnTo>
                  <a:lnTo>
                    <a:pt x="390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41"/>
            <p:cNvSpPr/>
            <p:nvPr/>
          </p:nvSpPr>
          <p:spPr>
            <a:xfrm>
              <a:off x="6709425" y="4414975"/>
              <a:ext cx="275250" cy="54825"/>
            </a:xfrm>
            <a:custGeom>
              <a:rect b="b" l="l" r="r" t="t"/>
              <a:pathLst>
                <a:path extrusionOk="0" fill="none" h="2193" w="11010">
                  <a:moveTo>
                    <a:pt x="11009" y="2193"/>
                  </a:moveTo>
                  <a:lnTo>
                    <a:pt x="5505" y="1"/>
                  </a:lnTo>
                  <a:lnTo>
                    <a:pt x="1" y="219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41"/>
            <p:cNvSpPr/>
            <p:nvPr/>
          </p:nvSpPr>
          <p:spPr>
            <a:xfrm>
              <a:off x="6733175" y="4382725"/>
              <a:ext cx="227750" cy="37150"/>
            </a:xfrm>
            <a:custGeom>
              <a:rect b="b" l="l" r="r" t="t"/>
              <a:pathLst>
                <a:path extrusionOk="0" fill="none" h="1486" w="9110">
                  <a:moveTo>
                    <a:pt x="1" y="1486"/>
                  </a:moveTo>
                  <a:lnTo>
                    <a:pt x="1681" y="1486"/>
                  </a:lnTo>
                  <a:lnTo>
                    <a:pt x="1681" y="0"/>
                  </a:lnTo>
                  <a:lnTo>
                    <a:pt x="4555" y="0"/>
                  </a:lnTo>
                  <a:lnTo>
                    <a:pt x="7429" y="0"/>
                  </a:lnTo>
                  <a:lnTo>
                    <a:pt x="7429" y="1486"/>
                  </a:lnTo>
                  <a:lnTo>
                    <a:pt x="9109" y="1486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41"/>
            <p:cNvSpPr/>
            <p:nvPr/>
          </p:nvSpPr>
          <p:spPr>
            <a:xfrm>
              <a:off x="6847025" y="4414975"/>
              <a:ext cx="25" cy="145550"/>
            </a:xfrm>
            <a:custGeom>
              <a:rect b="b" l="l" r="r" t="t"/>
              <a:pathLst>
                <a:path extrusionOk="0" fill="none" h="5822" w="1">
                  <a:moveTo>
                    <a:pt x="1" y="1"/>
                  </a:moveTo>
                  <a:lnTo>
                    <a:pt x="1" y="582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7" name="Google Shape;827;p41"/>
          <p:cNvGrpSpPr/>
          <p:nvPr/>
        </p:nvGrpSpPr>
        <p:grpSpPr>
          <a:xfrm>
            <a:off x="4251419" y="4291984"/>
            <a:ext cx="452420" cy="433992"/>
            <a:chOff x="5233525" y="4954450"/>
            <a:chExt cx="538275" cy="516350"/>
          </a:xfrm>
        </p:grpSpPr>
        <p:sp>
          <p:nvSpPr>
            <p:cNvPr id="828" name="Google Shape;828;p41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41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41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41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41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41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41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41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41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41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41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9" name="Google Shape;839;p41"/>
          <p:cNvGrpSpPr/>
          <p:nvPr/>
        </p:nvGrpSpPr>
        <p:grpSpPr>
          <a:xfrm>
            <a:off x="3682338" y="4299654"/>
            <a:ext cx="460615" cy="418653"/>
            <a:chOff x="4556450" y="4963575"/>
            <a:chExt cx="548025" cy="498100"/>
          </a:xfrm>
        </p:grpSpPr>
        <p:sp>
          <p:nvSpPr>
            <p:cNvPr id="840" name="Google Shape;840;p41"/>
            <p:cNvSpPr/>
            <p:nvPr/>
          </p:nvSpPr>
          <p:spPr>
            <a:xfrm>
              <a:off x="4611850" y="5222350"/>
              <a:ext cx="436600" cy="239325"/>
            </a:xfrm>
            <a:custGeom>
              <a:rect b="b" l="l" r="r" t="t"/>
              <a:pathLst>
                <a:path extrusionOk="0" fill="none" h="9573" w="17464">
                  <a:moveTo>
                    <a:pt x="1" y="1"/>
                  </a:moveTo>
                  <a:lnTo>
                    <a:pt x="1" y="4677"/>
                  </a:lnTo>
                  <a:lnTo>
                    <a:pt x="8720" y="9572"/>
                  </a:lnTo>
                  <a:lnTo>
                    <a:pt x="17463" y="4677"/>
                  </a:lnTo>
                  <a:lnTo>
                    <a:pt x="1746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41"/>
            <p:cNvSpPr/>
            <p:nvPr/>
          </p:nvSpPr>
          <p:spPr>
            <a:xfrm>
              <a:off x="4612475" y="4963575"/>
              <a:ext cx="435975" cy="125450"/>
            </a:xfrm>
            <a:custGeom>
              <a:rect b="b" l="l" r="r" t="t"/>
              <a:pathLst>
                <a:path extrusionOk="0" fill="none" h="5018" w="17439">
                  <a:moveTo>
                    <a:pt x="17438" y="5018"/>
                  </a:moveTo>
                  <a:lnTo>
                    <a:pt x="8671" y="1"/>
                  </a:lnTo>
                  <a:lnTo>
                    <a:pt x="0" y="501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41"/>
            <p:cNvSpPr/>
            <p:nvPr/>
          </p:nvSpPr>
          <p:spPr>
            <a:xfrm>
              <a:off x="4556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8720" y="9037"/>
                  </a:moveTo>
                  <a:lnTo>
                    <a:pt x="1" y="4068"/>
                  </a:lnTo>
                  <a:lnTo>
                    <a:pt x="2241" y="1"/>
                  </a:lnTo>
                  <a:lnTo>
                    <a:pt x="10960" y="4969"/>
                  </a:lnTo>
                  <a:lnTo>
                    <a:pt x="8720" y="9037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41"/>
            <p:cNvSpPr/>
            <p:nvPr/>
          </p:nvSpPr>
          <p:spPr>
            <a:xfrm>
              <a:off x="4830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2241" y="9037"/>
                  </a:moveTo>
                  <a:lnTo>
                    <a:pt x="10960" y="4068"/>
                  </a:lnTo>
                  <a:lnTo>
                    <a:pt x="8719" y="1"/>
                  </a:lnTo>
                  <a:lnTo>
                    <a:pt x="0" y="4969"/>
                  </a:lnTo>
                  <a:lnTo>
                    <a:pt x="2241" y="9037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41"/>
            <p:cNvSpPr/>
            <p:nvPr/>
          </p:nvSpPr>
          <p:spPr>
            <a:xfrm>
              <a:off x="4830450" y="5213225"/>
              <a:ext cx="25" cy="248450"/>
            </a:xfrm>
            <a:custGeom>
              <a:rect b="b" l="l" r="r" t="t"/>
              <a:pathLst>
                <a:path extrusionOk="0" fill="none" h="9938" w="1">
                  <a:moveTo>
                    <a:pt x="0" y="0"/>
                  </a:moveTo>
                  <a:lnTo>
                    <a:pt x="0" y="9937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5" name="Google Shape;845;p41"/>
          <p:cNvGrpSpPr/>
          <p:nvPr/>
        </p:nvGrpSpPr>
        <p:grpSpPr>
          <a:xfrm>
            <a:off x="299620" y="4390239"/>
            <a:ext cx="445255" cy="246182"/>
            <a:chOff x="531800" y="5071350"/>
            <a:chExt cx="529750" cy="292900"/>
          </a:xfrm>
        </p:grpSpPr>
        <p:sp>
          <p:nvSpPr>
            <p:cNvPr id="846" name="Google Shape;846;p41"/>
            <p:cNvSpPr/>
            <p:nvPr/>
          </p:nvSpPr>
          <p:spPr>
            <a:xfrm>
              <a:off x="632875" y="5077450"/>
              <a:ext cx="272200" cy="185725"/>
            </a:xfrm>
            <a:custGeom>
              <a:rect b="b" l="l" r="r" t="t"/>
              <a:pathLst>
                <a:path extrusionOk="0" fill="none" h="7429" w="10888">
                  <a:moveTo>
                    <a:pt x="2947" y="0"/>
                  </a:moveTo>
                  <a:lnTo>
                    <a:pt x="6406" y="7428"/>
                  </a:lnTo>
                  <a:lnTo>
                    <a:pt x="10887" y="2314"/>
                  </a:lnTo>
                  <a:lnTo>
                    <a:pt x="4019" y="2314"/>
                  </a:lnTo>
                  <a:lnTo>
                    <a:pt x="0" y="7428"/>
                  </a:lnTo>
                  <a:lnTo>
                    <a:pt x="6406" y="742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41"/>
            <p:cNvSpPr/>
            <p:nvPr/>
          </p:nvSpPr>
          <p:spPr>
            <a:xfrm>
              <a:off x="886175" y="5071350"/>
              <a:ext cx="74300" cy="191825"/>
            </a:xfrm>
            <a:custGeom>
              <a:rect b="b" l="l" r="r" t="t"/>
              <a:pathLst>
                <a:path extrusionOk="0" fill="none" h="7673" w="2972">
                  <a:moveTo>
                    <a:pt x="2971" y="7672"/>
                  </a:moveTo>
                  <a:lnTo>
                    <a:pt x="0" y="1"/>
                  </a:lnTo>
                  <a:lnTo>
                    <a:pt x="1364" y="1"/>
                  </a:lnTo>
                  <a:lnTo>
                    <a:pt x="1364" y="1"/>
                  </a:lnTo>
                  <a:lnTo>
                    <a:pt x="1534" y="25"/>
                  </a:lnTo>
                  <a:lnTo>
                    <a:pt x="1681" y="49"/>
                  </a:lnTo>
                  <a:lnTo>
                    <a:pt x="1827" y="147"/>
                  </a:lnTo>
                  <a:lnTo>
                    <a:pt x="1875" y="195"/>
                  </a:lnTo>
                  <a:lnTo>
                    <a:pt x="1900" y="244"/>
                  </a:lnTo>
                  <a:lnTo>
                    <a:pt x="1924" y="342"/>
                  </a:lnTo>
                  <a:lnTo>
                    <a:pt x="1900" y="439"/>
                  </a:lnTo>
                  <a:lnTo>
                    <a:pt x="1851" y="536"/>
                  </a:lnTo>
                  <a:lnTo>
                    <a:pt x="1778" y="658"/>
                  </a:lnTo>
                  <a:lnTo>
                    <a:pt x="1656" y="804"/>
                  </a:lnTo>
                  <a:lnTo>
                    <a:pt x="1486" y="975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41"/>
            <p:cNvSpPr/>
            <p:nvPr/>
          </p:nvSpPr>
          <p:spPr>
            <a:xfrm>
              <a:off x="531800" y="5162075"/>
              <a:ext cx="202175" cy="202175"/>
            </a:xfrm>
            <a:custGeom>
              <a:rect b="b" l="l" r="r" t="t"/>
              <a:pathLst>
                <a:path extrusionOk="0" fill="none" h="8087" w="8087">
                  <a:moveTo>
                    <a:pt x="1" y="4043"/>
                  </a:moveTo>
                  <a:lnTo>
                    <a:pt x="1" y="4043"/>
                  </a:lnTo>
                  <a:lnTo>
                    <a:pt x="25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94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50" y="171"/>
                  </a:lnTo>
                  <a:lnTo>
                    <a:pt x="3240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8" y="25"/>
                  </a:lnTo>
                  <a:lnTo>
                    <a:pt x="4872" y="74"/>
                  </a:lnTo>
                  <a:lnTo>
                    <a:pt x="5237" y="171"/>
                  </a:lnTo>
                  <a:lnTo>
                    <a:pt x="5627" y="317"/>
                  </a:lnTo>
                  <a:lnTo>
                    <a:pt x="5968" y="488"/>
                  </a:lnTo>
                  <a:lnTo>
                    <a:pt x="6308" y="682"/>
                  </a:lnTo>
                  <a:lnTo>
                    <a:pt x="6625" y="926"/>
                  </a:lnTo>
                  <a:lnTo>
                    <a:pt x="6917" y="1170"/>
                  </a:lnTo>
                  <a:lnTo>
                    <a:pt x="7161" y="1462"/>
                  </a:lnTo>
                  <a:lnTo>
                    <a:pt x="7404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916" y="2826"/>
                  </a:lnTo>
                  <a:lnTo>
                    <a:pt x="8013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8013" y="4847"/>
                  </a:lnTo>
                  <a:lnTo>
                    <a:pt x="7916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404" y="6308"/>
                  </a:lnTo>
                  <a:lnTo>
                    <a:pt x="7161" y="6625"/>
                  </a:lnTo>
                  <a:lnTo>
                    <a:pt x="6917" y="6893"/>
                  </a:lnTo>
                  <a:lnTo>
                    <a:pt x="6625" y="7161"/>
                  </a:lnTo>
                  <a:lnTo>
                    <a:pt x="6308" y="7404"/>
                  </a:lnTo>
                  <a:lnTo>
                    <a:pt x="5968" y="7599"/>
                  </a:lnTo>
                  <a:lnTo>
                    <a:pt x="5627" y="7770"/>
                  </a:lnTo>
                  <a:lnTo>
                    <a:pt x="5237" y="7916"/>
                  </a:lnTo>
                  <a:lnTo>
                    <a:pt x="4872" y="8013"/>
                  </a:lnTo>
                  <a:lnTo>
                    <a:pt x="4458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40" y="8013"/>
                  </a:lnTo>
                  <a:lnTo>
                    <a:pt x="2850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94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25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41"/>
            <p:cNvSpPr/>
            <p:nvPr/>
          </p:nvSpPr>
          <p:spPr>
            <a:xfrm>
              <a:off x="859375" y="5162075"/>
              <a:ext cx="202175" cy="202175"/>
            </a:xfrm>
            <a:custGeom>
              <a:rect b="b" l="l" r="r" t="t"/>
              <a:pathLst>
                <a:path extrusionOk="0" fill="none" h="8087" w="8087">
                  <a:moveTo>
                    <a:pt x="1" y="4043"/>
                  </a:moveTo>
                  <a:lnTo>
                    <a:pt x="1" y="4043"/>
                  </a:lnTo>
                  <a:lnTo>
                    <a:pt x="1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70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26" y="171"/>
                  </a:lnTo>
                  <a:lnTo>
                    <a:pt x="3215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7" y="25"/>
                  </a:lnTo>
                  <a:lnTo>
                    <a:pt x="4847" y="74"/>
                  </a:lnTo>
                  <a:lnTo>
                    <a:pt x="5237" y="171"/>
                  </a:lnTo>
                  <a:lnTo>
                    <a:pt x="5602" y="317"/>
                  </a:lnTo>
                  <a:lnTo>
                    <a:pt x="5967" y="488"/>
                  </a:lnTo>
                  <a:lnTo>
                    <a:pt x="6308" y="682"/>
                  </a:lnTo>
                  <a:lnTo>
                    <a:pt x="6601" y="926"/>
                  </a:lnTo>
                  <a:lnTo>
                    <a:pt x="6893" y="1170"/>
                  </a:lnTo>
                  <a:lnTo>
                    <a:pt x="7161" y="1462"/>
                  </a:lnTo>
                  <a:lnTo>
                    <a:pt x="7380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892" y="2826"/>
                  </a:lnTo>
                  <a:lnTo>
                    <a:pt x="7989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7989" y="4847"/>
                  </a:lnTo>
                  <a:lnTo>
                    <a:pt x="7892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380" y="6308"/>
                  </a:lnTo>
                  <a:lnTo>
                    <a:pt x="7161" y="6625"/>
                  </a:lnTo>
                  <a:lnTo>
                    <a:pt x="6893" y="6893"/>
                  </a:lnTo>
                  <a:lnTo>
                    <a:pt x="6601" y="7161"/>
                  </a:lnTo>
                  <a:lnTo>
                    <a:pt x="6308" y="7404"/>
                  </a:lnTo>
                  <a:lnTo>
                    <a:pt x="5967" y="7599"/>
                  </a:lnTo>
                  <a:lnTo>
                    <a:pt x="5602" y="7770"/>
                  </a:lnTo>
                  <a:lnTo>
                    <a:pt x="5237" y="7916"/>
                  </a:lnTo>
                  <a:lnTo>
                    <a:pt x="4847" y="8013"/>
                  </a:lnTo>
                  <a:lnTo>
                    <a:pt x="4457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15" y="8013"/>
                  </a:lnTo>
                  <a:lnTo>
                    <a:pt x="2826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70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1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41"/>
            <p:cNvSpPr/>
            <p:nvPr/>
          </p:nvSpPr>
          <p:spPr>
            <a:xfrm>
              <a:off x="676100" y="5071350"/>
              <a:ext cx="86500" cy="7325"/>
            </a:xfrm>
            <a:custGeom>
              <a:rect b="b" l="l" r="r" t="t"/>
              <a:pathLst>
                <a:path extrusionOk="0" fill="none" h="293" w="3460">
                  <a:moveTo>
                    <a:pt x="1" y="1"/>
                  </a:moveTo>
                  <a:lnTo>
                    <a:pt x="3459" y="29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41"/>
            <p:cNvSpPr/>
            <p:nvPr/>
          </p:nvSpPr>
          <p:spPr>
            <a:xfrm>
              <a:off x="941575" y="5244275"/>
              <a:ext cx="37175" cy="37175"/>
            </a:xfrm>
            <a:custGeom>
              <a:rect b="b" l="l" r="r" t="t"/>
              <a:pathLst>
                <a:path extrusionOk="0" fill="none" h="1487" w="1487">
                  <a:moveTo>
                    <a:pt x="0" y="755"/>
                  </a:moveTo>
                  <a:lnTo>
                    <a:pt x="0" y="755"/>
                  </a:lnTo>
                  <a:lnTo>
                    <a:pt x="25" y="609"/>
                  </a:lnTo>
                  <a:lnTo>
                    <a:pt x="73" y="463"/>
                  </a:lnTo>
                  <a:lnTo>
                    <a:pt x="122" y="341"/>
                  </a:lnTo>
                  <a:lnTo>
                    <a:pt x="220" y="220"/>
                  </a:lnTo>
                  <a:lnTo>
                    <a:pt x="341" y="147"/>
                  </a:lnTo>
                  <a:lnTo>
                    <a:pt x="463" y="73"/>
                  </a:lnTo>
                  <a:lnTo>
                    <a:pt x="609" y="25"/>
                  </a:lnTo>
                  <a:lnTo>
                    <a:pt x="755" y="0"/>
                  </a:lnTo>
                  <a:lnTo>
                    <a:pt x="755" y="0"/>
                  </a:lnTo>
                  <a:lnTo>
                    <a:pt x="902" y="25"/>
                  </a:lnTo>
                  <a:lnTo>
                    <a:pt x="1048" y="73"/>
                  </a:lnTo>
                  <a:lnTo>
                    <a:pt x="1169" y="147"/>
                  </a:lnTo>
                  <a:lnTo>
                    <a:pt x="1267" y="220"/>
                  </a:lnTo>
                  <a:lnTo>
                    <a:pt x="1364" y="341"/>
                  </a:lnTo>
                  <a:lnTo>
                    <a:pt x="1437" y="463"/>
                  </a:lnTo>
                  <a:lnTo>
                    <a:pt x="1486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86" y="902"/>
                  </a:lnTo>
                  <a:lnTo>
                    <a:pt x="1437" y="1048"/>
                  </a:lnTo>
                  <a:lnTo>
                    <a:pt x="1364" y="1169"/>
                  </a:lnTo>
                  <a:lnTo>
                    <a:pt x="1267" y="1267"/>
                  </a:lnTo>
                  <a:lnTo>
                    <a:pt x="1169" y="1364"/>
                  </a:lnTo>
                  <a:lnTo>
                    <a:pt x="1048" y="1437"/>
                  </a:lnTo>
                  <a:lnTo>
                    <a:pt x="902" y="1486"/>
                  </a:lnTo>
                  <a:lnTo>
                    <a:pt x="755" y="1486"/>
                  </a:lnTo>
                  <a:lnTo>
                    <a:pt x="755" y="1486"/>
                  </a:lnTo>
                  <a:lnTo>
                    <a:pt x="609" y="1486"/>
                  </a:lnTo>
                  <a:lnTo>
                    <a:pt x="463" y="1437"/>
                  </a:lnTo>
                  <a:lnTo>
                    <a:pt x="341" y="1364"/>
                  </a:lnTo>
                  <a:lnTo>
                    <a:pt x="220" y="1267"/>
                  </a:lnTo>
                  <a:lnTo>
                    <a:pt x="122" y="1169"/>
                  </a:lnTo>
                  <a:lnTo>
                    <a:pt x="73" y="1048"/>
                  </a:lnTo>
                  <a:lnTo>
                    <a:pt x="25" y="902"/>
                  </a:lnTo>
                  <a:lnTo>
                    <a:pt x="0" y="755"/>
                  </a:lnTo>
                  <a:lnTo>
                    <a:pt x="0" y="75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41"/>
            <p:cNvSpPr/>
            <p:nvPr/>
          </p:nvSpPr>
          <p:spPr>
            <a:xfrm>
              <a:off x="614600" y="5244275"/>
              <a:ext cx="37175" cy="37175"/>
            </a:xfrm>
            <a:custGeom>
              <a:rect b="b" l="l" r="r" t="t"/>
              <a:pathLst>
                <a:path extrusionOk="0" fill="none" h="1487" w="1487">
                  <a:moveTo>
                    <a:pt x="1" y="755"/>
                  </a:moveTo>
                  <a:lnTo>
                    <a:pt x="1" y="755"/>
                  </a:lnTo>
                  <a:lnTo>
                    <a:pt x="1" y="609"/>
                  </a:lnTo>
                  <a:lnTo>
                    <a:pt x="50" y="463"/>
                  </a:lnTo>
                  <a:lnTo>
                    <a:pt x="123" y="341"/>
                  </a:lnTo>
                  <a:lnTo>
                    <a:pt x="220" y="220"/>
                  </a:lnTo>
                  <a:lnTo>
                    <a:pt x="317" y="147"/>
                  </a:lnTo>
                  <a:lnTo>
                    <a:pt x="439" y="73"/>
                  </a:lnTo>
                  <a:lnTo>
                    <a:pt x="585" y="25"/>
                  </a:lnTo>
                  <a:lnTo>
                    <a:pt x="731" y="0"/>
                  </a:lnTo>
                  <a:lnTo>
                    <a:pt x="731" y="0"/>
                  </a:lnTo>
                  <a:lnTo>
                    <a:pt x="878" y="25"/>
                  </a:lnTo>
                  <a:lnTo>
                    <a:pt x="1024" y="73"/>
                  </a:lnTo>
                  <a:lnTo>
                    <a:pt x="1146" y="147"/>
                  </a:lnTo>
                  <a:lnTo>
                    <a:pt x="1267" y="220"/>
                  </a:lnTo>
                  <a:lnTo>
                    <a:pt x="1340" y="341"/>
                  </a:lnTo>
                  <a:lnTo>
                    <a:pt x="1413" y="463"/>
                  </a:lnTo>
                  <a:lnTo>
                    <a:pt x="1462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62" y="902"/>
                  </a:lnTo>
                  <a:lnTo>
                    <a:pt x="1413" y="1048"/>
                  </a:lnTo>
                  <a:lnTo>
                    <a:pt x="1340" y="1169"/>
                  </a:lnTo>
                  <a:lnTo>
                    <a:pt x="1267" y="1267"/>
                  </a:lnTo>
                  <a:lnTo>
                    <a:pt x="1146" y="1364"/>
                  </a:lnTo>
                  <a:lnTo>
                    <a:pt x="1024" y="1437"/>
                  </a:lnTo>
                  <a:lnTo>
                    <a:pt x="878" y="1486"/>
                  </a:lnTo>
                  <a:lnTo>
                    <a:pt x="731" y="1486"/>
                  </a:lnTo>
                  <a:lnTo>
                    <a:pt x="731" y="1486"/>
                  </a:lnTo>
                  <a:lnTo>
                    <a:pt x="585" y="1486"/>
                  </a:lnTo>
                  <a:lnTo>
                    <a:pt x="439" y="1437"/>
                  </a:lnTo>
                  <a:lnTo>
                    <a:pt x="317" y="1364"/>
                  </a:lnTo>
                  <a:lnTo>
                    <a:pt x="220" y="1267"/>
                  </a:lnTo>
                  <a:lnTo>
                    <a:pt x="123" y="1169"/>
                  </a:lnTo>
                  <a:lnTo>
                    <a:pt x="50" y="1048"/>
                  </a:lnTo>
                  <a:lnTo>
                    <a:pt x="1" y="902"/>
                  </a:lnTo>
                  <a:lnTo>
                    <a:pt x="1" y="755"/>
                  </a:lnTo>
                  <a:lnTo>
                    <a:pt x="1" y="75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3" name="Google Shape;853;p41"/>
          <p:cNvGrpSpPr/>
          <p:nvPr/>
        </p:nvGrpSpPr>
        <p:grpSpPr>
          <a:xfrm>
            <a:off x="7243894" y="1803400"/>
            <a:ext cx="433992" cy="422729"/>
            <a:chOff x="5916675" y="927975"/>
            <a:chExt cx="516350" cy="502950"/>
          </a:xfrm>
        </p:grpSpPr>
        <p:sp>
          <p:nvSpPr>
            <p:cNvPr id="854" name="Google Shape;854;p41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381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41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381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6" name="Google Shape;856;p41"/>
          <p:cNvGrpSpPr/>
          <p:nvPr/>
        </p:nvGrpSpPr>
        <p:grpSpPr>
          <a:xfrm>
            <a:off x="6359914" y="2509302"/>
            <a:ext cx="1079481" cy="1051467"/>
            <a:chOff x="5916675" y="927975"/>
            <a:chExt cx="516350" cy="502950"/>
          </a:xfrm>
        </p:grpSpPr>
        <p:sp>
          <p:nvSpPr>
            <p:cNvPr id="857" name="Google Shape;857;p41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solidFill>
              <a:srgbClr val="FF0000"/>
            </a:solidFill>
            <a:ln cap="rnd" cmpd="sng" w="9525">
              <a:solidFill>
                <a:srgbClr val="FFFF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41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solidFill>
              <a:srgbClr val="FF0000"/>
            </a:solidFill>
            <a:ln cap="rnd" cmpd="sng" w="9525">
              <a:solidFill>
                <a:srgbClr val="FFFF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9" name="Google Shape;859;p41"/>
          <p:cNvGrpSpPr/>
          <p:nvPr/>
        </p:nvGrpSpPr>
        <p:grpSpPr>
          <a:xfrm>
            <a:off x="6360057" y="1803400"/>
            <a:ext cx="433992" cy="422729"/>
            <a:chOff x="5916675" y="927975"/>
            <a:chExt cx="516350" cy="502950"/>
          </a:xfrm>
        </p:grpSpPr>
        <p:sp>
          <p:nvSpPr>
            <p:cNvPr id="860" name="Google Shape;860;p41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1217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41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1217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2" name="Google Shape;862;p41"/>
          <p:cNvSpPr/>
          <p:nvPr/>
        </p:nvSpPr>
        <p:spPr>
          <a:xfrm>
            <a:off x="7436055" y="2039778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41"/>
          <p:cNvSpPr/>
          <p:nvPr/>
        </p:nvSpPr>
        <p:spPr>
          <a:xfrm>
            <a:off x="6552218" y="2039778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41"/>
          <p:cNvSpPr/>
          <p:nvPr/>
        </p:nvSpPr>
        <p:spPr>
          <a:xfrm>
            <a:off x="6837753" y="3097315"/>
            <a:ext cx="1000561" cy="565194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9525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4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" name="Google Shape;870;p42"/>
          <p:cNvGrpSpPr/>
          <p:nvPr/>
        </p:nvGrpSpPr>
        <p:grpSpPr>
          <a:xfrm>
            <a:off x="2345738" y="1550127"/>
            <a:ext cx="445718" cy="445753"/>
            <a:chOff x="3706812" y="1035050"/>
            <a:chExt cx="4792662" cy="4787899"/>
          </a:xfrm>
        </p:grpSpPr>
        <p:sp>
          <p:nvSpPr>
            <p:cNvPr id="871" name="Google Shape;871;p42"/>
            <p:cNvSpPr/>
            <p:nvPr/>
          </p:nvSpPr>
          <p:spPr>
            <a:xfrm>
              <a:off x="5913437" y="4054475"/>
              <a:ext cx="2273299" cy="1746250"/>
            </a:xfrm>
            <a:custGeom>
              <a:rect b="b" l="l" r="r" t="t"/>
              <a:pathLst>
                <a:path extrusionOk="0" h="397" w="517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42"/>
            <p:cNvSpPr/>
            <p:nvPr/>
          </p:nvSpPr>
          <p:spPr>
            <a:xfrm>
              <a:off x="4137025" y="4141787"/>
              <a:ext cx="2019301" cy="1681162"/>
            </a:xfrm>
            <a:custGeom>
              <a:rect b="b" l="l" r="r" t="t"/>
              <a:pathLst>
                <a:path extrusionOk="0" h="382" w="459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42"/>
            <p:cNvSpPr/>
            <p:nvPr/>
          </p:nvSpPr>
          <p:spPr>
            <a:xfrm>
              <a:off x="4014787" y="1057275"/>
              <a:ext cx="2276475" cy="1747837"/>
            </a:xfrm>
            <a:custGeom>
              <a:rect b="b" l="l" r="r" t="t"/>
              <a:pathLst>
                <a:path extrusionOk="0" h="397" w="518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42"/>
            <p:cNvSpPr/>
            <p:nvPr/>
          </p:nvSpPr>
          <p:spPr>
            <a:xfrm>
              <a:off x="3706812" y="2355850"/>
              <a:ext cx="1323975" cy="2309812"/>
            </a:xfrm>
            <a:custGeom>
              <a:rect b="b" l="l" r="r" t="t"/>
              <a:pathLst>
                <a:path extrusionOk="0" h="525" w="301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42"/>
            <p:cNvSpPr/>
            <p:nvPr/>
          </p:nvSpPr>
          <p:spPr>
            <a:xfrm>
              <a:off x="7170737" y="2192337"/>
              <a:ext cx="1328737" cy="2314575"/>
            </a:xfrm>
            <a:custGeom>
              <a:rect b="b" l="l" r="r" t="t"/>
              <a:pathLst>
                <a:path extrusionOk="0" h="526" w="302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42"/>
            <p:cNvSpPr/>
            <p:nvPr/>
          </p:nvSpPr>
          <p:spPr>
            <a:xfrm>
              <a:off x="6045200" y="1035050"/>
              <a:ext cx="2019301" cy="1685925"/>
            </a:xfrm>
            <a:custGeom>
              <a:rect b="b" l="l" r="r" t="t"/>
              <a:pathLst>
                <a:path extrusionOk="0" h="383" w="459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7" name="Google Shape;877;p42"/>
          <p:cNvGrpSpPr/>
          <p:nvPr/>
        </p:nvGrpSpPr>
        <p:grpSpPr>
          <a:xfrm>
            <a:off x="1066243" y="1550157"/>
            <a:ext cx="443331" cy="445437"/>
            <a:chOff x="1400175" y="1220787"/>
            <a:chExt cx="4473575" cy="4476750"/>
          </a:xfrm>
        </p:grpSpPr>
        <p:sp>
          <p:nvSpPr>
            <p:cNvPr id="878" name="Google Shape;878;p42"/>
            <p:cNvSpPr/>
            <p:nvPr/>
          </p:nvSpPr>
          <p:spPr>
            <a:xfrm>
              <a:off x="1400175" y="3135312"/>
              <a:ext cx="2132011" cy="2562226"/>
            </a:xfrm>
            <a:custGeom>
              <a:rect b="b" l="l" r="r" t="t"/>
              <a:pathLst>
                <a:path extrusionOk="0" h="574" w="478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42"/>
            <p:cNvSpPr/>
            <p:nvPr/>
          </p:nvSpPr>
          <p:spPr>
            <a:xfrm>
              <a:off x="3314700" y="3563937"/>
              <a:ext cx="2559050" cy="2133600"/>
            </a:xfrm>
            <a:custGeom>
              <a:rect b="b" l="l" r="r" t="t"/>
              <a:pathLst>
                <a:path extrusionOk="0" h="478" w="574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42"/>
            <p:cNvSpPr/>
            <p:nvPr/>
          </p:nvSpPr>
          <p:spPr>
            <a:xfrm>
              <a:off x="3741737" y="1223962"/>
              <a:ext cx="2132011" cy="2559050"/>
            </a:xfrm>
            <a:custGeom>
              <a:rect b="b" l="l" r="r" t="t"/>
              <a:pathLst>
                <a:path extrusionOk="0" h="573" w="478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42"/>
            <p:cNvSpPr/>
            <p:nvPr/>
          </p:nvSpPr>
          <p:spPr>
            <a:xfrm>
              <a:off x="1400175" y="1220787"/>
              <a:ext cx="2560637" cy="2133600"/>
            </a:xfrm>
            <a:custGeom>
              <a:rect b="b" l="l" r="r" t="t"/>
              <a:pathLst>
                <a:path extrusionOk="0" h="478" w="574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2" name="Google Shape;882;p42"/>
          <p:cNvGrpSpPr/>
          <p:nvPr/>
        </p:nvGrpSpPr>
        <p:grpSpPr>
          <a:xfrm>
            <a:off x="424896" y="1550171"/>
            <a:ext cx="446045" cy="445465"/>
            <a:chOff x="1649412" y="927100"/>
            <a:chExt cx="5011737" cy="5016500"/>
          </a:xfrm>
        </p:grpSpPr>
        <p:sp>
          <p:nvSpPr>
            <p:cNvPr id="883" name="Google Shape;883;p42"/>
            <p:cNvSpPr/>
            <p:nvPr/>
          </p:nvSpPr>
          <p:spPr>
            <a:xfrm>
              <a:off x="2008187" y="4025900"/>
              <a:ext cx="4252913" cy="1917700"/>
            </a:xfrm>
            <a:custGeom>
              <a:rect b="b" l="l" r="r" t="t"/>
              <a:pathLst>
                <a:path extrusionOk="0" h="450" w="999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42"/>
            <p:cNvSpPr/>
            <p:nvPr/>
          </p:nvSpPr>
          <p:spPr>
            <a:xfrm>
              <a:off x="4271962" y="931862"/>
              <a:ext cx="2389187" cy="3724276"/>
            </a:xfrm>
            <a:custGeom>
              <a:rect b="b" l="l" r="r" t="t"/>
              <a:pathLst>
                <a:path extrusionOk="0" h="874" w="561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42"/>
            <p:cNvSpPr/>
            <p:nvPr/>
          </p:nvSpPr>
          <p:spPr>
            <a:xfrm>
              <a:off x="1649412" y="927100"/>
              <a:ext cx="2870200" cy="3652836"/>
            </a:xfrm>
            <a:custGeom>
              <a:rect b="b" l="l" r="r" t="t"/>
              <a:pathLst>
                <a:path extrusionOk="0" h="857" w="674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6" name="Google Shape;886;p42"/>
          <p:cNvGrpSpPr/>
          <p:nvPr/>
        </p:nvGrpSpPr>
        <p:grpSpPr>
          <a:xfrm>
            <a:off x="1705247" y="1550424"/>
            <a:ext cx="444870" cy="445286"/>
            <a:chOff x="1301750" y="920750"/>
            <a:chExt cx="5095875" cy="5100637"/>
          </a:xfrm>
        </p:grpSpPr>
        <p:sp>
          <p:nvSpPr>
            <p:cNvPr id="887" name="Google Shape;887;p42"/>
            <p:cNvSpPr/>
            <p:nvPr/>
          </p:nvSpPr>
          <p:spPr>
            <a:xfrm>
              <a:off x="1301750" y="2546350"/>
              <a:ext cx="1801812" cy="2917825"/>
            </a:xfrm>
            <a:custGeom>
              <a:rect b="b" l="l" r="r" t="t"/>
              <a:pathLst>
                <a:path extrusionOk="0" h="655" w="405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42"/>
            <p:cNvSpPr/>
            <p:nvPr/>
          </p:nvSpPr>
          <p:spPr>
            <a:xfrm>
              <a:off x="2387600" y="4403725"/>
              <a:ext cx="2865436" cy="1617662"/>
            </a:xfrm>
            <a:custGeom>
              <a:rect b="b" l="l" r="r" t="t"/>
              <a:pathLst>
                <a:path extrusionOk="0" h="363" w="644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42"/>
            <p:cNvSpPr/>
            <p:nvPr/>
          </p:nvSpPr>
          <p:spPr>
            <a:xfrm>
              <a:off x="4546600" y="2790825"/>
              <a:ext cx="1851025" cy="2717800"/>
            </a:xfrm>
            <a:custGeom>
              <a:rect b="b" l="l" r="r" t="t"/>
              <a:pathLst>
                <a:path extrusionOk="0" h="610" w="416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42"/>
            <p:cNvSpPr/>
            <p:nvPr/>
          </p:nvSpPr>
          <p:spPr>
            <a:xfrm>
              <a:off x="3962400" y="925512"/>
              <a:ext cx="2297112" cy="2333625"/>
            </a:xfrm>
            <a:custGeom>
              <a:rect b="b" l="l" r="r" t="t"/>
              <a:pathLst>
                <a:path extrusionOk="0" h="524" w="516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42"/>
            <p:cNvSpPr/>
            <p:nvPr/>
          </p:nvSpPr>
          <p:spPr>
            <a:xfrm>
              <a:off x="1466850" y="920750"/>
              <a:ext cx="2759074" cy="2097087"/>
            </a:xfrm>
            <a:custGeom>
              <a:rect b="b" l="l" r="r" t="t"/>
              <a:pathLst>
                <a:path extrusionOk="0" h="471" w="62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2" name="Google Shape;892;p42"/>
          <p:cNvGrpSpPr/>
          <p:nvPr/>
        </p:nvGrpSpPr>
        <p:grpSpPr>
          <a:xfrm>
            <a:off x="3628420" y="1550333"/>
            <a:ext cx="445621" cy="445591"/>
            <a:chOff x="5732756" y="2682276"/>
            <a:chExt cx="719905" cy="719856"/>
          </a:xfrm>
        </p:grpSpPr>
        <p:sp>
          <p:nvSpPr>
            <p:cNvPr id="893" name="Google Shape;893;p42"/>
            <p:cNvSpPr/>
            <p:nvPr/>
          </p:nvSpPr>
          <p:spPr>
            <a:xfrm>
              <a:off x="5732756" y="2682276"/>
              <a:ext cx="400276" cy="538927"/>
            </a:xfrm>
            <a:custGeom>
              <a:rect b="b" l="l" r="r" t="t"/>
              <a:pathLst>
                <a:path extrusionOk="0" h="902" w="67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42"/>
            <p:cNvSpPr/>
            <p:nvPr/>
          </p:nvSpPr>
          <p:spPr>
            <a:xfrm>
              <a:off x="6094186" y="2682276"/>
              <a:ext cx="358476" cy="531209"/>
            </a:xfrm>
            <a:custGeom>
              <a:rect b="b" l="l" r="r" t="t"/>
              <a:pathLst>
                <a:path extrusionOk="0" h="889" w="60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42"/>
            <p:cNvSpPr/>
            <p:nvPr/>
          </p:nvSpPr>
          <p:spPr>
            <a:xfrm>
              <a:off x="5787732" y="3124950"/>
              <a:ext cx="616090" cy="277182"/>
            </a:xfrm>
            <a:custGeom>
              <a:rect b="b" l="l" r="r" t="t"/>
              <a:pathLst>
                <a:path extrusionOk="0" h="464" w="1031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6" name="Google Shape;896;p42"/>
          <p:cNvGrpSpPr/>
          <p:nvPr/>
        </p:nvGrpSpPr>
        <p:grpSpPr>
          <a:xfrm>
            <a:off x="4269737" y="1550327"/>
            <a:ext cx="445627" cy="445604"/>
            <a:chOff x="6768809" y="2682265"/>
            <a:chExt cx="719915" cy="719877"/>
          </a:xfrm>
        </p:grpSpPr>
        <p:sp>
          <p:nvSpPr>
            <p:cNvPr id="897" name="Google Shape;897;p42"/>
            <p:cNvSpPr/>
            <p:nvPr/>
          </p:nvSpPr>
          <p:spPr>
            <a:xfrm>
              <a:off x="6768809" y="2682954"/>
              <a:ext cx="400157" cy="358101"/>
            </a:xfrm>
            <a:custGeom>
              <a:rect b="b" l="l" r="r" t="t"/>
              <a:pathLst>
                <a:path extrusionOk="0" h="571" w="638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42"/>
            <p:cNvSpPr/>
            <p:nvPr/>
          </p:nvSpPr>
          <p:spPr>
            <a:xfrm>
              <a:off x="6768809" y="3002032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42"/>
            <p:cNvSpPr/>
            <p:nvPr/>
          </p:nvSpPr>
          <p:spPr>
            <a:xfrm>
              <a:off x="7129915" y="2682265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42"/>
            <p:cNvSpPr/>
            <p:nvPr/>
          </p:nvSpPr>
          <p:spPr>
            <a:xfrm>
              <a:off x="7088567" y="3043581"/>
              <a:ext cx="400157" cy="358561"/>
            </a:xfrm>
            <a:custGeom>
              <a:rect b="b" l="l" r="r" t="t"/>
              <a:pathLst>
                <a:path extrusionOk="0" h="572" w="638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1" name="Google Shape;901;p42"/>
          <p:cNvGrpSpPr/>
          <p:nvPr/>
        </p:nvGrpSpPr>
        <p:grpSpPr>
          <a:xfrm>
            <a:off x="4911059" y="1550356"/>
            <a:ext cx="445753" cy="445545"/>
            <a:chOff x="7804870" y="2682313"/>
            <a:chExt cx="720118" cy="719782"/>
          </a:xfrm>
        </p:grpSpPr>
        <p:sp>
          <p:nvSpPr>
            <p:cNvPr id="902" name="Google Shape;902;p42"/>
            <p:cNvSpPr/>
            <p:nvPr/>
          </p:nvSpPr>
          <p:spPr>
            <a:xfrm>
              <a:off x="7804870" y="2922841"/>
              <a:ext cx="256443" cy="407568"/>
            </a:xfrm>
            <a:custGeom>
              <a:rect b="b" l="l" r="r" t="t"/>
              <a:pathLst>
                <a:path extrusionOk="0" h="598" w="376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42"/>
            <p:cNvSpPr/>
            <p:nvPr/>
          </p:nvSpPr>
          <p:spPr>
            <a:xfrm>
              <a:off x="7823833" y="2682313"/>
              <a:ext cx="377215" cy="304549"/>
            </a:xfrm>
            <a:custGeom>
              <a:rect b="b" l="l" r="r" t="t"/>
              <a:pathLst>
                <a:path extrusionOk="0" h="447" w="553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42"/>
            <p:cNvSpPr/>
            <p:nvPr/>
          </p:nvSpPr>
          <p:spPr>
            <a:xfrm>
              <a:off x="8277575" y="2932985"/>
              <a:ext cx="247414" cy="390661"/>
            </a:xfrm>
            <a:custGeom>
              <a:rect b="b" l="l" r="r" t="t"/>
              <a:pathLst>
                <a:path extrusionOk="0" h="573" w="363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42"/>
            <p:cNvSpPr/>
            <p:nvPr/>
          </p:nvSpPr>
          <p:spPr>
            <a:xfrm>
              <a:off x="8166284" y="2682313"/>
              <a:ext cx="336357" cy="315595"/>
            </a:xfrm>
            <a:custGeom>
              <a:rect b="b" l="l" r="r" t="t"/>
              <a:pathLst>
                <a:path extrusionOk="0" h="463" w="493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42"/>
            <p:cNvSpPr/>
            <p:nvPr/>
          </p:nvSpPr>
          <p:spPr>
            <a:xfrm>
              <a:off x="7965147" y="3183207"/>
              <a:ext cx="408594" cy="218887"/>
            </a:xfrm>
            <a:custGeom>
              <a:rect b="b" l="l" r="r" t="t"/>
              <a:pathLst>
                <a:path extrusionOk="0" h="321" w="599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7" name="Google Shape;907;p42"/>
          <p:cNvGrpSpPr/>
          <p:nvPr/>
        </p:nvGrpSpPr>
        <p:grpSpPr>
          <a:xfrm>
            <a:off x="5552507" y="1550125"/>
            <a:ext cx="446293" cy="446006"/>
            <a:chOff x="8841135" y="2681940"/>
            <a:chExt cx="720990" cy="720527"/>
          </a:xfrm>
        </p:grpSpPr>
        <p:sp>
          <p:nvSpPr>
            <p:cNvPr id="908" name="Google Shape;908;p42"/>
            <p:cNvSpPr/>
            <p:nvPr/>
          </p:nvSpPr>
          <p:spPr>
            <a:xfrm>
              <a:off x="8841135" y="2874744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42"/>
            <p:cNvSpPr/>
            <p:nvPr/>
          </p:nvSpPr>
          <p:spPr>
            <a:xfrm>
              <a:off x="8899694" y="3138374"/>
              <a:ext cx="304599" cy="264093"/>
            </a:xfrm>
            <a:custGeom>
              <a:rect b="b" l="l" r="r" t="t"/>
              <a:pathLst>
                <a:path extrusionOk="0" h="391" w="451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42"/>
            <p:cNvSpPr/>
            <p:nvPr/>
          </p:nvSpPr>
          <p:spPr>
            <a:xfrm>
              <a:off x="8889742" y="2681940"/>
              <a:ext cx="344871" cy="273814"/>
            </a:xfrm>
            <a:custGeom>
              <a:rect b="b" l="l" r="r" t="t"/>
              <a:pathLst>
                <a:path extrusionOk="0" h="405" w="511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42"/>
            <p:cNvSpPr/>
            <p:nvPr/>
          </p:nvSpPr>
          <p:spPr>
            <a:xfrm>
              <a:off x="9198969" y="2681940"/>
              <a:ext cx="304599" cy="264325"/>
            </a:xfrm>
            <a:custGeom>
              <a:rect b="b" l="l" r="r" t="t"/>
              <a:pathLst>
                <a:path extrusionOk="0" h="391" w="451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42"/>
            <p:cNvSpPr/>
            <p:nvPr/>
          </p:nvSpPr>
          <p:spPr>
            <a:xfrm>
              <a:off x="9351499" y="2861088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42"/>
            <p:cNvSpPr/>
            <p:nvPr/>
          </p:nvSpPr>
          <p:spPr>
            <a:xfrm>
              <a:off x="9168648" y="3128885"/>
              <a:ext cx="344871" cy="273120"/>
            </a:xfrm>
            <a:custGeom>
              <a:rect b="b" l="l" r="r" t="t"/>
              <a:pathLst>
                <a:path extrusionOk="0" h="404" w="511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4" name="Google Shape;914;p42"/>
          <p:cNvGrpSpPr/>
          <p:nvPr/>
        </p:nvGrpSpPr>
        <p:grpSpPr>
          <a:xfrm>
            <a:off x="2986505" y="1550057"/>
            <a:ext cx="445260" cy="445260"/>
            <a:chOff x="4103687" y="1439862"/>
            <a:chExt cx="3986212" cy="3986211"/>
          </a:xfrm>
        </p:grpSpPr>
        <p:sp>
          <p:nvSpPr>
            <p:cNvPr id="915" name="Google Shape;915;p42"/>
            <p:cNvSpPr/>
            <p:nvPr/>
          </p:nvSpPr>
          <p:spPr>
            <a:xfrm>
              <a:off x="4103687" y="1439862"/>
              <a:ext cx="2254250" cy="3986211"/>
            </a:xfrm>
            <a:custGeom>
              <a:rect b="b" l="l" r="r" t="t"/>
              <a:pathLst>
                <a:path extrusionOk="0" h="887" w="502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42"/>
            <p:cNvSpPr/>
            <p:nvPr/>
          </p:nvSpPr>
          <p:spPr>
            <a:xfrm>
              <a:off x="5837237" y="1439862"/>
              <a:ext cx="2252662" cy="3986211"/>
            </a:xfrm>
            <a:custGeom>
              <a:rect b="b" l="l" r="r" t="t"/>
              <a:pathLst>
                <a:path extrusionOk="0" h="887" w="502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7" name="Google Shape;917;p42"/>
          <p:cNvGrpSpPr/>
          <p:nvPr/>
        </p:nvGrpSpPr>
        <p:grpSpPr>
          <a:xfrm>
            <a:off x="6194495" y="1550361"/>
            <a:ext cx="445803" cy="445535"/>
            <a:chOff x="9878272" y="2682320"/>
            <a:chExt cx="720199" cy="719767"/>
          </a:xfrm>
        </p:grpSpPr>
        <p:sp>
          <p:nvSpPr>
            <p:cNvPr id="918" name="Google Shape;918;p42"/>
            <p:cNvSpPr/>
            <p:nvPr/>
          </p:nvSpPr>
          <p:spPr>
            <a:xfrm>
              <a:off x="10056560" y="2963533"/>
              <a:ext cx="541911" cy="438554"/>
            </a:xfrm>
            <a:custGeom>
              <a:rect b="b" l="l" r="r" t="t"/>
              <a:pathLst>
                <a:path extrusionOk="0" h="697" w="861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42"/>
            <p:cNvSpPr/>
            <p:nvPr/>
          </p:nvSpPr>
          <p:spPr>
            <a:xfrm>
              <a:off x="9878272" y="2791266"/>
              <a:ext cx="459066" cy="594405"/>
            </a:xfrm>
            <a:custGeom>
              <a:rect b="b" l="l" r="r" t="t"/>
              <a:pathLst>
                <a:path extrusionOk="0" h="945" w="729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42"/>
            <p:cNvSpPr/>
            <p:nvPr/>
          </p:nvSpPr>
          <p:spPr>
            <a:xfrm>
              <a:off x="9994853" y="2682320"/>
              <a:ext cx="583546" cy="500170"/>
            </a:xfrm>
            <a:custGeom>
              <a:rect b="b" l="l" r="r" t="t"/>
              <a:pathLst>
                <a:path extrusionOk="0" h="795" w="927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1" name="Google Shape;921;p42"/>
          <p:cNvGrpSpPr/>
          <p:nvPr/>
        </p:nvGrpSpPr>
        <p:grpSpPr>
          <a:xfrm>
            <a:off x="6835993" y="1550278"/>
            <a:ext cx="445700" cy="445701"/>
            <a:chOff x="10914618" y="2682187"/>
            <a:chExt cx="720033" cy="720033"/>
          </a:xfrm>
        </p:grpSpPr>
        <p:sp>
          <p:nvSpPr>
            <p:cNvPr id="922" name="Google Shape;922;p42"/>
            <p:cNvSpPr/>
            <p:nvPr/>
          </p:nvSpPr>
          <p:spPr>
            <a:xfrm>
              <a:off x="11401733" y="2955582"/>
              <a:ext cx="229448" cy="412406"/>
            </a:xfrm>
            <a:custGeom>
              <a:rect b="b" l="l" r="r" t="t"/>
              <a:pathLst>
                <a:path extrusionOk="0" h="602" w="335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42"/>
            <p:cNvSpPr/>
            <p:nvPr/>
          </p:nvSpPr>
          <p:spPr>
            <a:xfrm>
              <a:off x="10914618" y="3012482"/>
              <a:ext cx="370771" cy="315723"/>
            </a:xfrm>
            <a:custGeom>
              <a:rect b="b" l="l" r="r" t="t"/>
              <a:pathLst>
                <a:path extrusionOk="0" h="461" w="542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42"/>
            <p:cNvSpPr/>
            <p:nvPr/>
          </p:nvSpPr>
          <p:spPr>
            <a:xfrm>
              <a:off x="11136202" y="2682187"/>
              <a:ext cx="343016" cy="292593"/>
            </a:xfrm>
            <a:custGeom>
              <a:rect b="b" l="l" r="r" t="t"/>
              <a:pathLst>
                <a:path extrusionOk="0" h="427" w="501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42"/>
            <p:cNvSpPr/>
            <p:nvPr/>
          </p:nvSpPr>
          <p:spPr>
            <a:xfrm>
              <a:off x="10917856" y="2716419"/>
              <a:ext cx="230142" cy="411712"/>
            </a:xfrm>
            <a:custGeom>
              <a:rect b="b" l="l" r="r" t="t"/>
              <a:pathLst>
                <a:path extrusionOk="0" h="601" w="336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42"/>
            <p:cNvSpPr/>
            <p:nvPr/>
          </p:nvSpPr>
          <p:spPr>
            <a:xfrm>
              <a:off x="11069819" y="3108934"/>
              <a:ext cx="343016" cy="293287"/>
            </a:xfrm>
            <a:custGeom>
              <a:rect b="b" l="l" r="r" t="t"/>
              <a:pathLst>
                <a:path extrusionOk="0" h="428" w="501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42"/>
            <p:cNvSpPr/>
            <p:nvPr/>
          </p:nvSpPr>
          <p:spPr>
            <a:xfrm>
              <a:off x="11263647" y="2756203"/>
              <a:ext cx="371003" cy="315723"/>
            </a:xfrm>
            <a:custGeom>
              <a:rect b="b" l="l" r="r" t="t"/>
              <a:pathLst>
                <a:path extrusionOk="0" h="461" w="542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8" name="Google Shape;928;p42"/>
          <p:cNvGrpSpPr/>
          <p:nvPr/>
        </p:nvGrpSpPr>
        <p:grpSpPr>
          <a:xfrm>
            <a:off x="1059514" y="843057"/>
            <a:ext cx="361521" cy="445816"/>
            <a:chOff x="1582665" y="1011072"/>
            <a:chExt cx="584040" cy="720220"/>
          </a:xfrm>
        </p:grpSpPr>
        <p:sp>
          <p:nvSpPr>
            <p:cNvPr id="929" name="Google Shape;929;p42"/>
            <p:cNvSpPr/>
            <p:nvPr/>
          </p:nvSpPr>
          <p:spPr>
            <a:xfrm>
              <a:off x="1638485" y="1571653"/>
              <a:ext cx="449564" cy="159640"/>
            </a:xfrm>
            <a:custGeom>
              <a:rect b="b" l="l" r="r" t="t"/>
              <a:pathLst>
                <a:path extrusionOk="0" h="273" w="767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42"/>
            <p:cNvSpPr/>
            <p:nvPr/>
          </p:nvSpPr>
          <p:spPr>
            <a:xfrm>
              <a:off x="1590507" y="1435245"/>
              <a:ext cx="515072" cy="136407"/>
            </a:xfrm>
            <a:custGeom>
              <a:rect b="b" l="l" r="r" t="t"/>
              <a:pathLst>
                <a:path extrusionOk="0" h="233" w="879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42"/>
            <p:cNvSpPr/>
            <p:nvPr/>
          </p:nvSpPr>
          <p:spPr>
            <a:xfrm>
              <a:off x="1582665" y="1299068"/>
              <a:ext cx="576890" cy="136177"/>
            </a:xfrm>
            <a:custGeom>
              <a:rect b="b" l="l" r="r" t="t"/>
              <a:pathLst>
                <a:path extrusionOk="0" h="233" w="984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42"/>
            <p:cNvSpPr/>
            <p:nvPr/>
          </p:nvSpPr>
          <p:spPr>
            <a:xfrm>
              <a:off x="1665934" y="1011072"/>
              <a:ext cx="484393" cy="151589"/>
            </a:xfrm>
            <a:custGeom>
              <a:rect b="b" l="l" r="r" t="t"/>
              <a:pathLst>
                <a:path extrusionOk="0" h="259" w="826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2"/>
            <p:cNvSpPr/>
            <p:nvPr/>
          </p:nvSpPr>
          <p:spPr>
            <a:xfrm>
              <a:off x="1639639" y="1162661"/>
              <a:ext cx="527066" cy="136407"/>
            </a:xfrm>
            <a:custGeom>
              <a:rect b="b" l="l" r="r" t="t"/>
              <a:pathLst>
                <a:path extrusionOk="0" h="233" w="899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4" name="Google Shape;934;p42"/>
          <p:cNvGrpSpPr/>
          <p:nvPr/>
        </p:nvGrpSpPr>
        <p:grpSpPr>
          <a:xfrm>
            <a:off x="1660898" y="843078"/>
            <a:ext cx="379481" cy="445796"/>
            <a:chOff x="2554206" y="1011105"/>
            <a:chExt cx="613055" cy="720187"/>
          </a:xfrm>
        </p:grpSpPr>
        <p:sp>
          <p:nvSpPr>
            <p:cNvPr id="935" name="Google Shape;935;p42"/>
            <p:cNvSpPr/>
            <p:nvPr/>
          </p:nvSpPr>
          <p:spPr>
            <a:xfrm flipH="1">
              <a:off x="2721847" y="1011105"/>
              <a:ext cx="445414" cy="388012"/>
            </a:xfrm>
            <a:custGeom>
              <a:rect b="b" l="l" r="r" t="t"/>
              <a:pathLst>
                <a:path extrusionOk="0" h="771" w="885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42"/>
            <p:cNvSpPr/>
            <p:nvPr/>
          </p:nvSpPr>
          <p:spPr>
            <a:xfrm flipH="1">
              <a:off x="2554206" y="1072424"/>
              <a:ext cx="329184" cy="568718"/>
            </a:xfrm>
            <a:custGeom>
              <a:rect b="b" l="l" r="r" t="t"/>
              <a:pathLst>
                <a:path extrusionOk="0" h="1130" w="654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42"/>
            <p:cNvSpPr/>
            <p:nvPr/>
          </p:nvSpPr>
          <p:spPr>
            <a:xfrm flipH="1">
              <a:off x="2750903" y="1372925"/>
              <a:ext cx="354381" cy="358367"/>
            </a:xfrm>
            <a:custGeom>
              <a:rect b="b" l="l" r="r" t="t"/>
              <a:pathLst>
                <a:path extrusionOk="0" h="712" w="704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8" name="Google Shape;938;p42"/>
          <p:cNvGrpSpPr/>
          <p:nvPr/>
        </p:nvGrpSpPr>
        <p:grpSpPr>
          <a:xfrm>
            <a:off x="6209073" y="797418"/>
            <a:ext cx="460705" cy="491455"/>
            <a:chOff x="9901824" y="937343"/>
            <a:chExt cx="744273" cy="793950"/>
          </a:xfrm>
        </p:grpSpPr>
        <p:grpSp>
          <p:nvGrpSpPr>
            <p:cNvPr id="939" name="Google Shape;939;p42"/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940" name="Google Shape;940;p42"/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42"/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42"/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42"/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42"/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42"/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6" name="Google Shape;946;p42"/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" name="Google Shape;947;p42"/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p42"/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42"/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50" name="Google Shape;950;p42"/>
            <p:cNvSpPr/>
            <p:nvPr/>
          </p:nvSpPr>
          <p:spPr>
            <a:xfrm>
              <a:off x="10047751" y="1220548"/>
              <a:ext cx="217117" cy="205362"/>
            </a:xfrm>
            <a:custGeom>
              <a:rect b="b" l="l" r="r" t="t"/>
              <a:pathLst>
                <a:path extrusionOk="0" h="359" w="38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42"/>
            <p:cNvSpPr/>
            <p:nvPr/>
          </p:nvSpPr>
          <p:spPr>
            <a:xfrm>
              <a:off x="10063053" y="1080830"/>
              <a:ext cx="205806" cy="250604"/>
            </a:xfrm>
            <a:custGeom>
              <a:rect b="b" l="l" r="r" t="t"/>
              <a:pathLst>
                <a:path extrusionOk="0" h="438" w="36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42"/>
            <p:cNvSpPr/>
            <p:nvPr/>
          </p:nvSpPr>
          <p:spPr>
            <a:xfrm>
              <a:off x="10276400" y="1080830"/>
              <a:ext cx="208024" cy="250604"/>
            </a:xfrm>
            <a:custGeom>
              <a:rect b="b" l="l" r="r" t="t"/>
              <a:pathLst>
                <a:path extrusionOk="0" h="438" w="364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42"/>
            <p:cNvSpPr/>
            <p:nvPr/>
          </p:nvSpPr>
          <p:spPr>
            <a:xfrm>
              <a:off x="10280392" y="1218773"/>
              <a:ext cx="219334" cy="208689"/>
            </a:xfrm>
            <a:custGeom>
              <a:rect b="b" l="l" r="r" t="t"/>
              <a:pathLst>
                <a:path extrusionOk="0" h="365" w="384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42"/>
            <p:cNvSpPr/>
            <p:nvPr/>
          </p:nvSpPr>
          <p:spPr>
            <a:xfrm>
              <a:off x="10116279" y="1345184"/>
              <a:ext cx="152580" cy="267681"/>
            </a:xfrm>
            <a:custGeom>
              <a:rect b="b" l="l" r="r" t="t"/>
              <a:pathLst>
                <a:path extrusionOk="0" h="468" w="267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42"/>
            <p:cNvSpPr/>
            <p:nvPr/>
          </p:nvSpPr>
          <p:spPr>
            <a:xfrm>
              <a:off x="10276400" y="1345184"/>
              <a:ext cx="154798" cy="267681"/>
            </a:xfrm>
            <a:custGeom>
              <a:rect b="b" l="l" r="r" t="t"/>
              <a:pathLst>
                <a:path extrusionOk="0" h="468" w="271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6" name="Google Shape;956;p42"/>
          <p:cNvGrpSpPr/>
          <p:nvPr/>
        </p:nvGrpSpPr>
        <p:grpSpPr>
          <a:xfrm>
            <a:off x="2280242" y="843244"/>
            <a:ext cx="369868" cy="445629"/>
            <a:chOff x="3554761" y="1011374"/>
            <a:chExt cx="597525" cy="719918"/>
          </a:xfrm>
        </p:grpSpPr>
        <p:sp>
          <p:nvSpPr>
            <p:cNvPr id="957" name="Google Shape;957;p42"/>
            <p:cNvSpPr/>
            <p:nvPr/>
          </p:nvSpPr>
          <p:spPr>
            <a:xfrm>
              <a:off x="3615879" y="1376596"/>
              <a:ext cx="441685" cy="354696"/>
            </a:xfrm>
            <a:custGeom>
              <a:rect b="b" l="l" r="r" t="t"/>
              <a:pathLst>
                <a:path extrusionOk="0" h="638" w="797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42"/>
            <p:cNvSpPr/>
            <p:nvPr/>
          </p:nvSpPr>
          <p:spPr>
            <a:xfrm>
              <a:off x="3554761" y="1164199"/>
              <a:ext cx="288366" cy="430478"/>
            </a:xfrm>
            <a:custGeom>
              <a:rect b="b" l="l" r="r" t="t"/>
              <a:pathLst>
                <a:path extrusionOk="0" h="774" w="52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42"/>
            <p:cNvSpPr/>
            <p:nvPr/>
          </p:nvSpPr>
          <p:spPr>
            <a:xfrm>
              <a:off x="3860350" y="1126940"/>
              <a:ext cx="291937" cy="427110"/>
            </a:xfrm>
            <a:custGeom>
              <a:rect b="b" l="l" r="r" t="t"/>
              <a:pathLst>
                <a:path extrusionOk="0" h="768" w="527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42"/>
            <p:cNvSpPr/>
            <p:nvPr/>
          </p:nvSpPr>
          <p:spPr>
            <a:xfrm>
              <a:off x="3644023" y="1011374"/>
              <a:ext cx="449665" cy="347961"/>
            </a:xfrm>
            <a:custGeom>
              <a:rect b="b" l="l" r="r" t="t"/>
              <a:pathLst>
                <a:path extrusionOk="0" h="626" w="811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1" name="Google Shape;961;p42"/>
          <p:cNvGrpSpPr/>
          <p:nvPr/>
        </p:nvGrpSpPr>
        <p:grpSpPr>
          <a:xfrm>
            <a:off x="2889972" y="843032"/>
            <a:ext cx="370755" cy="445841"/>
            <a:chOff x="4539787" y="1011032"/>
            <a:chExt cx="598958" cy="720261"/>
          </a:xfrm>
        </p:grpSpPr>
        <p:sp>
          <p:nvSpPr>
            <p:cNvPr id="962" name="Google Shape;962;p42"/>
            <p:cNvSpPr/>
            <p:nvPr/>
          </p:nvSpPr>
          <p:spPr>
            <a:xfrm>
              <a:off x="4849480" y="1011032"/>
              <a:ext cx="289264" cy="340491"/>
            </a:xfrm>
            <a:custGeom>
              <a:rect b="b" l="l" r="r" t="t"/>
              <a:pathLst>
                <a:path extrusionOk="0" h="610" w="518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42"/>
            <p:cNvSpPr/>
            <p:nvPr/>
          </p:nvSpPr>
          <p:spPr>
            <a:xfrm>
              <a:off x="4599335" y="1012768"/>
              <a:ext cx="277094" cy="339188"/>
            </a:xfrm>
            <a:custGeom>
              <a:rect b="b" l="l" r="r" t="t"/>
              <a:pathLst>
                <a:path extrusionOk="0" h="608" w="496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42"/>
            <p:cNvSpPr/>
            <p:nvPr/>
          </p:nvSpPr>
          <p:spPr>
            <a:xfrm>
              <a:off x="4539787" y="1276220"/>
              <a:ext cx="295350" cy="349606"/>
            </a:xfrm>
            <a:custGeom>
              <a:rect b="b" l="l" r="r" t="t"/>
              <a:pathLst>
                <a:path extrusionOk="0" h="627" w="529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42"/>
            <p:cNvSpPr/>
            <p:nvPr/>
          </p:nvSpPr>
          <p:spPr>
            <a:xfrm>
              <a:off x="4854479" y="1272314"/>
              <a:ext cx="277529" cy="353078"/>
            </a:xfrm>
            <a:custGeom>
              <a:rect b="b" l="l" r="r" t="t"/>
              <a:pathLst>
                <a:path extrusionOk="0" h="633" w="497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42"/>
            <p:cNvSpPr/>
            <p:nvPr/>
          </p:nvSpPr>
          <p:spPr>
            <a:xfrm>
              <a:off x="4661491" y="1370403"/>
              <a:ext cx="388584" cy="360890"/>
            </a:xfrm>
            <a:custGeom>
              <a:rect b="b" l="l" r="r" t="t"/>
              <a:pathLst>
                <a:path extrusionOk="0" h="647" w="696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7" name="Google Shape;967;p42"/>
          <p:cNvGrpSpPr/>
          <p:nvPr/>
        </p:nvGrpSpPr>
        <p:grpSpPr>
          <a:xfrm>
            <a:off x="3500590" y="843140"/>
            <a:ext cx="366917" cy="445733"/>
            <a:chOff x="5526246" y="1011207"/>
            <a:chExt cx="592758" cy="720086"/>
          </a:xfrm>
        </p:grpSpPr>
        <p:sp>
          <p:nvSpPr>
            <p:cNvPr id="968" name="Google Shape;968;p42"/>
            <p:cNvSpPr/>
            <p:nvPr/>
          </p:nvSpPr>
          <p:spPr>
            <a:xfrm>
              <a:off x="5632379" y="1011207"/>
              <a:ext cx="311420" cy="340347"/>
            </a:xfrm>
            <a:custGeom>
              <a:rect b="b" l="l" r="r" t="t"/>
              <a:pathLst>
                <a:path extrusionOk="0" h="567" w="518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42"/>
            <p:cNvSpPr/>
            <p:nvPr/>
          </p:nvSpPr>
          <p:spPr>
            <a:xfrm>
              <a:off x="5835019" y="1041711"/>
              <a:ext cx="283984" cy="330260"/>
            </a:xfrm>
            <a:custGeom>
              <a:rect b="b" l="l" r="r" t="t"/>
              <a:pathLst>
                <a:path extrusionOk="0" h="550" w="473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42"/>
            <p:cNvSpPr/>
            <p:nvPr/>
          </p:nvSpPr>
          <p:spPr>
            <a:xfrm>
              <a:off x="5837907" y="1326815"/>
              <a:ext cx="260158" cy="268291"/>
            </a:xfrm>
            <a:custGeom>
              <a:rect b="b" l="l" r="r" t="t"/>
              <a:pathLst>
                <a:path extrusionOk="0" h="447" w="433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42"/>
            <p:cNvSpPr/>
            <p:nvPr/>
          </p:nvSpPr>
          <p:spPr>
            <a:xfrm>
              <a:off x="5725035" y="1379176"/>
              <a:ext cx="304441" cy="352116"/>
            </a:xfrm>
            <a:custGeom>
              <a:rect b="b" l="l" r="r" t="t"/>
              <a:pathLst>
                <a:path extrusionOk="0" h="587" w="507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42"/>
            <p:cNvSpPr/>
            <p:nvPr/>
          </p:nvSpPr>
          <p:spPr>
            <a:xfrm>
              <a:off x="5526246" y="1358760"/>
              <a:ext cx="289521" cy="285105"/>
            </a:xfrm>
            <a:custGeom>
              <a:rect b="b" l="l" r="r" t="t"/>
              <a:pathLst>
                <a:path extrusionOk="0" h="475" w="482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42"/>
            <p:cNvSpPr/>
            <p:nvPr/>
          </p:nvSpPr>
          <p:spPr>
            <a:xfrm>
              <a:off x="5530337" y="1130580"/>
              <a:ext cx="282300" cy="276217"/>
            </a:xfrm>
            <a:custGeom>
              <a:rect b="b" l="l" r="r" t="t"/>
              <a:pathLst>
                <a:path extrusionOk="0" h="460" w="47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4" name="Google Shape;974;p42"/>
          <p:cNvGrpSpPr/>
          <p:nvPr/>
        </p:nvGrpSpPr>
        <p:grpSpPr>
          <a:xfrm>
            <a:off x="455358" y="843134"/>
            <a:ext cx="364294" cy="445740"/>
            <a:chOff x="606645" y="1011196"/>
            <a:chExt cx="588520" cy="720096"/>
          </a:xfrm>
        </p:grpSpPr>
        <p:sp>
          <p:nvSpPr>
            <p:cNvPr id="975" name="Google Shape;975;p42"/>
            <p:cNvSpPr/>
            <p:nvPr/>
          </p:nvSpPr>
          <p:spPr>
            <a:xfrm>
              <a:off x="659316" y="1517469"/>
              <a:ext cx="456722" cy="213824"/>
            </a:xfrm>
            <a:custGeom>
              <a:rect b="b" l="l" r="r" t="t"/>
              <a:pathLst>
                <a:path extrusionOk="0" h="358" w="763">
                  <a:moveTo>
                    <a:pt x="1" y="27"/>
                  </a:moveTo>
                  <a:cubicBezTo>
                    <a:pt x="0" y="41"/>
                    <a:pt x="25" y="62"/>
                    <a:pt x="25" y="75"/>
                  </a:cubicBezTo>
                  <a:cubicBezTo>
                    <a:pt x="26" y="89"/>
                    <a:pt x="4" y="123"/>
                    <a:pt x="14" y="160"/>
                  </a:cubicBezTo>
                  <a:cubicBezTo>
                    <a:pt x="32" y="219"/>
                    <a:pt x="230" y="155"/>
                    <a:pt x="245" y="169"/>
                  </a:cubicBezTo>
                  <a:cubicBezTo>
                    <a:pt x="269" y="192"/>
                    <a:pt x="241" y="258"/>
                    <a:pt x="255" y="280"/>
                  </a:cubicBezTo>
                  <a:cubicBezTo>
                    <a:pt x="275" y="313"/>
                    <a:pt x="582" y="358"/>
                    <a:pt x="735" y="252"/>
                  </a:cubicBezTo>
                  <a:cubicBezTo>
                    <a:pt x="763" y="232"/>
                    <a:pt x="729" y="168"/>
                    <a:pt x="749" y="8"/>
                  </a:cubicBezTo>
                  <a:cubicBezTo>
                    <a:pt x="749" y="4"/>
                    <a:pt x="746" y="0"/>
                    <a:pt x="7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19" y="1"/>
                    <a:pt x="17" y="3"/>
                  </a:cubicBezTo>
                  <a:cubicBezTo>
                    <a:pt x="10" y="11"/>
                    <a:pt x="2" y="21"/>
                    <a:pt x="1" y="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42"/>
            <p:cNvSpPr/>
            <p:nvPr/>
          </p:nvSpPr>
          <p:spPr>
            <a:xfrm>
              <a:off x="606645" y="1354464"/>
              <a:ext cx="561583" cy="154615"/>
            </a:xfrm>
            <a:custGeom>
              <a:rect b="b" l="l" r="r" t="t"/>
              <a:pathLst>
                <a:path extrusionOk="0" h="259" w="938">
                  <a:moveTo>
                    <a:pt x="2" y="109"/>
                  </a:moveTo>
                  <a:cubicBezTo>
                    <a:pt x="0" y="146"/>
                    <a:pt x="74" y="161"/>
                    <a:pt x="88" y="186"/>
                  </a:cubicBezTo>
                  <a:cubicBezTo>
                    <a:pt x="93" y="197"/>
                    <a:pt x="77" y="222"/>
                    <a:pt x="79" y="237"/>
                  </a:cubicBezTo>
                  <a:cubicBezTo>
                    <a:pt x="79" y="244"/>
                    <a:pt x="91" y="252"/>
                    <a:pt x="101" y="257"/>
                  </a:cubicBezTo>
                  <a:cubicBezTo>
                    <a:pt x="103" y="258"/>
                    <a:pt x="104" y="259"/>
                    <a:pt x="106" y="259"/>
                  </a:cubicBezTo>
                  <a:cubicBezTo>
                    <a:pt x="840" y="259"/>
                    <a:pt x="840" y="259"/>
                    <a:pt x="840" y="259"/>
                  </a:cubicBezTo>
                  <a:cubicBezTo>
                    <a:pt x="840" y="258"/>
                    <a:pt x="840" y="258"/>
                    <a:pt x="840" y="258"/>
                  </a:cubicBezTo>
                  <a:cubicBezTo>
                    <a:pt x="854" y="164"/>
                    <a:pt x="895" y="93"/>
                    <a:pt x="936" y="10"/>
                  </a:cubicBezTo>
                  <a:cubicBezTo>
                    <a:pt x="936" y="10"/>
                    <a:pt x="936" y="10"/>
                    <a:pt x="936" y="10"/>
                  </a:cubicBezTo>
                  <a:cubicBezTo>
                    <a:pt x="938" y="5"/>
                    <a:pt x="935" y="0"/>
                    <a:pt x="92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5" y="0"/>
                    <a:pt x="73" y="1"/>
                    <a:pt x="71" y="3"/>
                  </a:cubicBezTo>
                  <a:cubicBezTo>
                    <a:pt x="39" y="39"/>
                    <a:pt x="3" y="78"/>
                    <a:pt x="2" y="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42"/>
            <p:cNvSpPr/>
            <p:nvPr/>
          </p:nvSpPr>
          <p:spPr>
            <a:xfrm>
              <a:off x="661721" y="1191460"/>
              <a:ext cx="533444" cy="154135"/>
            </a:xfrm>
            <a:custGeom>
              <a:rect b="b" l="l" r="r" t="t"/>
              <a:pathLst>
                <a:path extrusionOk="0" h="258" w="891">
                  <a:moveTo>
                    <a:pt x="8" y="98"/>
                  </a:moveTo>
                  <a:cubicBezTo>
                    <a:pt x="2" y="142"/>
                    <a:pt x="31" y="174"/>
                    <a:pt x="28" y="199"/>
                  </a:cubicBezTo>
                  <a:cubicBezTo>
                    <a:pt x="26" y="213"/>
                    <a:pt x="17" y="230"/>
                    <a:pt x="3" y="247"/>
                  </a:cubicBezTo>
                  <a:cubicBezTo>
                    <a:pt x="0" y="252"/>
                    <a:pt x="3" y="258"/>
                    <a:pt x="9" y="258"/>
                  </a:cubicBezTo>
                  <a:cubicBezTo>
                    <a:pt x="849" y="258"/>
                    <a:pt x="849" y="258"/>
                    <a:pt x="849" y="258"/>
                  </a:cubicBezTo>
                  <a:cubicBezTo>
                    <a:pt x="852" y="258"/>
                    <a:pt x="855" y="256"/>
                    <a:pt x="856" y="254"/>
                  </a:cubicBezTo>
                  <a:cubicBezTo>
                    <a:pt x="875" y="195"/>
                    <a:pt x="891" y="98"/>
                    <a:pt x="873" y="5"/>
                  </a:cubicBezTo>
                  <a:cubicBezTo>
                    <a:pt x="872" y="2"/>
                    <a:pt x="869" y="0"/>
                    <a:pt x="8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0"/>
                    <a:pt x="28" y="2"/>
                    <a:pt x="27" y="5"/>
                  </a:cubicBezTo>
                  <a:cubicBezTo>
                    <a:pt x="17" y="38"/>
                    <a:pt x="11" y="70"/>
                    <a:pt x="8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42"/>
            <p:cNvSpPr/>
            <p:nvPr/>
          </p:nvSpPr>
          <p:spPr>
            <a:xfrm>
              <a:off x="683367" y="1011196"/>
              <a:ext cx="497368" cy="171394"/>
            </a:xfrm>
            <a:custGeom>
              <a:rect b="b" l="l" r="r" t="t"/>
              <a:pathLst>
                <a:path extrusionOk="0" h="287" w="831">
                  <a:moveTo>
                    <a:pt x="690" y="102"/>
                  </a:moveTo>
                  <a:cubicBezTo>
                    <a:pt x="488" y="0"/>
                    <a:pt x="287" y="19"/>
                    <a:pt x="180" y="75"/>
                  </a:cubicBezTo>
                  <a:cubicBezTo>
                    <a:pt x="84" y="125"/>
                    <a:pt x="31" y="203"/>
                    <a:pt x="2" y="278"/>
                  </a:cubicBezTo>
                  <a:cubicBezTo>
                    <a:pt x="0" y="282"/>
                    <a:pt x="3" y="287"/>
                    <a:pt x="8" y="287"/>
                  </a:cubicBezTo>
                  <a:cubicBezTo>
                    <a:pt x="823" y="287"/>
                    <a:pt x="823" y="287"/>
                    <a:pt x="823" y="287"/>
                  </a:cubicBezTo>
                  <a:cubicBezTo>
                    <a:pt x="828" y="287"/>
                    <a:pt x="831" y="283"/>
                    <a:pt x="830" y="278"/>
                  </a:cubicBezTo>
                  <a:cubicBezTo>
                    <a:pt x="810" y="207"/>
                    <a:pt x="768" y="141"/>
                    <a:pt x="69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9" name="Google Shape;979;p42"/>
          <p:cNvGrpSpPr/>
          <p:nvPr/>
        </p:nvGrpSpPr>
        <p:grpSpPr>
          <a:xfrm>
            <a:off x="6909641" y="843111"/>
            <a:ext cx="298405" cy="445762"/>
            <a:chOff x="11033597" y="1011159"/>
            <a:chExt cx="482075" cy="720133"/>
          </a:xfrm>
        </p:grpSpPr>
        <p:sp>
          <p:nvSpPr>
            <p:cNvPr id="980" name="Google Shape;980;p42"/>
            <p:cNvSpPr/>
            <p:nvPr/>
          </p:nvSpPr>
          <p:spPr>
            <a:xfrm>
              <a:off x="11033597" y="1414369"/>
              <a:ext cx="482075" cy="151349"/>
            </a:xfrm>
            <a:custGeom>
              <a:rect b="b" l="l" r="r" t="t"/>
              <a:pathLst>
                <a:path extrusionOk="0" h="227" w="724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42"/>
            <p:cNvSpPr/>
            <p:nvPr/>
          </p:nvSpPr>
          <p:spPr>
            <a:xfrm>
              <a:off x="11142821" y="1011159"/>
              <a:ext cx="263627" cy="229006"/>
            </a:xfrm>
            <a:custGeom>
              <a:rect b="b" l="l" r="r" t="t"/>
              <a:pathLst>
                <a:path extrusionOk="0" h="343" w="396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42"/>
            <p:cNvSpPr/>
            <p:nvPr/>
          </p:nvSpPr>
          <p:spPr>
            <a:xfrm>
              <a:off x="11052228" y="1576445"/>
              <a:ext cx="444813" cy="154847"/>
            </a:xfrm>
            <a:custGeom>
              <a:rect b="b" l="l" r="r" t="t"/>
              <a:pathLst>
                <a:path extrusionOk="0" h="232" w="668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42"/>
            <p:cNvSpPr/>
            <p:nvPr/>
          </p:nvSpPr>
          <p:spPr>
            <a:xfrm>
              <a:off x="11051762" y="1251592"/>
              <a:ext cx="446676" cy="151349"/>
            </a:xfrm>
            <a:custGeom>
              <a:rect b="b" l="l" r="r" t="t"/>
              <a:pathLst>
                <a:path extrusionOk="0" h="227" w="671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4" name="Google Shape;984;p42"/>
          <p:cNvGrpSpPr/>
          <p:nvPr/>
        </p:nvGrpSpPr>
        <p:grpSpPr>
          <a:xfrm>
            <a:off x="5508506" y="797418"/>
            <a:ext cx="460705" cy="491455"/>
            <a:chOff x="8770051" y="937343"/>
            <a:chExt cx="744273" cy="793950"/>
          </a:xfrm>
        </p:grpSpPr>
        <p:sp>
          <p:nvSpPr>
            <p:cNvPr id="985" name="Google Shape;985;p42"/>
            <p:cNvSpPr/>
            <p:nvPr/>
          </p:nvSpPr>
          <p:spPr>
            <a:xfrm>
              <a:off x="8968558" y="1402926"/>
              <a:ext cx="348361" cy="98539"/>
            </a:xfrm>
            <a:custGeom>
              <a:rect b="b" l="l" r="r" t="t"/>
              <a:pathLst>
                <a:path extrusionOk="0" h="492696" w="1741804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42"/>
            <p:cNvSpPr/>
            <p:nvPr/>
          </p:nvSpPr>
          <p:spPr>
            <a:xfrm>
              <a:off x="8960465" y="1079360"/>
              <a:ext cx="362496" cy="102351"/>
            </a:xfrm>
            <a:custGeom>
              <a:rect b="b" l="l" r="r" t="t"/>
              <a:pathLst>
                <a:path extrusionOk="0" h="511754" w="181248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42"/>
            <p:cNvSpPr/>
            <p:nvPr/>
          </p:nvSpPr>
          <p:spPr>
            <a:xfrm>
              <a:off x="8930121" y="1189758"/>
              <a:ext cx="422643" cy="98539"/>
            </a:xfrm>
            <a:custGeom>
              <a:rect b="b" l="l" r="r" t="t"/>
              <a:pathLst>
                <a:path extrusionOk="0" h="492696" w="2113216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42"/>
            <p:cNvSpPr/>
            <p:nvPr/>
          </p:nvSpPr>
          <p:spPr>
            <a:xfrm>
              <a:off x="8930847" y="1296342"/>
              <a:ext cx="421894" cy="98539"/>
            </a:xfrm>
            <a:custGeom>
              <a:rect b="b" l="l" r="r" t="t"/>
              <a:pathLst>
                <a:path extrusionOk="0" h="492696" w="2109469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42"/>
            <p:cNvSpPr/>
            <p:nvPr/>
          </p:nvSpPr>
          <p:spPr>
            <a:xfrm>
              <a:off x="9031006" y="1509510"/>
              <a:ext cx="223837" cy="102349"/>
            </a:xfrm>
            <a:custGeom>
              <a:rect b="b" l="l" r="r" t="t"/>
              <a:pathLst>
                <a:path extrusionOk="0" h="511746" w="1119187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90" name="Google Shape;990;p42"/>
            <p:cNvGrpSpPr/>
            <p:nvPr/>
          </p:nvGrpSpPr>
          <p:grpSpPr>
            <a:xfrm>
              <a:off x="8770051" y="937343"/>
              <a:ext cx="744273" cy="793950"/>
              <a:chOff x="6565437" y="1588001"/>
              <a:chExt cx="744273" cy="793950"/>
            </a:xfrm>
          </p:grpSpPr>
          <p:sp>
            <p:nvSpPr>
              <p:cNvPr id="991" name="Google Shape;991;p42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42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42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42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42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42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42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" name="Google Shape;998;p42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42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42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01" name="Google Shape;1001;p42"/>
          <p:cNvGrpSpPr/>
          <p:nvPr/>
        </p:nvGrpSpPr>
        <p:grpSpPr>
          <a:xfrm>
            <a:off x="4107370" y="797418"/>
            <a:ext cx="460705" cy="491455"/>
            <a:chOff x="6506504" y="937343"/>
            <a:chExt cx="744273" cy="793950"/>
          </a:xfrm>
        </p:grpSpPr>
        <p:sp>
          <p:nvSpPr>
            <p:cNvPr id="1002" name="Google Shape;1002;p42"/>
            <p:cNvSpPr/>
            <p:nvPr/>
          </p:nvSpPr>
          <p:spPr>
            <a:xfrm>
              <a:off x="6666683" y="1079385"/>
              <a:ext cx="422268" cy="171940"/>
            </a:xfrm>
            <a:custGeom>
              <a:rect b="b" l="l" r="r" t="t"/>
              <a:pathLst>
                <a:path extrusionOk="0" h="859701" w="2085276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42"/>
            <p:cNvSpPr/>
            <p:nvPr/>
          </p:nvSpPr>
          <p:spPr>
            <a:xfrm>
              <a:off x="6664423" y="1259933"/>
              <a:ext cx="427985" cy="171450"/>
            </a:xfrm>
            <a:custGeom>
              <a:rect b="b" l="l" r="r" t="t"/>
              <a:pathLst>
                <a:path extrusionOk="0" h="857250" w="2113506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42"/>
            <p:cNvSpPr/>
            <p:nvPr/>
          </p:nvSpPr>
          <p:spPr>
            <a:xfrm>
              <a:off x="6727642" y="1439988"/>
              <a:ext cx="303068" cy="171348"/>
            </a:xfrm>
            <a:custGeom>
              <a:rect b="b" l="l" r="r" t="t"/>
              <a:pathLst>
                <a:path extrusionOk="0" h="856741" w="1496631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5" name="Google Shape;1005;p42"/>
            <p:cNvGrpSpPr/>
            <p:nvPr/>
          </p:nvGrpSpPr>
          <p:grpSpPr>
            <a:xfrm>
              <a:off x="6506504" y="937343"/>
              <a:ext cx="744273" cy="793950"/>
              <a:chOff x="6565437" y="1588001"/>
              <a:chExt cx="744273" cy="793950"/>
            </a:xfrm>
          </p:grpSpPr>
          <p:sp>
            <p:nvSpPr>
              <p:cNvPr id="1006" name="Google Shape;1006;p42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42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42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42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42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42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42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42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42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42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16" name="Google Shape;1016;p42"/>
          <p:cNvGrpSpPr/>
          <p:nvPr/>
        </p:nvGrpSpPr>
        <p:grpSpPr>
          <a:xfrm>
            <a:off x="4807938" y="797418"/>
            <a:ext cx="460705" cy="491455"/>
            <a:chOff x="7638277" y="937343"/>
            <a:chExt cx="744273" cy="793950"/>
          </a:xfrm>
        </p:grpSpPr>
        <p:sp>
          <p:nvSpPr>
            <p:cNvPr id="1017" name="Google Shape;1017;p42"/>
            <p:cNvSpPr/>
            <p:nvPr/>
          </p:nvSpPr>
          <p:spPr>
            <a:xfrm>
              <a:off x="8012931" y="1079385"/>
              <a:ext cx="217151" cy="253479"/>
            </a:xfrm>
            <a:custGeom>
              <a:rect b="b" l="l" r="r" t="t"/>
              <a:pathLst>
                <a:path extrusionOk="0" h="1267396" w="1085755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42"/>
            <p:cNvSpPr/>
            <p:nvPr/>
          </p:nvSpPr>
          <p:spPr>
            <a:xfrm>
              <a:off x="7789628" y="1079436"/>
              <a:ext cx="214318" cy="253428"/>
            </a:xfrm>
            <a:custGeom>
              <a:rect b="b" l="l" r="r" t="t"/>
              <a:pathLst>
                <a:path extrusionOk="0" h="1267142" w="1071591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42"/>
            <p:cNvSpPr/>
            <p:nvPr/>
          </p:nvSpPr>
          <p:spPr>
            <a:xfrm>
              <a:off x="8012931" y="1341261"/>
              <a:ext cx="202133" cy="270446"/>
            </a:xfrm>
            <a:custGeom>
              <a:rect b="b" l="l" r="r" t="t"/>
              <a:pathLst>
                <a:path extrusionOk="0" h="1352232" w="1010666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42"/>
            <p:cNvSpPr/>
            <p:nvPr/>
          </p:nvSpPr>
          <p:spPr>
            <a:xfrm>
              <a:off x="7804733" y="1341261"/>
              <a:ext cx="199288" cy="270439"/>
            </a:xfrm>
            <a:custGeom>
              <a:rect b="b" l="l" r="r" t="t"/>
              <a:pathLst>
                <a:path extrusionOk="0" h="1352197" w="996442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1" name="Google Shape;1021;p42"/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1022" name="Google Shape;1022;p42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42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42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42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42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42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42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42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42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42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2" name="Google Shape;1032;p42"/>
          <p:cNvGrpSpPr/>
          <p:nvPr/>
        </p:nvGrpSpPr>
        <p:grpSpPr>
          <a:xfrm>
            <a:off x="2348048" y="2986973"/>
            <a:ext cx="445779" cy="400764"/>
            <a:chOff x="3778727" y="4460423"/>
            <a:chExt cx="720160" cy="647438"/>
          </a:xfrm>
        </p:grpSpPr>
        <p:sp>
          <p:nvSpPr>
            <p:cNvPr id="1033" name="Google Shape;1033;p42"/>
            <p:cNvSpPr/>
            <p:nvPr/>
          </p:nvSpPr>
          <p:spPr>
            <a:xfrm>
              <a:off x="3957011" y="4902228"/>
              <a:ext cx="364723" cy="110621"/>
            </a:xfrm>
            <a:custGeom>
              <a:rect b="b" l="l" r="r" t="t"/>
              <a:pathLst>
                <a:path extrusionOk="0" h="194" w="64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42"/>
            <p:cNvSpPr/>
            <p:nvPr/>
          </p:nvSpPr>
          <p:spPr>
            <a:xfrm>
              <a:off x="4002092" y="4999728"/>
              <a:ext cx="275015" cy="108132"/>
            </a:xfrm>
            <a:custGeom>
              <a:rect b="b" l="l" r="r" t="t"/>
              <a:pathLst>
                <a:path extrusionOk="0" h="190" w="483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42"/>
            <p:cNvSpPr/>
            <p:nvPr/>
          </p:nvSpPr>
          <p:spPr>
            <a:xfrm>
              <a:off x="3780312" y="4519014"/>
              <a:ext cx="718575" cy="115145"/>
            </a:xfrm>
            <a:custGeom>
              <a:rect b="b" l="l" r="r" t="t"/>
              <a:pathLst>
                <a:path extrusionOk="0" h="202" w="1261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42"/>
            <p:cNvSpPr/>
            <p:nvPr/>
          </p:nvSpPr>
          <p:spPr>
            <a:xfrm>
              <a:off x="3868662" y="4710395"/>
              <a:ext cx="541875" cy="112657"/>
            </a:xfrm>
            <a:custGeom>
              <a:rect b="b" l="l" r="r" t="t"/>
              <a:pathLst>
                <a:path extrusionOk="0" h="198" w="951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42"/>
            <p:cNvSpPr/>
            <p:nvPr/>
          </p:nvSpPr>
          <p:spPr>
            <a:xfrm>
              <a:off x="3824940" y="4614704"/>
              <a:ext cx="629543" cy="114014"/>
            </a:xfrm>
            <a:custGeom>
              <a:rect b="b" l="l" r="r" t="t"/>
              <a:pathLst>
                <a:path extrusionOk="0" h="200" w="1105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42"/>
            <p:cNvSpPr/>
            <p:nvPr/>
          </p:nvSpPr>
          <p:spPr>
            <a:xfrm>
              <a:off x="3912610" y="4806085"/>
              <a:ext cx="453525" cy="112204"/>
            </a:xfrm>
            <a:custGeom>
              <a:rect b="b" l="l" r="r" t="t"/>
              <a:pathLst>
                <a:path extrusionOk="0" h="197" w="796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42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0" name="Google Shape;1040;p42"/>
          <p:cNvGrpSpPr/>
          <p:nvPr/>
        </p:nvGrpSpPr>
        <p:grpSpPr>
          <a:xfrm>
            <a:off x="424933" y="2972048"/>
            <a:ext cx="445680" cy="430613"/>
            <a:chOff x="557494" y="4436312"/>
            <a:chExt cx="720000" cy="695660"/>
          </a:xfrm>
        </p:grpSpPr>
        <p:sp>
          <p:nvSpPr>
            <p:cNvPr id="1041" name="Google Shape;1041;p42"/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42"/>
            <p:cNvSpPr/>
            <p:nvPr/>
          </p:nvSpPr>
          <p:spPr>
            <a:xfrm>
              <a:off x="651816" y="4730082"/>
              <a:ext cx="533789" cy="218575"/>
            </a:xfrm>
            <a:custGeom>
              <a:rect b="b" l="l" r="r" t="t"/>
              <a:pathLst>
                <a:path extrusionOk="0" h="325" w="791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42"/>
            <p:cNvSpPr/>
            <p:nvPr/>
          </p:nvSpPr>
          <p:spPr>
            <a:xfrm>
              <a:off x="564298" y="4539996"/>
              <a:ext cx="709060" cy="225815"/>
            </a:xfrm>
            <a:custGeom>
              <a:rect b="b" l="l" r="r" t="t"/>
              <a:pathLst>
                <a:path extrusionOk="0" h="336" w="1051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42"/>
            <p:cNvSpPr/>
            <p:nvPr/>
          </p:nvSpPr>
          <p:spPr>
            <a:xfrm>
              <a:off x="739569" y="4921102"/>
              <a:ext cx="357815" cy="210870"/>
            </a:xfrm>
            <a:custGeom>
              <a:rect b="b" l="l" r="r" t="t"/>
              <a:pathLst>
                <a:path extrusionOk="0" h="314" w="53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5" name="Google Shape;1045;p42"/>
          <p:cNvGrpSpPr/>
          <p:nvPr/>
        </p:nvGrpSpPr>
        <p:grpSpPr>
          <a:xfrm>
            <a:off x="3630155" y="2964459"/>
            <a:ext cx="445833" cy="445792"/>
            <a:chOff x="5926265" y="4424051"/>
            <a:chExt cx="720246" cy="720181"/>
          </a:xfrm>
        </p:grpSpPr>
        <p:sp>
          <p:nvSpPr>
            <p:cNvPr id="1046" name="Google Shape;1046;p42"/>
            <p:cNvSpPr/>
            <p:nvPr/>
          </p:nvSpPr>
          <p:spPr>
            <a:xfrm>
              <a:off x="5926265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42"/>
            <p:cNvSpPr/>
            <p:nvPr/>
          </p:nvSpPr>
          <p:spPr>
            <a:xfrm>
              <a:off x="5926265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42"/>
            <p:cNvSpPr/>
            <p:nvPr/>
          </p:nvSpPr>
          <p:spPr>
            <a:xfrm>
              <a:off x="6290862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42"/>
            <p:cNvSpPr/>
            <p:nvPr/>
          </p:nvSpPr>
          <p:spPr>
            <a:xfrm>
              <a:off x="6290862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0" name="Google Shape;1050;p42"/>
          <p:cNvGrpSpPr/>
          <p:nvPr/>
        </p:nvGrpSpPr>
        <p:grpSpPr>
          <a:xfrm>
            <a:off x="1065916" y="2984013"/>
            <a:ext cx="445680" cy="406684"/>
            <a:chOff x="1631150" y="4455641"/>
            <a:chExt cx="720000" cy="657002"/>
          </a:xfrm>
        </p:grpSpPr>
        <p:sp>
          <p:nvSpPr>
            <p:cNvPr id="1051" name="Google Shape;1051;p42"/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42"/>
            <p:cNvSpPr/>
            <p:nvPr/>
          </p:nvSpPr>
          <p:spPr>
            <a:xfrm>
              <a:off x="1846141" y="4957304"/>
              <a:ext cx="293050" cy="155339"/>
            </a:xfrm>
            <a:custGeom>
              <a:rect b="b" l="l" r="r" t="t"/>
              <a:pathLst>
                <a:path extrusionOk="0" h="245" w="462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42"/>
            <p:cNvSpPr/>
            <p:nvPr/>
          </p:nvSpPr>
          <p:spPr>
            <a:xfrm>
              <a:off x="1776241" y="4814286"/>
              <a:ext cx="431967" cy="161500"/>
            </a:xfrm>
            <a:custGeom>
              <a:rect b="b" l="l" r="r" t="t"/>
              <a:pathLst>
                <a:path extrusionOk="0" h="255" w="681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42"/>
            <p:cNvSpPr/>
            <p:nvPr/>
          </p:nvSpPr>
          <p:spPr>
            <a:xfrm>
              <a:off x="1639308" y="4531550"/>
              <a:ext cx="706054" cy="169201"/>
            </a:xfrm>
            <a:custGeom>
              <a:rect b="b" l="l" r="r" t="t"/>
              <a:pathLst>
                <a:path extrusionOk="0" h="267" w="1113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42"/>
            <p:cNvSpPr/>
            <p:nvPr/>
          </p:nvSpPr>
          <p:spPr>
            <a:xfrm>
              <a:off x="1708546" y="4674128"/>
              <a:ext cx="567578" cy="164141"/>
            </a:xfrm>
            <a:custGeom>
              <a:rect b="b" l="l" r="r" t="t"/>
              <a:pathLst>
                <a:path extrusionOk="0" h="259" w="895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6" name="Google Shape;1056;p42"/>
          <p:cNvGrpSpPr/>
          <p:nvPr/>
        </p:nvGrpSpPr>
        <p:grpSpPr>
          <a:xfrm>
            <a:off x="1706945" y="2983429"/>
            <a:ext cx="445680" cy="407853"/>
            <a:chOff x="2704878" y="4454697"/>
            <a:chExt cx="720000" cy="658889"/>
          </a:xfrm>
        </p:grpSpPr>
        <p:sp>
          <p:nvSpPr>
            <p:cNvPr id="1057" name="Google Shape;1057;p42"/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42"/>
            <p:cNvSpPr/>
            <p:nvPr/>
          </p:nvSpPr>
          <p:spPr>
            <a:xfrm>
              <a:off x="2824150" y="4749732"/>
              <a:ext cx="484183" cy="135418"/>
            </a:xfrm>
            <a:custGeom>
              <a:rect b="b" l="l" r="r" t="t"/>
              <a:pathLst>
                <a:path extrusionOk="0" h="205" w="735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42"/>
            <p:cNvSpPr/>
            <p:nvPr/>
          </p:nvSpPr>
          <p:spPr>
            <a:xfrm>
              <a:off x="2939432" y="4986160"/>
              <a:ext cx="253620" cy="127427"/>
            </a:xfrm>
            <a:custGeom>
              <a:rect b="b" l="l" r="r" t="t"/>
              <a:pathLst>
                <a:path extrusionOk="0" h="193" w="385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42"/>
            <p:cNvSpPr/>
            <p:nvPr/>
          </p:nvSpPr>
          <p:spPr>
            <a:xfrm>
              <a:off x="2882012" y="4868057"/>
              <a:ext cx="368237" cy="131423"/>
            </a:xfrm>
            <a:custGeom>
              <a:rect b="b" l="l" r="r" t="t"/>
              <a:pathLst>
                <a:path extrusionOk="0" h="199" w="559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42"/>
            <p:cNvSpPr/>
            <p:nvPr/>
          </p:nvSpPr>
          <p:spPr>
            <a:xfrm>
              <a:off x="2710863" y="4516635"/>
              <a:ext cx="710756" cy="140081"/>
            </a:xfrm>
            <a:custGeom>
              <a:rect b="b" l="l" r="r" t="t"/>
              <a:pathLst>
                <a:path extrusionOk="0" h="212" w="1079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42"/>
            <p:cNvSpPr/>
            <p:nvPr/>
          </p:nvSpPr>
          <p:spPr>
            <a:xfrm>
              <a:off x="2768061" y="4634293"/>
              <a:ext cx="596361" cy="136528"/>
            </a:xfrm>
            <a:custGeom>
              <a:rect b="b" l="l" r="r" t="t"/>
              <a:pathLst>
                <a:path extrusionOk="0" h="207" w="905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3" name="Google Shape;1063;p42"/>
          <p:cNvGrpSpPr/>
          <p:nvPr/>
        </p:nvGrpSpPr>
        <p:grpSpPr>
          <a:xfrm>
            <a:off x="2989216" y="2985387"/>
            <a:ext cx="445549" cy="403935"/>
            <a:chOff x="4852681" y="4457861"/>
            <a:chExt cx="719788" cy="652561"/>
          </a:xfrm>
        </p:grpSpPr>
        <p:sp>
          <p:nvSpPr>
            <p:cNvPr id="1064" name="Google Shape;1064;p42"/>
            <p:cNvSpPr/>
            <p:nvPr/>
          </p:nvSpPr>
          <p:spPr>
            <a:xfrm>
              <a:off x="5209000" y="4739226"/>
              <a:ext cx="363469" cy="371197"/>
            </a:xfrm>
            <a:custGeom>
              <a:rect b="b" l="l" r="r" t="t"/>
              <a:pathLst>
                <a:path extrusionOk="0" h="641" w="629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42"/>
            <p:cNvSpPr/>
            <p:nvPr/>
          </p:nvSpPr>
          <p:spPr>
            <a:xfrm>
              <a:off x="4852681" y="4739226"/>
              <a:ext cx="363265" cy="371197"/>
            </a:xfrm>
            <a:custGeom>
              <a:rect b="b" l="l" r="r" t="t"/>
              <a:pathLst>
                <a:path extrusionOk="0" h="641" w="629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42"/>
            <p:cNvSpPr/>
            <p:nvPr/>
          </p:nvSpPr>
          <p:spPr>
            <a:xfrm>
              <a:off x="5044529" y="4457861"/>
              <a:ext cx="336092" cy="363011"/>
            </a:xfrm>
            <a:custGeom>
              <a:rect b="b" l="l" r="r" t="t"/>
              <a:pathLst>
                <a:path extrusionOk="0" h="627" w="582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7" name="Google Shape;1067;p42"/>
          <p:cNvGrpSpPr/>
          <p:nvPr/>
        </p:nvGrpSpPr>
        <p:grpSpPr>
          <a:xfrm>
            <a:off x="4271377" y="2975824"/>
            <a:ext cx="445818" cy="423063"/>
            <a:chOff x="7000306" y="4442411"/>
            <a:chExt cx="720224" cy="683463"/>
          </a:xfrm>
        </p:grpSpPr>
        <p:sp>
          <p:nvSpPr>
            <p:cNvPr id="1068" name="Google Shape;1068;p42"/>
            <p:cNvSpPr/>
            <p:nvPr/>
          </p:nvSpPr>
          <p:spPr>
            <a:xfrm>
              <a:off x="7360523" y="4580400"/>
              <a:ext cx="360007" cy="280995"/>
            </a:xfrm>
            <a:custGeom>
              <a:rect b="b" l="l" r="r" t="t"/>
              <a:pathLst>
                <a:path extrusionOk="0" h="548" w="701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42"/>
            <p:cNvSpPr/>
            <p:nvPr/>
          </p:nvSpPr>
          <p:spPr>
            <a:xfrm>
              <a:off x="7359894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42"/>
            <p:cNvSpPr/>
            <p:nvPr/>
          </p:nvSpPr>
          <p:spPr>
            <a:xfrm>
              <a:off x="7079935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42"/>
            <p:cNvSpPr/>
            <p:nvPr/>
          </p:nvSpPr>
          <p:spPr>
            <a:xfrm>
              <a:off x="7000306" y="4580400"/>
              <a:ext cx="360216" cy="280995"/>
            </a:xfrm>
            <a:custGeom>
              <a:rect b="b" l="l" r="r" t="t"/>
              <a:pathLst>
                <a:path extrusionOk="0" h="548" w="701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42"/>
            <p:cNvSpPr/>
            <p:nvPr/>
          </p:nvSpPr>
          <p:spPr>
            <a:xfrm>
              <a:off x="7228925" y="4442411"/>
              <a:ext cx="262985" cy="354379"/>
            </a:xfrm>
            <a:custGeom>
              <a:rect b="b" l="l" r="r" t="t"/>
              <a:pathLst>
                <a:path extrusionOk="0" h="691" w="512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3" name="Google Shape;1073;p42"/>
          <p:cNvGrpSpPr/>
          <p:nvPr/>
        </p:nvGrpSpPr>
        <p:grpSpPr>
          <a:xfrm>
            <a:off x="4912585" y="2973621"/>
            <a:ext cx="445779" cy="427468"/>
            <a:chOff x="8074325" y="4438852"/>
            <a:chExt cx="720160" cy="690579"/>
          </a:xfrm>
        </p:grpSpPr>
        <p:sp>
          <p:nvSpPr>
            <p:cNvPr id="1074" name="Google Shape;1074;p42"/>
            <p:cNvSpPr/>
            <p:nvPr/>
          </p:nvSpPr>
          <p:spPr>
            <a:xfrm>
              <a:off x="8177523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42"/>
            <p:cNvSpPr/>
            <p:nvPr/>
          </p:nvSpPr>
          <p:spPr>
            <a:xfrm>
              <a:off x="8434850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42"/>
            <p:cNvSpPr/>
            <p:nvPr/>
          </p:nvSpPr>
          <p:spPr>
            <a:xfrm>
              <a:off x="8434850" y="4663708"/>
              <a:ext cx="359635" cy="240202"/>
            </a:xfrm>
            <a:custGeom>
              <a:rect b="b" l="l" r="r" t="t"/>
              <a:pathLst>
                <a:path extrusionOk="0" h="375" w="562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42"/>
            <p:cNvSpPr/>
            <p:nvPr/>
          </p:nvSpPr>
          <p:spPr>
            <a:xfrm>
              <a:off x="8434850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42"/>
            <p:cNvSpPr/>
            <p:nvPr/>
          </p:nvSpPr>
          <p:spPr>
            <a:xfrm>
              <a:off x="8074325" y="4663708"/>
              <a:ext cx="360524" cy="240202"/>
            </a:xfrm>
            <a:custGeom>
              <a:rect b="b" l="l" r="r" t="t"/>
              <a:pathLst>
                <a:path extrusionOk="0" h="375" w="563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42"/>
            <p:cNvSpPr/>
            <p:nvPr/>
          </p:nvSpPr>
          <p:spPr>
            <a:xfrm>
              <a:off x="8177523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0" name="Google Shape;1080;p42"/>
          <p:cNvGrpSpPr/>
          <p:nvPr/>
        </p:nvGrpSpPr>
        <p:grpSpPr>
          <a:xfrm>
            <a:off x="6194930" y="2987570"/>
            <a:ext cx="445629" cy="399565"/>
            <a:chOff x="9878975" y="4425243"/>
            <a:chExt cx="719918" cy="645502"/>
          </a:xfrm>
        </p:grpSpPr>
        <p:sp>
          <p:nvSpPr>
            <p:cNvPr id="1081" name="Google Shape;1081;p42"/>
            <p:cNvSpPr/>
            <p:nvPr/>
          </p:nvSpPr>
          <p:spPr>
            <a:xfrm>
              <a:off x="10225338" y="4708710"/>
              <a:ext cx="373555" cy="362034"/>
            </a:xfrm>
            <a:custGeom>
              <a:rect b="b" l="l" r="r" t="t"/>
              <a:pathLst>
                <a:path extrusionOk="0" h="614" w="635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42"/>
            <p:cNvSpPr/>
            <p:nvPr/>
          </p:nvSpPr>
          <p:spPr>
            <a:xfrm>
              <a:off x="10067759" y="4425243"/>
              <a:ext cx="361073" cy="361365"/>
            </a:xfrm>
            <a:custGeom>
              <a:rect b="b" l="l" r="r" t="t"/>
              <a:pathLst>
                <a:path extrusionOk="0" h="613" w="614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42"/>
            <p:cNvSpPr/>
            <p:nvPr/>
          </p:nvSpPr>
          <p:spPr>
            <a:xfrm>
              <a:off x="9878975" y="4708710"/>
              <a:ext cx="359959" cy="362034"/>
            </a:xfrm>
            <a:custGeom>
              <a:rect b="b" l="l" r="r" t="t"/>
              <a:pathLst>
                <a:path extrusionOk="0" h="614" w="612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4" name="Google Shape;1084;p42"/>
          <p:cNvGrpSpPr/>
          <p:nvPr/>
        </p:nvGrpSpPr>
        <p:grpSpPr>
          <a:xfrm>
            <a:off x="6835947" y="2976371"/>
            <a:ext cx="445785" cy="421964"/>
            <a:chOff x="10914544" y="4407150"/>
            <a:chExt cx="720170" cy="681687"/>
          </a:xfrm>
        </p:grpSpPr>
        <p:sp>
          <p:nvSpPr>
            <p:cNvPr id="1085" name="Google Shape;1085;p42"/>
            <p:cNvSpPr/>
            <p:nvPr/>
          </p:nvSpPr>
          <p:spPr>
            <a:xfrm>
              <a:off x="10914544" y="4407150"/>
              <a:ext cx="349099" cy="392923"/>
            </a:xfrm>
            <a:custGeom>
              <a:rect b="b" l="l" r="r" t="t"/>
              <a:pathLst>
                <a:path extrusionOk="0" h="712" w="632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42"/>
            <p:cNvSpPr/>
            <p:nvPr/>
          </p:nvSpPr>
          <p:spPr>
            <a:xfrm>
              <a:off x="10933187" y="4759296"/>
              <a:ext cx="393264" cy="329541"/>
            </a:xfrm>
            <a:custGeom>
              <a:rect b="b" l="l" r="r" t="t"/>
              <a:pathLst>
                <a:path extrusionOk="0" h="597" w="712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42"/>
            <p:cNvSpPr/>
            <p:nvPr/>
          </p:nvSpPr>
          <p:spPr>
            <a:xfrm>
              <a:off x="11285615" y="4696357"/>
              <a:ext cx="330458" cy="392479"/>
            </a:xfrm>
            <a:custGeom>
              <a:rect b="b" l="l" r="r" t="t"/>
              <a:pathLst>
                <a:path extrusionOk="0" h="711" w="598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42"/>
            <p:cNvSpPr/>
            <p:nvPr/>
          </p:nvSpPr>
          <p:spPr>
            <a:xfrm>
              <a:off x="11222808" y="4407150"/>
              <a:ext cx="411906" cy="329541"/>
            </a:xfrm>
            <a:custGeom>
              <a:rect b="b" l="l" r="r" t="t"/>
              <a:pathLst>
                <a:path extrusionOk="0" h="597" w="746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9" name="Google Shape;1089;p42"/>
          <p:cNvGrpSpPr/>
          <p:nvPr/>
        </p:nvGrpSpPr>
        <p:grpSpPr>
          <a:xfrm>
            <a:off x="5553737" y="2984485"/>
            <a:ext cx="445805" cy="405735"/>
            <a:chOff x="8843122" y="4420259"/>
            <a:chExt cx="720202" cy="655469"/>
          </a:xfrm>
        </p:grpSpPr>
        <p:sp>
          <p:nvSpPr>
            <p:cNvPr id="1090" name="Google Shape;1090;p42"/>
            <p:cNvSpPr/>
            <p:nvPr/>
          </p:nvSpPr>
          <p:spPr>
            <a:xfrm>
              <a:off x="8843122" y="4664371"/>
              <a:ext cx="351295" cy="411356"/>
            </a:xfrm>
            <a:custGeom>
              <a:rect b="b" l="l" r="r" t="t"/>
              <a:pathLst>
                <a:path extrusionOk="0" h="618" w="53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42"/>
            <p:cNvSpPr/>
            <p:nvPr/>
          </p:nvSpPr>
          <p:spPr>
            <a:xfrm>
              <a:off x="9232824" y="4664371"/>
              <a:ext cx="330500" cy="411356"/>
            </a:xfrm>
            <a:custGeom>
              <a:rect b="b" l="l" r="r" t="t"/>
              <a:pathLst>
                <a:path extrusionOk="0" h="618" w="499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42"/>
            <p:cNvSpPr/>
            <p:nvPr/>
          </p:nvSpPr>
          <p:spPr>
            <a:xfrm>
              <a:off x="9108305" y="4859367"/>
              <a:ext cx="210630" cy="182470"/>
            </a:xfrm>
            <a:custGeom>
              <a:rect b="b" l="l" r="r" t="t"/>
              <a:pathLst>
                <a:path extrusionOk="0" h="274" w="318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42"/>
            <p:cNvSpPr/>
            <p:nvPr/>
          </p:nvSpPr>
          <p:spPr>
            <a:xfrm>
              <a:off x="8990881" y="4420259"/>
              <a:ext cx="445234" cy="224220"/>
            </a:xfrm>
            <a:custGeom>
              <a:rect b="b" l="l" r="r" t="t"/>
              <a:pathLst>
                <a:path extrusionOk="0" h="337" w="672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42"/>
            <p:cNvSpPr/>
            <p:nvPr/>
          </p:nvSpPr>
          <p:spPr>
            <a:xfrm>
              <a:off x="8988924" y="4625814"/>
              <a:ext cx="207939" cy="207766"/>
            </a:xfrm>
            <a:custGeom>
              <a:rect b="b" l="l" r="r" t="t"/>
              <a:pathLst>
                <a:path extrusionOk="0" h="312" w="314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42"/>
            <p:cNvSpPr/>
            <p:nvPr/>
          </p:nvSpPr>
          <p:spPr>
            <a:xfrm>
              <a:off x="9232824" y="4627288"/>
              <a:ext cx="203291" cy="203591"/>
            </a:xfrm>
            <a:custGeom>
              <a:rect b="b" l="l" r="r" t="t"/>
              <a:pathLst>
                <a:path extrusionOk="0" h="306" w="307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6" name="Google Shape;1096;p42"/>
          <p:cNvGrpSpPr/>
          <p:nvPr/>
        </p:nvGrpSpPr>
        <p:grpSpPr>
          <a:xfrm>
            <a:off x="2356607" y="2283047"/>
            <a:ext cx="445812" cy="394518"/>
            <a:chOff x="1510757" y="3225422"/>
            <a:chExt cx="720214" cy="637347"/>
          </a:xfrm>
        </p:grpSpPr>
        <p:sp>
          <p:nvSpPr>
            <p:cNvPr id="1097" name="Google Shape;1097;p42"/>
            <p:cNvSpPr/>
            <p:nvPr/>
          </p:nvSpPr>
          <p:spPr>
            <a:xfrm>
              <a:off x="1774546" y="3475620"/>
              <a:ext cx="261417" cy="238347"/>
            </a:xfrm>
            <a:custGeom>
              <a:rect b="b" l="l" r="r" t="t"/>
              <a:pathLst>
                <a:path extrusionOk="0" h="351" w="385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42"/>
            <p:cNvSpPr/>
            <p:nvPr/>
          </p:nvSpPr>
          <p:spPr>
            <a:xfrm>
              <a:off x="2000650" y="3426634"/>
              <a:ext cx="230321" cy="296287"/>
            </a:xfrm>
            <a:custGeom>
              <a:rect b="b" l="l" r="r" t="t"/>
              <a:pathLst>
                <a:path extrusionOk="0" h="436" w="339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42"/>
            <p:cNvSpPr/>
            <p:nvPr/>
          </p:nvSpPr>
          <p:spPr>
            <a:xfrm>
              <a:off x="1774546" y="3225422"/>
              <a:ext cx="211874" cy="236503"/>
            </a:xfrm>
            <a:custGeom>
              <a:rect b="b" l="l" r="r" t="t"/>
              <a:pathLst>
                <a:path extrusionOk="0" h="348" w="312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42"/>
            <p:cNvSpPr/>
            <p:nvPr/>
          </p:nvSpPr>
          <p:spPr>
            <a:xfrm>
              <a:off x="1951107" y="3243857"/>
              <a:ext cx="274329" cy="218067"/>
            </a:xfrm>
            <a:custGeom>
              <a:rect b="b" l="l" r="r" t="t"/>
              <a:pathLst>
                <a:path extrusionOk="0" h="321" w="404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42"/>
            <p:cNvSpPr/>
            <p:nvPr/>
          </p:nvSpPr>
          <p:spPr>
            <a:xfrm>
              <a:off x="1858610" y="3710542"/>
              <a:ext cx="173926" cy="152226"/>
            </a:xfrm>
            <a:custGeom>
              <a:rect b="b" l="l" r="r" t="t"/>
              <a:pathLst>
                <a:path extrusionOk="0" h="224" w="256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42"/>
            <p:cNvSpPr/>
            <p:nvPr/>
          </p:nvSpPr>
          <p:spPr>
            <a:xfrm>
              <a:off x="1521825" y="3426634"/>
              <a:ext cx="288560" cy="234396"/>
            </a:xfrm>
            <a:custGeom>
              <a:rect b="b" l="l" r="r" t="t"/>
              <a:pathLst>
                <a:path extrusionOk="0" h="345" w="425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42"/>
            <p:cNvSpPr/>
            <p:nvPr/>
          </p:nvSpPr>
          <p:spPr>
            <a:xfrm>
              <a:off x="1510757" y="3234903"/>
              <a:ext cx="299628" cy="227021"/>
            </a:xfrm>
            <a:custGeom>
              <a:rect b="b" l="l" r="r" t="t"/>
              <a:pathLst>
                <a:path extrusionOk="0" h="334" w="441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4" name="Google Shape;1104;p42"/>
          <p:cNvGrpSpPr/>
          <p:nvPr/>
        </p:nvGrpSpPr>
        <p:grpSpPr>
          <a:xfrm>
            <a:off x="3047998" y="2300567"/>
            <a:ext cx="445767" cy="359478"/>
            <a:chOff x="2595501" y="3253725"/>
            <a:chExt cx="720141" cy="580739"/>
          </a:xfrm>
        </p:grpSpPr>
        <p:sp>
          <p:nvSpPr>
            <p:cNvPr id="1105" name="Google Shape;1105;p42"/>
            <p:cNvSpPr/>
            <p:nvPr/>
          </p:nvSpPr>
          <p:spPr>
            <a:xfrm>
              <a:off x="2595501" y="3269807"/>
              <a:ext cx="416349" cy="273171"/>
            </a:xfrm>
            <a:custGeom>
              <a:rect b="b" l="l" r="r" t="t"/>
              <a:pathLst>
                <a:path extrusionOk="0" h="472" w="722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42"/>
            <p:cNvSpPr/>
            <p:nvPr/>
          </p:nvSpPr>
          <p:spPr>
            <a:xfrm>
              <a:off x="2903528" y="3560177"/>
              <a:ext cx="374670" cy="273617"/>
            </a:xfrm>
            <a:custGeom>
              <a:rect b="b" l="l" r="r" t="t"/>
              <a:pathLst>
                <a:path extrusionOk="0" h="473" w="65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42"/>
            <p:cNvSpPr/>
            <p:nvPr/>
          </p:nvSpPr>
          <p:spPr>
            <a:xfrm>
              <a:off x="2635397" y="3497189"/>
              <a:ext cx="313600" cy="337276"/>
            </a:xfrm>
            <a:custGeom>
              <a:rect b="b" l="l" r="r" t="t"/>
              <a:pathLst>
                <a:path extrusionOk="0" h="583" w="544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42"/>
            <p:cNvSpPr/>
            <p:nvPr/>
          </p:nvSpPr>
          <p:spPr>
            <a:xfrm>
              <a:off x="2966382" y="3253725"/>
              <a:ext cx="349261" cy="352241"/>
            </a:xfrm>
            <a:custGeom>
              <a:rect b="b" l="l" r="r" t="t"/>
              <a:pathLst>
                <a:path extrusionOk="0" h="609" w="606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9" name="Google Shape;1109;p42"/>
          <p:cNvGrpSpPr/>
          <p:nvPr/>
        </p:nvGrpSpPr>
        <p:grpSpPr>
          <a:xfrm>
            <a:off x="4430669" y="2257535"/>
            <a:ext cx="443879" cy="445541"/>
            <a:chOff x="4764809" y="3184208"/>
            <a:chExt cx="717090" cy="719775"/>
          </a:xfrm>
        </p:grpSpPr>
        <p:sp>
          <p:nvSpPr>
            <p:cNvPr id="1110" name="Google Shape;1110;p42"/>
            <p:cNvSpPr/>
            <p:nvPr/>
          </p:nvSpPr>
          <p:spPr>
            <a:xfrm>
              <a:off x="5143387" y="3232375"/>
              <a:ext cx="338512" cy="556553"/>
            </a:xfrm>
            <a:custGeom>
              <a:rect b="b" l="l" r="r" t="t"/>
              <a:pathLst>
                <a:path extrusionOk="0" h="847" w="517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42"/>
            <p:cNvSpPr/>
            <p:nvPr/>
          </p:nvSpPr>
          <p:spPr>
            <a:xfrm>
              <a:off x="4783248" y="3418197"/>
              <a:ext cx="616697" cy="485785"/>
            </a:xfrm>
            <a:custGeom>
              <a:rect b="b" l="l" r="r" t="t"/>
              <a:pathLst>
                <a:path extrusionOk="0" h="739" w="942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42"/>
            <p:cNvSpPr/>
            <p:nvPr/>
          </p:nvSpPr>
          <p:spPr>
            <a:xfrm>
              <a:off x="4764809" y="3184208"/>
              <a:ext cx="585965" cy="520485"/>
            </a:xfrm>
            <a:custGeom>
              <a:rect b="b" l="l" r="r" t="t"/>
              <a:pathLst>
                <a:path extrusionOk="0" h="792" w="895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3" name="Google Shape;1113;p42"/>
          <p:cNvGrpSpPr/>
          <p:nvPr/>
        </p:nvGrpSpPr>
        <p:grpSpPr>
          <a:xfrm>
            <a:off x="3739345" y="2286500"/>
            <a:ext cx="445746" cy="387612"/>
            <a:chOff x="3680173" y="3231000"/>
            <a:chExt cx="720106" cy="626190"/>
          </a:xfrm>
        </p:grpSpPr>
        <p:sp>
          <p:nvSpPr>
            <p:cNvPr id="1114" name="Google Shape;1114;p42"/>
            <p:cNvSpPr/>
            <p:nvPr/>
          </p:nvSpPr>
          <p:spPr>
            <a:xfrm>
              <a:off x="3680173" y="3232386"/>
              <a:ext cx="468746" cy="451568"/>
            </a:xfrm>
            <a:custGeom>
              <a:rect b="b" l="l" r="r" t="t"/>
              <a:pathLst>
                <a:path extrusionOk="0" h="326" w="341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42"/>
            <p:cNvSpPr/>
            <p:nvPr/>
          </p:nvSpPr>
          <p:spPr>
            <a:xfrm>
              <a:off x="3743529" y="3408162"/>
              <a:ext cx="548171" cy="449028"/>
            </a:xfrm>
            <a:custGeom>
              <a:rect b="b" l="l" r="r" t="t"/>
              <a:pathLst>
                <a:path extrusionOk="0" h="324" w="399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42"/>
            <p:cNvSpPr/>
            <p:nvPr/>
          </p:nvSpPr>
          <p:spPr>
            <a:xfrm>
              <a:off x="4061000" y="3231000"/>
              <a:ext cx="339279" cy="508390"/>
            </a:xfrm>
            <a:custGeom>
              <a:rect b="b" l="l" r="r" t="t"/>
              <a:pathLst>
                <a:path extrusionOk="0" h="367" w="247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7" name="Google Shape;1117;p42"/>
          <p:cNvGrpSpPr/>
          <p:nvPr/>
        </p:nvGrpSpPr>
        <p:grpSpPr>
          <a:xfrm>
            <a:off x="5811432" y="2257496"/>
            <a:ext cx="443283" cy="445620"/>
            <a:chOff x="6931035" y="3184144"/>
            <a:chExt cx="716128" cy="719903"/>
          </a:xfrm>
        </p:grpSpPr>
        <p:sp>
          <p:nvSpPr>
            <p:cNvPr id="1118" name="Google Shape;1118;p42"/>
            <p:cNvSpPr/>
            <p:nvPr/>
          </p:nvSpPr>
          <p:spPr>
            <a:xfrm>
              <a:off x="7304099" y="3430106"/>
              <a:ext cx="343064" cy="228463"/>
            </a:xfrm>
            <a:custGeom>
              <a:rect b="b" l="l" r="r" t="t"/>
              <a:pathLst>
                <a:path extrusionOk="0" h="391" w="59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42"/>
            <p:cNvSpPr/>
            <p:nvPr/>
          </p:nvSpPr>
          <p:spPr>
            <a:xfrm>
              <a:off x="6931035" y="3430106"/>
              <a:ext cx="343548" cy="228463"/>
            </a:xfrm>
            <a:custGeom>
              <a:rect b="b" l="l" r="r" t="t"/>
              <a:pathLst>
                <a:path extrusionOk="0" h="391" w="591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42"/>
            <p:cNvSpPr/>
            <p:nvPr/>
          </p:nvSpPr>
          <p:spPr>
            <a:xfrm>
              <a:off x="7175631" y="3184144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42"/>
            <p:cNvSpPr/>
            <p:nvPr/>
          </p:nvSpPr>
          <p:spPr>
            <a:xfrm>
              <a:off x="7175631" y="3558678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2" name="Google Shape;1122;p42"/>
          <p:cNvGrpSpPr/>
          <p:nvPr/>
        </p:nvGrpSpPr>
        <p:grpSpPr>
          <a:xfrm>
            <a:off x="5120126" y="2257448"/>
            <a:ext cx="445727" cy="445714"/>
            <a:chOff x="5846429" y="3184067"/>
            <a:chExt cx="720076" cy="720055"/>
          </a:xfrm>
        </p:grpSpPr>
        <p:sp>
          <p:nvSpPr>
            <p:cNvPr id="1123" name="Google Shape;1123;p42"/>
            <p:cNvSpPr/>
            <p:nvPr/>
          </p:nvSpPr>
          <p:spPr>
            <a:xfrm>
              <a:off x="6207893" y="3184067"/>
              <a:ext cx="355998" cy="422879"/>
            </a:xfrm>
            <a:custGeom>
              <a:rect b="b" l="l" r="r" t="t"/>
              <a:pathLst>
                <a:path extrusionOk="0" h="642" w="54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42"/>
            <p:cNvSpPr/>
            <p:nvPr/>
          </p:nvSpPr>
          <p:spPr>
            <a:xfrm>
              <a:off x="5846429" y="3186676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42"/>
            <p:cNvSpPr/>
            <p:nvPr/>
          </p:nvSpPr>
          <p:spPr>
            <a:xfrm>
              <a:off x="5849043" y="3481007"/>
              <a:ext cx="355998" cy="423115"/>
            </a:xfrm>
            <a:custGeom>
              <a:rect b="b" l="l" r="r" t="t"/>
              <a:pathLst>
                <a:path extrusionOk="0" h="642" w="54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42"/>
            <p:cNvSpPr/>
            <p:nvPr/>
          </p:nvSpPr>
          <p:spPr>
            <a:xfrm>
              <a:off x="6143252" y="3545755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7" name="Google Shape;1127;p42"/>
          <p:cNvGrpSpPr/>
          <p:nvPr/>
        </p:nvGrpSpPr>
        <p:grpSpPr>
          <a:xfrm>
            <a:off x="1807331" y="2257393"/>
            <a:ext cx="303698" cy="445825"/>
            <a:chOff x="655600" y="3183978"/>
            <a:chExt cx="490627" cy="720234"/>
          </a:xfrm>
        </p:grpSpPr>
        <p:sp>
          <p:nvSpPr>
            <p:cNvPr id="1128" name="Google Shape;1128;p42"/>
            <p:cNvSpPr/>
            <p:nvPr/>
          </p:nvSpPr>
          <p:spPr>
            <a:xfrm>
              <a:off x="781315" y="3461564"/>
              <a:ext cx="274086" cy="162243"/>
            </a:xfrm>
            <a:custGeom>
              <a:rect b="b" l="l" r="r" t="t"/>
              <a:pathLst>
                <a:path extrusionOk="0" h="302" w="513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42"/>
            <p:cNvSpPr/>
            <p:nvPr/>
          </p:nvSpPr>
          <p:spPr>
            <a:xfrm>
              <a:off x="850087" y="3183978"/>
              <a:ext cx="259850" cy="244775"/>
            </a:xfrm>
            <a:custGeom>
              <a:rect b="b" l="l" r="r" t="t"/>
              <a:pathLst>
                <a:path extrusionOk="0" h="456" w="486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42"/>
            <p:cNvSpPr/>
            <p:nvPr/>
          </p:nvSpPr>
          <p:spPr>
            <a:xfrm>
              <a:off x="655600" y="3264496"/>
              <a:ext cx="213333" cy="294294"/>
            </a:xfrm>
            <a:custGeom>
              <a:rect b="b" l="l" r="r" t="t"/>
              <a:pathLst>
                <a:path extrusionOk="0" h="548" w="399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42"/>
            <p:cNvSpPr/>
            <p:nvPr/>
          </p:nvSpPr>
          <p:spPr>
            <a:xfrm>
              <a:off x="673846" y="3654405"/>
              <a:ext cx="303960" cy="249807"/>
            </a:xfrm>
            <a:custGeom>
              <a:rect b="b" l="l" r="r" t="t"/>
              <a:pathLst>
                <a:path extrusionOk="0" h="465" w="569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42"/>
            <p:cNvSpPr/>
            <p:nvPr/>
          </p:nvSpPr>
          <p:spPr>
            <a:xfrm>
              <a:off x="959159" y="3535238"/>
              <a:ext cx="187068" cy="287248"/>
            </a:xfrm>
            <a:custGeom>
              <a:rect b="b" l="l" r="r" t="t"/>
              <a:pathLst>
                <a:path extrusionOk="0" h="535" w="35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3" name="Google Shape;1133;p42"/>
          <p:cNvGrpSpPr/>
          <p:nvPr/>
        </p:nvGrpSpPr>
        <p:grpSpPr>
          <a:xfrm>
            <a:off x="6500293" y="2257509"/>
            <a:ext cx="189785" cy="445592"/>
            <a:chOff x="8011692" y="3184166"/>
            <a:chExt cx="306600" cy="719859"/>
          </a:xfrm>
        </p:grpSpPr>
        <p:sp>
          <p:nvSpPr>
            <p:cNvPr id="1134" name="Google Shape;1134;p42"/>
            <p:cNvSpPr/>
            <p:nvPr/>
          </p:nvSpPr>
          <p:spPr>
            <a:xfrm>
              <a:off x="8011692" y="3885096"/>
              <a:ext cx="306496" cy="18928"/>
            </a:xfrm>
            <a:custGeom>
              <a:rect b="b" l="l" r="r" t="t"/>
              <a:pathLst>
                <a:path extrusionOk="0" h="35" w="569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42"/>
            <p:cNvSpPr/>
            <p:nvPr/>
          </p:nvSpPr>
          <p:spPr>
            <a:xfrm>
              <a:off x="8011692" y="3184166"/>
              <a:ext cx="306496" cy="40025"/>
            </a:xfrm>
            <a:custGeom>
              <a:rect b="b" l="l" r="r" t="t"/>
              <a:pathLst>
                <a:path extrusionOk="0" h="74" w="569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42"/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42"/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42"/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42"/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0" name="Google Shape;1140;p42"/>
          <p:cNvGrpSpPr/>
          <p:nvPr/>
        </p:nvGrpSpPr>
        <p:grpSpPr>
          <a:xfrm>
            <a:off x="6935080" y="2257259"/>
            <a:ext cx="246199" cy="445516"/>
            <a:chOff x="4556125" y="630237"/>
            <a:chExt cx="3081338" cy="5568950"/>
          </a:xfrm>
        </p:grpSpPr>
        <p:sp>
          <p:nvSpPr>
            <p:cNvPr id="1141" name="Google Shape;1141;p42"/>
            <p:cNvSpPr/>
            <p:nvPr/>
          </p:nvSpPr>
          <p:spPr>
            <a:xfrm>
              <a:off x="4756150" y="630237"/>
              <a:ext cx="2397126" cy="1016000"/>
            </a:xfrm>
            <a:custGeom>
              <a:rect b="b" l="l" r="r" t="t"/>
              <a:pathLst>
                <a:path extrusionOk="0" h="233" w="55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42"/>
            <p:cNvSpPr/>
            <p:nvPr/>
          </p:nvSpPr>
          <p:spPr>
            <a:xfrm>
              <a:off x="4556125" y="1357312"/>
              <a:ext cx="3081338" cy="1135062"/>
            </a:xfrm>
            <a:custGeom>
              <a:rect b="b" l="l" r="r" t="t"/>
              <a:pathLst>
                <a:path extrusionOk="0" h="260" w="707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42"/>
            <p:cNvSpPr/>
            <p:nvPr/>
          </p:nvSpPr>
          <p:spPr>
            <a:xfrm>
              <a:off x="4556125" y="2168525"/>
              <a:ext cx="3081338" cy="1139825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42"/>
            <p:cNvSpPr/>
            <p:nvPr/>
          </p:nvSpPr>
          <p:spPr>
            <a:xfrm>
              <a:off x="4556125" y="2981325"/>
              <a:ext cx="3081338" cy="1138237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42"/>
            <p:cNvSpPr/>
            <p:nvPr/>
          </p:nvSpPr>
          <p:spPr>
            <a:xfrm>
              <a:off x="4830762" y="4476750"/>
              <a:ext cx="2535237" cy="1722437"/>
            </a:xfrm>
            <a:custGeom>
              <a:rect b="b" l="l" r="r" t="t"/>
              <a:pathLst>
                <a:path extrusionOk="0" h="395" w="582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42"/>
            <p:cNvSpPr/>
            <p:nvPr/>
          </p:nvSpPr>
          <p:spPr>
            <a:xfrm>
              <a:off x="5078412" y="4067175"/>
              <a:ext cx="714375" cy="322262"/>
            </a:xfrm>
            <a:custGeom>
              <a:rect b="b" l="l" r="r" t="t"/>
              <a:pathLst>
                <a:path extrusionOk="0" h="74" w="164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42"/>
            <p:cNvSpPr/>
            <p:nvPr/>
          </p:nvSpPr>
          <p:spPr>
            <a:xfrm>
              <a:off x="6389687" y="3844925"/>
              <a:ext cx="715962" cy="544512"/>
            </a:xfrm>
            <a:custGeom>
              <a:rect b="b" l="l" r="r" t="t"/>
              <a:pathLst>
                <a:path extrusionOk="0" h="125" w="164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8" name="Google Shape;1148;p42"/>
          <p:cNvGrpSpPr/>
          <p:nvPr/>
        </p:nvGrpSpPr>
        <p:grpSpPr>
          <a:xfrm>
            <a:off x="1116103" y="2257459"/>
            <a:ext cx="445768" cy="445697"/>
            <a:chOff x="1674084" y="3214987"/>
            <a:chExt cx="720142" cy="720027"/>
          </a:xfrm>
        </p:grpSpPr>
        <p:sp>
          <p:nvSpPr>
            <p:cNvPr id="1149" name="Google Shape;1149;p42"/>
            <p:cNvSpPr/>
            <p:nvPr/>
          </p:nvSpPr>
          <p:spPr>
            <a:xfrm>
              <a:off x="1674084" y="3354958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42"/>
            <p:cNvSpPr/>
            <p:nvPr/>
          </p:nvSpPr>
          <p:spPr>
            <a:xfrm>
              <a:off x="1674084" y="3534654"/>
              <a:ext cx="179880" cy="21352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42"/>
            <p:cNvSpPr/>
            <p:nvPr/>
          </p:nvSpPr>
          <p:spPr>
            <a:xfrm>
              <a:off x="1861110" y="3214987"/>
              <a:ext cx="212190" cy="179696"/>
            </a:xfrm>
            <a:custGeom>
              <a:rect b="b" l="l" r="r" t="t"/>
              <a:pathLst>
                <a:path extrusionOk="0" h="204" w="241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42"/>
            <p:cNvSpPr/>
            <p:nvPr/>
          </p:nvSpPr>
          <p:spPr>
            <a:xfrm>
              <a:off x="2040679" y="3214987"/>
              <a:ext cx="213433" cy="179696"/>
            </a:xfrm>
            <a:custGeom>
              <a:rect b="b" l="l" r="r" t="t"/>
              <a:pathLst>
                <a:path extrusionOk="0" h="204" w="242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42"/>
            <p:cNvSpPr/>
            <p:nvPr/>
          </p:nvSpPr>
          <p:spPr>
            <a:xfrm>
              <a:off x="1674084" y="3714660"/>
              <a:ext cx="173666" cy="220353"/>
            </a:xfrm>
            <a:custGeom>
              <a:rect b="b" l="l" r="r" t="t"/>
              <a:pathLst>
                <a:path extrusionOk="0" h="250" w="197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42"/>
            <p:cNvSpPr/>
            <p:nvPr/>
          </p:nvSpPr>
          <p:spPr>
            <a:xfrm>
              <a:off x="1674084" y="3214987"/>
              <a:ext cx="219646" cy="173489"/>
            </a:xfrm>
            <a:custGeom>
              <a:rect b="b" l="l" r="r" t="t"/>
              <a:pathLst>
                <a:path extrusionOk="0" h="197" w="249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42"/>
            <p:cNvSpPr/>
            <p:nvPr/>
          </p:nvSpPr>
          <p:spPr>
            <a:xfrm>
              <a:off x="1995010" y="3754076"/>
              <a:ext cx="212501" cy="180938"/>
            </a:xfrm>
            <a:custGeom>
              <a:rect b="b" l="l" r="r" t="t"/>
              <a:pathLst>
                <a:path extrusionOk="0" h="205" w="241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42"/>
            <p:cNvSpPr/>
            <p:nvPr/>
          </p:nvSpPr>
          <p:spPr>
            <a:xfrm>
              <a:off x="2220560" y="3214987"/>
              <a:ext cx="173666" cy="219422"/>
            </a:xfrm>
            <a:custGeom>
              <a:rect b="b" l="l" r="r" t="t"/>
              <a:pathLst>
                <a:path extrusionOk="0" h="249" w="197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42"/>
            <p:cNvSpPr/>
            <p:nvPr/>
          </p:nvSpPr>
          <p:spPr>
            <a:xfrm>
              <a:off x="2214346" y="3400890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42"/>
            <p:cNvSpPr/>
            <p:nvPr/>
          </p:nvSpPr>
          <p:spPr>
            <a:xfrm>
              <a:off x="1814198" y="3754076"/>
              <a:ext cx="213433" cy="180938"/>
            </a:xfrm>
            <a:custGeom>
              <a:rect b="b" l="l" r="r" t="t"/>
              <a:pathLst>
                <a:path extrusionOk="0" h="205" w="242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42"/>
            <p:cNvSpPr/>
            <p:nvPr/>
          </p:nvSpPr>
          <p:spPr>
            <a:xfrm>
              <a:off x="2214346" y="3580587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42"/>
            <p:cNvSpPr/>
            <p:nvPr/>
          </p:nvSpPr>
          <p:spPr>
            <a:xfrm>
              <a:off x="2174890" y="3760283"/>
              <a:ext cx="219335" cy="174731"/>
            </a:xfrm>
            <a:custGeom>
              <a:rect b="b" l="l" r="r" t="t"/>
              <a:pathLst>
                <a:path extrusionOk="0" h="198" w="249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1" name="Google Shape;1161;p42"/>
          <p:cNvGrpSpPr/>
          <p:nvPr/>
        </p:nvGrpSpPr>
        <p:grpSpPr>
          <a:xfrm>
            <a:off x="424944" y="2257421"/>
            <a:ext cx="445578" cy="445773"/>
            <a:chOff x="557511" y="3214925"/>
            <a:chExt cx="719836" cy="720150"/>
          </a:xfrm>
        </p:grpSpPr>
        <p:sp>
          <p:nvSpPr>
            <p:cNvPr id="1162" name="Google Shape;1162;p42"/>
            <p:cNvSpPr/>
            <p:nvPr/>
          </p:nvSpPr>
          <p:spPr>
            <a:xfrm>
              <a:off x="557511" y="3214925"/>
              <a:ext cx="434543" cy="347863"/>
            </a:xfrm>
            <a:custGeom>
              <a:rect b="b" l="l" r="r" t="t"/>
              <a:pathLst>
                <a:path extrusionOk="0" h="412" w="515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42"/>
            <p:cNvSpPr/>
            <p:nvPr/>
          </p:nvSpPr>
          <p:spPr>
            <a:xfrm>
              <a:off x="929646" y="3214925"/>
              <a:ext cx="347700" cy="434664"/>
            </a:xfrm>
            <a:custGeom>
              <a:rect b="b" l="l" r="r" t="t"/>
              <a:pathLst>
                <a:path extrusionOk="0" h="515" w="412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42"/>
            <p:cNvSpPr/>
            <p:nvPr/>
          </p:nvSpPr>
          <p:spPr>
            <a:xfrm>
              <a:off x="557511" y="3500411"/>
              <a:ext cx="347040" cy="434664"/>
            </a:xfrm>
            <a:custGeom>
              <a:rect b="b" l="l" r="r" t="t"/>
              <a:pathLst>
                <a:path extrusionOk="0" h="515" w="411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42"/>
            <p:cNvSpPr/>
            <p:nvPr/>
          </p:nvSpPr>
          <p:spPr>
            <a:xfrm>
              <a:off x="842804" y="3588202"/>
              <a:ext cx="434543" cy="346873"/>
            </a:xfrm>
            <a:custGeom>
              <a:rect b="b" l="l" r="r" t="t"/>
              <a:pathLst>
                <a:path extrusionOk="0" h="411" w="515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6" name="Google Shape;1166;p42"/>
          <p:cNvGrpSpPr/>
          <p:nvPr/>
        </p:nvGrpSpPr>
        <p:grpSpPr>
          <a:xfrm>
            <a:off x="368827" y="3693756"/>
            <a:ext cx="445905" cy="400522"/>
            <a:chOff x="1147762" y="1131887"/>
            <a:chExt cx="5137150" cy="4619626"/>
          </a:xfrm>
        </p:grpSpPr>
        <p:sp>
          <p:nvSpPr>
            <p:cNvPr id="1167" name="Google Shape;1167;p42"/>
            <p:cNvSpPr/>
            <p:nvPr/>
          </p:nvSpPr>
          <p:spPr>
            <a:xfrm>
              <a:off x="1147762" y="2425700"/>
              <a:ext cx="2505075" cy="3325813"/>
            </a:xfrm>
            <a:custGeom>
              <a:rect b="b" l="l" r="r" t="t"/>
              <a:pathLst>
                <a:path extrusionOk="0" h="751" w="566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42"/>
            <p:cNvSpPr/>
            <p:nvPr/>
          </p:nvSpPr>
          <p:spPr>
            <a:xfrm>
              <a:off x="2617787" y="3519487"/>
              <a:ext cx="3667125" cy="2232024"/>
            </a:xfrm>
            <a:custGeom>
              <a:rect b="b" l="l" r="r" t="t"/>
              <a:pathLst>
                <a:path extrusionOk="0" h="504" w="829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42"/>
            <p:cNvSpPr/>
            <p:nvPr/>
          </p:nvSpPr>
          <p:spPr>
            <a:xfrm>
              <a:off x="2449512" y="1131887"/>
              <a:ext cx="3167061" cy="3259137"/>
            </a:xfrm>
            <a:custGeom>
              <a:rect b="b" l="l" r="r" t="t"/>
              <a:pathLst>
                <a:path extrusionOk="0" h="736" w="716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0" name="Google Shape;1170;p42"/>
          <p:cNvGrpSpPr/>
          <p:nvPr/>
        </p:nvGrpSpPr>
        <p:grpSpPr>
          <a:xfrm>
            <a:off x="1166156" y="3687410"/>
            <a:ext cx="445901" cy="413282"/>
            <a:chOff x="1570037" y="1341437"/>
            <a:chExt cx="4943475" cy="4576762"/>
          </a:xfrm>
        </p:grpSpPr>
        <p:sp>
          <p:nvSpPr>
            <p:cNvPr id="1171" name="Google Shape;1171;p42"/>
            <p:cNvSpPr/>
            <p:nvPr/>
          </p:nvSpPr>
          <p:spPr>
            <a:xfrm>
              <a:off x="4814887" y="3284537"/>
              <a:ext cx="1673225" cy="1187450"/>
            </a:xfrm>
            <a:custGeom>
              <a:rect b="b" l="l" r="r" t="t"/>
              <a:pathLst>
                <a:path extrusionOk="0" h="270" w="381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42"/>
            <p:cNvSpPr/>
            <p:nvPr/>
          </p:nvSpPr>
          <p:spPr>
            <a:xfrm>
              <a:off x="2355850" y="4164012"/>
              <a:ext cx="1208087" cy="1560512"/>
            </a:xfrm>
            <a:custGeom>
              <a:rect b="b" l="l" r="r" t="t"/>
              <a:pathLst>
                <a:path extrusionOk="0" h="355" w="275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42"/>
            <p:cNvSpPr/>
            <p:nvPr/>
          </p:nvSpPr>
          <p:spPr>
            <a:xfrm>
              <a:off x="2636837" y="1443037"/>
              <a:ext cx="1581150" cy="1635125"/>
            </a:xfrm>
            <a:custGeom>
              <a:rect b="b" l="l" r="r" t="t"/>
              <a:pathLst>
                <a:path extrusionOk="0" h="372" w="36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42"/>
            <p:cNvSpPr/>
            <p:nvPr/>
          </p:nvSpPr>
          <p:spPr>
            <a:xfrm>
              <a:off x="1570037" y="3162300"/>
              <a:ext cx="1800225" cy="2562225"/>
            </a:xfrm>
            <a:custGeom>
              <a:rect b="b" l="l" r="r" t="t"/>
              <a:pathLst>
                <a:path extrusionOk="0" h="583" w="41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42"/>
            <p:cNvSpPr/>
            <p:nvPr/>
          </p:nvSpPr>
          <p:spPr>
            <a:xfrm>
              <a:off x="3101975" y="1341437"/>
              <a:ext cx="2481262" cy="1855787"/>
            </a:xfrm>
            <a:custGeom>
              <a:rect b="b" l="l" r="r" t="t"/>
              <a:pathLst>
                <a:path extrusionOk="0" h="422" w="565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42"/>
            <p:cNvSpPr/>
            <p:nvPr/>
          </p:nvSpPr>
          <p:spPr>
            <a:xfrm>
              <a:off x="4019550" y="4094162"/>
              <a:ext cx="2493962" cy="1824037"/>
            </a:xfrm>
            <a:custGeom>
              <a:rect b="b" l="l" r="r" t="t"/>
              <a:pathLst>
                <a:path extrusionOk="0" h="415" w="568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7" name="Google Shape;1177;p42"/>
          <p:cNvGrpSpPr/>
          <p:nvPr/>
        </p:nvGrpSpPr>
        <p:grpSpPr>
          <a:xfrm>
            <a:off x="3651479" y="3671511"/>
            <a:ext cx="441332" cy="445721"/>
            <a:chOff x="5770007" y="5489899"/>
            <a:chExt cx="712976" cy="720067"/>
          </a:xfrm>
        </p:grpSpPr>
        <p:sp>
          <p:nvSpPr>
            <p:cNvPr id="1178" name="Google Shape;1178;p42"/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42"/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42"/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42"/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42"/>
            <p:cNvSpPr/>
            <p:nvPr/>
          </p:nvSpPr>
          <p:spPr>
            <a:xfrm>
              <a:off x="6011100" y="5535496"/>
              <a:ext cx="228017" cy="163872"/>
            </a:xfrm>
            <a:custGeom>
              <a:rect b="b" l="l" r="r" t="t"/>
              <a:pathLst>
                <a:path extrusionOk="0" h="258" w="362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42"/>
            <p:cNvSpPr/>
            <p:nvPr/>
          </p:nvSpPr>
          <p:spPr>
            <a:xfrm>
              <a:off x="6011100" y="6000263"/>
              <a:ext cx="228017" cy="164103"/>
            </a:xfrm>
            <a:custGeom>
              <a:rect b="b" l="l" r="r" t="t"/>
              <a:pathLst>
                <a:path extrusionOk="0" h="258" w="362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42"/>
            <p:cNvSpPr/>
            <p:nvPr/>
          </p:nvSpPr>
          <p:spPr>
            <a:xfrm>
              <a:off x="5814051" y="5734318"/>
              <a:ext cx="162411" cy="230995"/>
            </a:xfrm>
            <a:custGeom>
              <a:rect b="b" l="l" r="r" t="t"/>
              <a:pathLst>
                <a:path extrusionOk="0" h="363" w="258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42"/>
            <p:cNvSpPr/>
            <p:nvPr/>
          </p:nvSpPr>
          <p:spPr>
            <a:xfrm>
              <a:off x="6273756" y="5735013"/>
              <a:ext cx="162411" cy="230300"/>
            </a:xfrm>
            <a:custGeom>
              <a:rect b="b" l="l" r="r" t="t"/>
              <a:pathLst>
                <a:path extrusionOk="0" h="362" w="258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6" name="Google Shape;1186;p42"/>
          <p:cNvGrpSpPr/>
          <p:nvPr/>
        </p:nvGrpSpPr>
        <p:grpSpPr>
          <a:xfrm>
            <a:off x="4444270" y="3693981"/>
            <a:ext cx="445651" cy="400824"/>
            <a:chOff x="7050768" y="5526199"/>
            <a:chExt cx="719953" cy="647534"/>
          </a:xfrm>
        </p:grpSpPr>
        <p:sp>
          <p:nvSpPr>
            <p:cNvPr id="1187" name="Google Shape;1187;p42"/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42"/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42"/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42"/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42"/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42"/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42"/>
            <p:cNvSpPr/>
            <p:nvPr/>
          </p:nvSpPr>
          <p:spPr>
            <a:xfrm>
              <a:off x="7134476" y="5655289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42"/>
            <p:cNvSpPr/>
            <p:nvPr/>
          </p:nvSpPr>
          <p:spPr>
            <a:xfrm>
              <a:off x="7351783" y="5564482"/>
              <a:ext cx="119371" cy="92287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42"/>
            <p:cNvSpPr/>
            <p:nvPr/>
          </p:nvSpPr>
          <p:spPr>
            <a:xfrm>
              <a:off x="7548579" y="5894792"/>
              <a:ext cx="138958" cy="149249"/>
            </a:xfrm>
            <a:custGeom>
              <a:rect b="b" l="l" r="r" t="t"/>
              <a:pathLst>
                <a:path extrusionOk="0" h="327" w="305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42"/>
            <p:cNvSpPr/>
            <p:nvPr/>
          </p:nvSpPr>
          <p:spPr>
            <a:xfrm>
              <a:off x="7548579" y="5655844"/>
              <a:ext cx="138958" cy="149065"/>
            </a:xfrm>
            <a:custGeom>
              <a:rect b="b" l="l" r="r" t="t"/>
              <a:pathLst>
                <a:path extrusionOk="0" h="327" w="305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42"/>
            <p:cNvSpPr/>
            <p:nvPr/>
          </p:nvSpPr>
          <p:spPr>
            <a:xfrm>
              <a:off x="7134476" y="5894792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42"/>
            <p:cNvSpPr/>
            <p:nvPr/>
          </p:nvSpPr>
          <p:spPr>
            <a:xfrm>
              <a:off x="7351783" y="6043117"/>
              <a:ext cx="119371" cy="92102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9" name="Google Shape;1199;p42"/>
          <p:cNvGrpSpPr/>
          <p:nvPr/>
        </p:nvGrpSpPr>
        <p:grpSpPr>
          <a:xfrm>
            <a:off x="6038786" y="3694051"/>
            <a:ext cx="445681" cy="400651"/>
            <a:chOff x="9626723" y="5526313"/>
            <a:chExt cx="720002" cy="647256"/>
          </a:xfrm>
        </p:grpSpPr>
        <p:sp>
          <p:nvSpPr>
            <p:cNvPr id="1200" name="Google Shape;1200;p42"/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42"/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42"/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42"/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42"/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42"/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42"/>
            <p:cNvSpPr/>
            <p:nvPr/>
          </p:nvSpPr>
          <p:spPr>
            <a:xfrm>
              <a:off x="10198227" y="5672808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42"/>
            <p:cNvSpPr/>
            <p:nvPr/>
          </p:nvSpPr>
          <p:spPr>
            <a:xfrm>
              <a:off x="10197835" y="594458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42"/>
            <p:cNvSpPr/>
            <p:nvPr/>
          </p:nvSpPr>
          <p:spPr>
            <a:xfrm>
              <a:off x="9938649" y="6122111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42"/>
            <p:cNvSpPr/>
            <p:nvPr/>
          </p:nvSpPr>
          <p:spPr>
            <a:xfrm>
              <a:off x="9728084" y="5944196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42"/>
            <p:cNvSpPr/>
            <p:nvPr/>
          </p:nvSpPr>
          <p:spPr>
            <a:xfrm>
              <a:off x="9728084" y="567221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42"/>
            <p:cNvSpPr/>
            <p:nvPr/>
          </p:nvSpPr>
          <p:spPr>
            <a:xfrm>
              <a:off x="9939237" y="5573835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2" name="Google Shape;1212;p42"/>
          <p:cNvGrpSpPr/>
          <p:nvPr/>
        </p:nvGrpSpPr>
        <p:grpSpPr>
          <a:xfrm>
            <a:off x="6836026" y="3671488"/>
            <a:ext cx="445582" cy="445743"/>
            <a:chOff x="10914672" y="5489861"/>
            <a:chExt cx="719842" cy="720102"/>
          </a:xfrm>
        </p:grpSpPr>
        <p:sp>
          <p:nvSpPr>
            <p:cNvPr id="1213" name="Google Shape;1213;p42"/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42"/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42"/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42"/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42"/>
            <p:cNvSpPr/>
            <p:nvPr/>
          </p:nvSpPr>
          <p:spPr>
            <a:xfrm>
              <a:off x="11595623" y="5710038"/>
              <a:ext cx="28649" cy="276082"/>
            </a:xfrm>
            <a:custGeom>
              <a:rect b="b" l="l" r="r" t="t"/>
              <a:pathLst>
                <a:path extrusionOk="0" h="376" w="39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42"/>
            <p:cNvSpPr/>
            <p:nvPr/>
          </p:nvSpPr>
          <p:spPr>
            <a:xfrm>
              <a:off x="11138826" y="6170527"/>
              <a:ext cx="275351" cy="29145"/>
            </a:xfrm>
            <a:custGeom>
              <a:rect b="b" l="l" r="r" t="t"/>
              <a:pathLst>
                <a:path extrusionOk="0" h="40" w="375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42"/>
            <p:cNvSpPr/>
            <p:nvPr/>
          </p:nvSpPr>
          <p:spPr>
            <a:xfrm>
              <a:off x="10925018" y="5713747"/>
              <a:ext cx="28649" cy="275287"/>
            </a:xfrm>
            <a:custGeom>
              <a:rect b="b" l="l" r="r" t="t"/>
              <a:pathLst>
                <a:path extrusionOk="0" h="375" w="39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42"/>
            <p:cNvSpPr/>
            <p:nvPr/>
          </p:nvSpPr>
          <p:spPr>
            <a:xfrm>
              <a:off x="11135112" y="5499930"/>
              <a:ext cx="275351" cy="28880"/>
            </a:xfrm>
            <a:custGeom>
              <a:rect b="b" l="l" r="r" t="t"/>
              <a:pathLst>
                <a:path extrusionOk="0" h="39" w="375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42"/>
            <p:cNvSpPr/>
            <p:nvPr/>
          </p:nvSpPr>
          <p:spPr>
            <a:xfrm>
              <a:off x="11578115" y="5950881"/>
              <a:ext cx="52789" cy="38948"/>
            </a:xfrm>
            <a:custGeom>
              <a:rect b="b" l="l" r="r" t="t"/>
              <a:pathLst>
                <a:path extrusionOk="0" h="147" w="199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42"/>
            <p:cNvSpPr/>
            <p:nvPr/>
          </p:nvSpPr>
          <p:spPr>
            <a:xfrm>
              <a:off x="11135112" y="6152776"/>
              <a:ext cx="38199" cy="52991"/>
            </a:xfrm>
            <a:custGeom>
              <a:rect b="b" l="l" r="r" t="t"/>
              <a:pathLst>
                <a:path extrusionOk="0" h="200" w="144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42"/>
            <p:cNvSpPr/>
            <p:nvPr/>
          </p:nvSpPr>
          <p:spPr>
            <a:xfrm>
              <a:off x="10918386" y="5710038"/>
              <a:ext cx="53054" cy="38154"/>
            </a:xfrm>
            <a:custGeom>
              <a:rect b="b" l="l" r="r" t="t"/>
              <a:pathLst>
                <a:path extrusionOk="0" h="144" w="20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42"/>
            <p:cNvSpPr/>
            <p:nvPr/>
          </p:nvSpPr>
          <p:spPr>
            <a:xfrm>
              <a:off x="11375979" y="5493571"/>
              <a:ext cx="38199" cy="52726"/>
            </a:xfrm>
            <a:custGeom>
              <a:rect b="b" l="l" r="r" t="t"/>
              <a:pathLst>
                <a:path extrusionOk="0" h="199" w="144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5" name="Google Shape;1225;p42"/>
          <p:cNvGrpSpPr/>
          <p:nvPr/>
        </p:nvGrpSpPr>
        <p:grpSpPr>
          <a:xfrm>
            <a:off x="5241486" y="3681752"/>
            <a:ext cx="445821" cy="425246"/>
            <a:chOff x="8338678" y="5506443"/>
            <a:chExt cx="720227" cy="686988"/>
          </a:xfrm>
        </p:grpSpPr>
        <p:sp>
          <p:nvSpPr>
            <p:cNvPr id="1226" name="Google Shape;1226;p42"/>
            <p:cNvSpPr/>
            <p:nvPr/>
          </p:nvSpPr>
          <p:spPr>
            <a:xfrm>
              <a:off x="8706181" y="5506443"/>
              <a:ext cx="230803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42"/>
            <p:cNvSpPr/>
            <p:nvPr/>
          </p:nvSpPr>
          <p:spPr>
            <a:xfrm>
              <a:off x="8460817" y="5506443"/>
              <a:ext cx="230586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42"/>
            <p:cNvSpPr/>
            <p:nvPr/>
          </p:nvSpPr>
          <p:spPr>
            <a:xfrm>
              <a:off x="8338678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42"/>
            <p:cNvSpPr/>
            <p:nvPr/>
          </p:nvSpPr>
          <p:spPr>
            <a:xfrm>
              <a:off x="8828754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42"/>
            <p:cNvSpPr/>
            <p:nvPr/>
          </p:nvSpPr>
          <p:spPr>
            <a:xfrm>
              <a:off x="8706181" y="5930607"/>
              <a:ext cx="230803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42"/>
            <p:cNvSpPr/>
            <p:nvPr/>
          </p:nvSpPr>
          <p:spPr>
            <a:xfrm>
              <a:off x="8460817" y="5930607"/>
              <a:ext cx="230586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2" name="Google Shape;1232;p42"/>
          <p:cNvGrpSpPr/>
          <p:nvPr/>
        </p:nvGrpSpPr>
        <p:grpSpPr>
          <a:xfrm>
            <a:off x="1963143" y="3736342"/>
            <a:ext cx="1336824" cy="316035"/>
            <a:chOff x="3042485" y="5594633"/>
            <a:chExt cx="2159652" cy="510557"/>
          </a:xfrm>
        </p:grpSpPr>
        <p:sp>
          <p:nvSpPr>
            <p:cNvPr id="1233" name="Google Shape;1233;p42"/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42"/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42"/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42"/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42"/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42"/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42"/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42"/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42"/>
            <p:cNvSpPr/>
            <p:nvPr/>
          </p:nvSpPr>
          <p:spPr>
            <a:xfrm>
              <a:off x="3210195" y="5762654"/>
              <a:ext cx="174555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42"/>
            <p:cNvSpPr/>
            <p:nvPr/>
          </p:nvSpPr>
          <p:spPr>
            <a:xfrm>
              <a:off x="3485252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42"/>
            <p:cNvSpPr/>
            <p:nvPr/>
          </p:nvSpPr>
          <p:spPr>
            <a:xfrm>
              <a:off x="3760620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42"/>
            <p:cNvSpPr/>
            <p:nvPr/>
          </p:nvSpPr>
          <p:spPr>
            <a:xfrm>
              <a:off x="4035365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42"/>
            <p:cNvSpPr/>
            <p:nvPr/>
          </p:nvSpPr>
          <p:spPr>
            <a:xfrm>
              <a:off x="4310111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42"/>
            <p:cNvSpPr/>
            <p:nvPr/>
          </p:nvSpPr>
          <p:spPr>
            <a:xfrm>
              <a:off x="4585167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42"/>
            <p:cNvSpPr/>
            <p:nvPr/>
          </p:nvSpPr>
          <p:spPr>
            <a:xfrm>
              <a:off x="4859913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8" name="Google Shape;1248;p42"/>
          <p:cNvGrpSpPr/>
          <p:nvPr/>
        </p:nvGrpSpPr>
        <p:grpSpPr>
          <a:xfrm>
            <a:off x="6074883" y="4378458"/>
            <a:ext cx="373053" cy="445791"/>
            <a:chOff x="8095060" y="5664590"/>
            <a:chExt cx="497404" cy="594389"/>
          </a:xfrm>
        </p:grpSpPr>
        <p:grpSp>
          <p:nvGrpSpPr>
            <p:cNvPr id="1249" name="Google Shape;1249;p42"/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1250" name="Google Shape;1250;p42"/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42"/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42"/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3" name="Google Shape;1253;p42"/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1254" name="Google Shape;1254;p42"/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42"/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42"/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7" name="Google Shape;1257;p42"/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1258" name="Google Shape;1258;p42"/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9" name="Google Shape;1259;p42"/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0" name="Google Shape;1260;p42"/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1" name="Google Shape;1261;p42"/>
            <p:cNvGrpSpPr/>
            <p:nvPr/>
          </p:nvGrpSpPr>
          <p:grpSpPr>
            <a:xfrm>
              <a:off x="8095060" y="5664590"/>
              <a:ext cx="497404" cy="290164"/>
              <a:chOff x="8095060" y="5664590"/>
              <a:chExt cx="497404" cy="290164"/>
            </a:xfrm>
          </p:grpSpPr>
          <p:sp>
            <p:nvSpPr>
              <p:cNvPr id="1262" name="Google Shape;1262;p42"/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p42"/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4" name="Google Shape;1264;p42"/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65" name="Google Shape;1265;p42"/>
          <p:cNvGrpSpPr/>
          <p:nvPr/>
        </p:nvGrpSpPr>
        <p:grpSpPr>
          <a:xfrm>
            <a:off x="2157675" y="4378486"/>
            <a:ext cx="557162" cy="445734"/>
            <a:chOff x="4607809" y="5664627"/>
            <a:chExt cx="742883" cy="594312"/>
          </a:xfrm>
        </p:grpSpPr>
        <p:sp>
          <p:nvSpPr>
            <p:cNvPr id="1266" name="Google Shape;1266;p42"/>
            <p:cNvSpPr/>
            <p:nvPr/>
          </p:nvSpPr>
          <p:spPr>
            <a:xfrm>
              <a:off x="4607809" y="5824234"/>
              <a:ext cx="185166" cy="401151"/>
            </a:xfrm>
            <a:custGeom>
              <a:rect b="b" l="l" r="r" t="t"/>
              <a:pathLst>
                <a:path extrusionOk="0" h="2355" w="1083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42"/>
            <p:cNvSpPr/>
            <p:nvPr/>
          </p:nvSpPr>
          <p:spPr>
            <a:xfrm>
              <a:off x="4792974" y="5771259"/>
              <a:ext cx="185850" cy="454126"/>
            </a:xfrm>
            <a:custGeom>
              <a:rect b="b" l="l" r="r" t="t"/>
              <a:pathLst>
                <a:path extrusionOk="0" h="2666" w="1087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42"/>
            <p:cNvSpPr/>
            <p:nvPr/>
          </p:nvSpPr>
          <p:spPr>
            <a:xfrm>
              <a:off x="4978822" y="5717602"/>
              <a:ext cx="185679" cy="507784"/>
            </a:xfrm>
            <a:custGeom>
              <a:rect b="b" l="l" r="r" t="t"/>
              <a:pathLst>
                <a:path extrusionOk="0" h="2981" w="1086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42"/>
            <p:cNvSpPr/>
            <p:nvPr/>
          </p:nvSpPr>
          <p:spPr>
            <a:xfrm>
              <a:off x="5164499" y="5664627"/>
              <a:ext cx="185166" cy="560759"/>
            </a:xfrm>
            <a:custGeom>
              <a:rect b="b" l="l" r="r" t="t"/>
              <a:pathLst>
                <a:path extrusionOk="0" h="3292" w="1083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42"/>
            <p:cNvSpPr/>
            <p:nvPr/>
          </p:nvSpPr>
          <p:spPr>
            <a:xfrm>
              <a:off x="4607809" y="6225382"/>
              <a:ext cx="237484" cy="33556"/>
            </a:xfrm>
            <a:custGeom>
              <a:rect b="b" l="l" r="r" t="t"/>
              <a:pathLst>
                <a:path extrusionOk="0" h="197" w="1389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42"/>
            <p:cNvSpPr/>
            <p:nvPr/>
          </p:nvSpPr>
          <p:spPr>
            <a:xfrm>
              <a:off x="4792974" y="6225382"/>
              <a:ext cx="185850" cy="33556"/>
            </a:xfrm>
            <a:custGeom>
              <a:rect b="b" l="l" r="r" t="t"/>
              <a:pathLst>
                <a:path extrusionOk="0" h="197" w="1087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42"/>
            <p:cNvSpPr/>
            <p:nvPr/>
          </p:nvSpPr>
          <p:spPr>
            <a:xfrm>
              <a:off x="5112694" y="6225382"/>
              <a:ext cx="237997" cy="33556"/>
            </a:xfrm>
            <a:custGeom>
              <a:rect b="b" l="l" r="r" t="t"/>
              <a:pathLst>
                <a:path extrusionOk="0" h="197" w="1392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42"/>
            <p:cNvSpPr/>
            <p:nvPr/>
          </p:nvSpPr>
          <p:spPr>
            <a:xfrm>
              <a:off x="4978822" y="6225382"/>
              <a:ext cx="186192" cy="33556"/>
            </a:xfrm>
            <a:custGeom>
              <a:rect b="b" l="l" r="r" t="t"/>
              <a:pathLst>
                <a:path extrusionOk="0" h="197" w="1089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4" name="Google Shape;1274;p42"/>
          <p:cNvGrpSpPr/>
          <p:nvPr/>
        </p:nvGrpSpPr>
        <p:grpSpPr>
          <a:xfrm>
            <a:off x="3260740" y="4378543"/>
            <a:ext cx="1079865" cy="445620"/>
            <a:chOff x="2571250" y="5664711"/>
            <a:chExt cx="1439820" cy="594160"/>
          </a:xfrm>
        </p:grpSpPr>
        <p:sp>
          <p:nvSpPr>
            <p:cNvPr id="1275" name="Google Shape;1275;p42"/>
            <p:cNvSpPr/>
            <p:nvPr/>
          </p:nvSpPr>
          <p:spPr>
            <a:xfrm>
              <a:off x="275148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42"/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42"/>
            <p:cNvSpPr/>
            <p:nvPr/>
          </p:nvSpPr>
          <p:spPr>
            <a:xfrm>
              <a:off x="2930895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42"/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42"/>
            <p:cNvSpPr/>
            <p:nvPr/>
          </p:nvSpPr>
          <p:spPr>
            <a:xfrm>
              <a:off x="3111130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42"/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42"/>
            <p:cNvSpPr/>
            <p:nvPr/>
          </p:nvSpPr>
          <p:spPr>
            <a:xfrm>
              <a:off x="3291159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42"/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42"/>
            <p:cNvSpPr/>
            <p:nvPr/>
          </p:nvSpPr>
          <p:spPr>
            <a:xfrm>
              <a:off x="3471189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42"/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42"/>
            <p:cNvSpPr/>
            <p:nvPr/>
          </p:nvSpPr>
          <p:spPr>
            <a:xfrm>
              <a:off x="365142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42"/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42"/>
            <p:cNvSpPr/>
            <p:nvPr/>
          </p:nvSpPr>
          <p:spPr>
            <a:xfrm>
              <a:off x="3830834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42"/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42"/>
            <p:cNvSpPr/>
            <p:nvPr/>
          </p:nvSpPr>
          <p:spPr>
            <a:xfrm>
              <a:off x="2571250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42"/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42"/>
            <p:cNvSpPr/>
            <p:nvPr/>
          </p:nvSpPr>
          <p:spPr>
            <a:xfrm>
              <a:off x="2571250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42"/>
            <p:cNvSpPr/>
            <p:nvPr/>
          </p:nvSpPr>
          <p:spPr>
            <a:xfrm>
              <a:off x="2751485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42"/>
            <p:cNvSpPr/>
            <p:nvPr/>
          </p:nvSpPr>
          <p:spPr>
            <a:xfrm>
              <a:off x="2930895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42"/>
            <p:cNvSpPr/>
            <p:nvPr/>
          </p:nvSpPr>
          <p:spPr>
            <a:xfrm>
              <a:off x="3111130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42"/>
            <p:cNvSpPr/>
            <p:nvPr/>
          </p:nvSpPr>
          <p:spPr>
            <a:xfrm>
              <a:off x="3291159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42"/>
            <p:cNvSpPr/>
            <p:nvPr/>
          </p:nvSpPr>
          <p:spPr>
            <a:xfrm>
              <a:off x="3409388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42"/>
            <p:cNvSpPr/>
            <p:nvPr/>
          </p:nvSpPr>
          <p:spPr>
            <a:xfrm>
              <a:off x="3527616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42"/>
            <p:cNvSpPr/>
            <p:nvPr/>
          </p:nvSpPr>
          <p:spPr>
            <a:xfrm>
              <a:off x="3645844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9" name="Google Shape;1299;p42"/>
          <p:cNvGrpSpPr/>
          <p:nvPr/>
        </p:nvGrpSpPr>
        <p:grpSpPr>
          <a:xfrm>
            <a:off x="4886509" y="4378335"/>
            <a:ext cx="642470" cy="446036"/>
            <a:chOff x="6332670" y="5663946"/>
            <a:chExt cx="856627" cy="594715"/>
          </a:xfrm>
        </p:grpSpPr>
        <p:grpSp>
          <p:nvGrpSpPr>
            <p:cNvPr id="1300" name="Google Shape;1300;p42"/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1301" name="Google Shape;1301;p42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42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3" name="Google Shape;1303;p42"/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1304" name="Google Shape;1304;p42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42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6" name="Google Shape;1306;p42"/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1307" name="Google Shape;1307;p42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8" name="Google Shape;1308;p42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09" name="Google Shape;1309;p42"/>
          <p:cNvSpPr txBox="1"/>
          <p:nvPr>
            <p:ph type="title"/>
          </p:nvPr>
        </p:nvSpPr>
        <p:spPr>
          <a:xfrm>
            <a:off x="455350" y="249075"/>
            <a:ext cx="74334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Diagrams and infographics</a:t>
            </a:r>
            <a:endParaRPr sz="2000"/>
          </a:p>
        </p:txBody>
      </p:sp>
      <p:sp>
        <p:nvSpPr>
          <p:cNvPr id="1310" name="Google Shape;1310;p4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11" name="Google Shape;1311;p42"/>
          <p:cNvGrpSpPr/>
          <p:nvPr/>
        </p:nvGrpSpPr>
        <p:grpSpPr>
          <a:xfrm>
            <a:off x="1166008" y="4379878"/>
            <a:ext cx="445738" cy="442950"/>
            <a:chOff x="1442627" y="5710929"/>
            <a:chExt cx="594318" cy="590600"/>
          </a:xfrm>
        </p:grpSpPr>
        <p:sp>
          <p:nvSpPr>
            <p:cNvPr id="1312" name="Google Shape;1312;p42"/>
            <p:cNvSpPr/>
            <p:nvPr/>
          </p:nvSpPr>
          <p:spPr>
            <a:xfrm>
              <a:off x="1442627" y="5710929"/>
              <a:ext cx="594318" cy="405222"/>
            </a:xfrm>
            <a:custGeom>
              <a:rect b="b" l="l" r="r" t="t"/>
              <a:pathLst>
                <a:path extrusionOk="0" h="500" w="734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42"/>
            <p:cNvSpPr/>
            <p:nvPr/>
          </p:nvSpPr>
          <p:spPr>
            <a:xfrm>
              <a:off x="1442627" y="6116151"/>
              <a:ext cx="349820" cy="97191"/>
            </a:xfrm>
            <a:custGeom>
              <a:rect b="b" l="l" r="r" t="t"/>
              <a:pathLst>
                <a:path extrusionOk="0" h="313" w="1126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42"/>
            <p:cNvSpPr/>
            <p:nvPr/>
          </p:nvSpPr>
          <p:spPr>
            <a:xfrm>
              <a:off x="1573731" y="6152482"/>
              <a:ext cx="218715" cy="60861"/>
            </a:xfrm>
            <a:custGeom>
              <a:rect b="b" l="l" r="r" t="t"/>
              <a:pathLst>
                <a:path extrusionOk="0" h="196" w="704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42"/>
            <p:cNvSpPr/>
            <p:nvPr/>
          </p:nvSpPr>
          <p:spPr>
            <a:xfrm>
              <a:off x="1573731" y="6213343"/>
              <a:ext cx="109358" cy="88186"/>
            </a:xfrm>
            <a:custGeom>
              <a:rect b="b" l="l" r="r" t="t"/>
              <a:pathLst>
                <a:path extrusionOk="0" h="284" w="352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607D8B"/>
        </a:solidFill>
      </p:bgPr>
    </p:bg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43"/>
          <p:cNvSpPr txBox="1"/>
          <p:nvPr/>
        </p:nvSpPr>
        <p:spPr>
          <a:xfrm>
            <a:off x="2163850" y="838075"/>
            <a:ext cx="6676800" cy="13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Now you can use any emoji as an icon!</a:t>
            </a:r>
            <a:endParaRPr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And of course it resizes without losing quality and you can change the color.</a:t>
            </a:r>
            <a:endParaRPr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How? Follow Google instructions </a:t>
            </a:r>
            <a:r>
              <a:rPr lang="en" u="sng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  <a:hlinkClick r:id="rId3"/>
              </a:rPr>
              <a:t>https://twitter.com/googledocs/status/730087240156643328</a:t>
            </a:r>
            <a:endParaRPr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21" name="Google Shape;1321;p43"/>
          <p:cNvSpPr txBox="1"/>
          <p:nvPr/>
        </p:nvSpPr>
        <p:spPr>
          <a:xfrm>
            <a:off x="808100" y="2298050"/>
            <a:ext cx="7327500" cy="25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  <a:latin typeface="Karla"/>
                <a:ea typeface="Karla"/>
                <a:cs typeface="Karla"/>
                <a:sym typeface="Karla"/>
              </a:rPr>
              <a:t> and many more...</a:t>
            </a:r>
            <a:endParaRPr sz="2400">
              <a:solidFill>
                <a:srgbClr val="FFFFFF"/>
              </a:solidFill>
              <a:highlight>
                <a:srgbClr val="000000"/>
              </a:highlight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22" name="Google Shape;1322;p43"/>
          <p:cNvSpPr txBox="1"/>
          <p:nvPr/>
        </p:nvSpPr>
        <p:spPr>
          <a:xfrm>
            <a:off x="648975" y="780214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600">
                <a:solidFill>
                  <a:schemeClr val="accent6"/>
                </a:solidFill>
              </a:rPr>
              <a:t>😉</a:t>
            </a:r>
            <a:endParaRPr sz="9600">
              <a:solidFill>
                <a:schemeClr val="accent6"/>
              </a:solidFill>
            </a:endParaRPr>
          </a:p>
        </p:txBody>
      </p:sp>
      <p:sp>
        <p:nvSpPr>
          <p:cNvPr id="1323" name="Google Shape;1323;p4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8" name="Google Shape;1328;p4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44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30" name="Google Shape;1330;p44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331" name="Google Shape;1331;p44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332" name="Google Shape;1332;p44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33" name="Google Shape;1333;p44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334" name="Google Shape;1334;p44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335" name="Google Shape;1335;p44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36" name="Google Shape;1336;p44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rect b="b" l="l" r="r" t="t"/>
                <a:pathLst>
                  <a:path extrusionOk="0" h="5928" w="6674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337" name="Google Shape;1337;p44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338" name="Google Shape;1338;p44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39" name="Google Shape;1339;p44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340" name="Google Shape;1340;p44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341" name="Google Shape;1341;p44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42" name="Google Shape;1342;p44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rect b="b" l="l" r="r" t="t"/>
                <a:pathLst>
                  <a:path extrusionOk="0" h="5929" w="7439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viragus template">
  <a:themeElements>
    <a:clrScheme name="Custom 347">
      <a:dk1>
        <a:srgbClr val="666666"/>
      </a:dk1>
      <a:lt1>
        <a:srgbClr val="FFFFFF"/>
      </a:lt1>
      <a:dk2>
        <a:srgbClr val="999999"/>
      </a:dk2>
      <a:lt2>
        <a:srgbClr val="DCE2E7"/>
      </a:lt2>
      <a:accent1>
        <a:srgbClr val="8BC34A"/>
      </a:accent1>
      <a:accent2>
        <a:srgbClr val="00BCD4"/>
      </a:accent2>
      <a:accent3>
        <a:srgbClr val="9C27B0"/>
      </a:accent3>
      <a:accent4>
        <a:srgbClr val="E91E63"/>
      </a:accent4>
      <a:accent5>
        <a:srgbClr val="FF9800"/>
      </a:accent5>
      <a:accent6>
        <a:srgbClr val="FFEB3B"/>
      </a:accent6>
      <a:hlink>
        <a:srgbClr val="2196F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