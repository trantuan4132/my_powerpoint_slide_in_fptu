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embeddedFontLst>
    <p:embeddedFont>
      <p:font typeface="Muli" panose="020B0604020202020204" charset="0"/>
      <p:regular r:id="rId33"/>
      <p:bold r:id="rId34"/>
      <p:italic r:id="rId35"/>
      <p:boldItalic r:id="rId36"/>
    </p:embeddedFont>
    <p:embeddedFont>
      <p:font typeface="Muli Regular" panose="020B0604020202020204" charset="0"/>
      <p:regular r:id="rId37"/>
      <p:bold r:id="rId38"/>
      <p:italic r:id="rId39"/>
      <p:boldItalic r:id="rId40"/>
    </p:embeddedFont>
    <p:embeddedFont>
      <p:font typeface="Poppins Light" panose="020B0604020202020204" charset="0"/>
      <p:regular r:id="rId41"/>
      <p:bold r:id="rId42"/>
      <p:italic r:id="rId43"/>
      <p:boldItalic r:id="rId44"/>
    </p:embeddedFont>
    <p:embeddedFont>
      <p:font typeface="Montserrat" panose="00000500000000000000" pitchFamily="2" charset="0"/>
      <p:regular r:id="rId45"/>
      <p:bold r:id="rId46"/>
      <p:italic r:id="rId47"/>
      <p:boldItalic r:id="rId48"/>
    </p:embeddedFont>
    <p:embeddedFont>
      <p:font typeface="Poppins" panose="020B0604020202020204" charset="0"/>
      <p:regular r:id="rId49"/>
      <p:bold r:id="rId50"/>
      <p:italic r:id="rId51"/>
      <p:boldItalic r:id="rId52"/>
    </p:embeddedFont>
    <p:embeddedFont>
      <p:font typeface="Calibri" panose="020F0502020204030204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C449BC-DEB3-4B98-ABA0-94F0186CF9BE}">
  <a:tblStyle styleId="{13C449BC-DEB3-4B98-ABA0-94F0186CF9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4450b56081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4450b56081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5694cd56_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5694cd56_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802ce8ed5f_4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802ce8ed5f_4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616577f25a_37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616577f25a_37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1150" y="1759800"/>
            <a:ext cx="4371926" cy="32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50275" y="2175625"/>
            <a:ext cx="3879000" cy="28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ctrTitle"/>
          </p:nvPr>
        </p:nvSpPr>
        <p:spPr>
          <a:xfrm>
            <a:off x="685800" y="1811950"/>
            <a:ext cx="4973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685800" y="3144850"/>
            <a:ext cx="24936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74072" y="2340786"/>
            <a:ext cx="3879000" cy="262908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962850" y="919975"/>
            <a:ext cx="4469100" cy="334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31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1pPr>
            <a:lvl2pPr marL="914400" lvl="1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>
                <a:solidFill>
                  <a:schemeClr val="accent5"/>
                </a:solidFill>
              </a:defRPr>
            </a:lvl2pPr>
            <a:lvl3pPr marL="1371600" lvl="2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3pPr>
            <a:lvl4pPr marL="1828800" lvl="3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4pPr>
            <a:lvl5pPr marL="2286000" lvl="4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5pPr>
            <a:lvl6pPr marL="2743200" lvl="5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6pPr>
            <a:lvl7pPr marL="3200400" lvl="6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7pPr>
            <a:lvl8pPr marL="3657600" lvl="7" indent="-431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8pPr>
            <a:lvl9pPr marL="4114800" lvl="8" indent="-431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390571" y="571075"/>
            <a:ext cx="6480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sz="9600" b="1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9349" y="2301324"/>
            <a:ext cx="3702249" cy="26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spcBef>
                <a:spcPts val="60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 mask">
  <p:cSld name="TITLE_AND_BODY_1">
    <p:bg>
      <p:bgPr>
        <a:solidFill>
          <a:schemeClr val="accen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6"/>
          <p:cNvGrpSpPr/>
          <p:nvPr/>
        </p:nvGrpSpPr>
        <p:grpSpPr>
          <a:xfrm>
            <a:off x="-144" y="4104"/>
            <a:ext cx="9144000" cy="5143488"/>
            <a:chOff x="238125" y="848325"/>
            <a:chExt cx="7143750" cy="4018350"/>
          </a:xfrm>
        </p:grpSpPr>
        <p:sp>
          <p:nvSpPr>
            <p:cNvPr id="28" name="Google Shape;28;p6"/>
            <p:cNvSpPr/>
            <p:nvPr/>
          </p:nvSpPr>
          <p:spPr>
            <a:xfrm>
              <a:off x="238125" y="848325"/>
              <a:ext cx="7143750" cy="4018350"/>
            </a:xfrm>
            <a:custGeom>
              <a:avLst/>
              <a:gdLst/>
              <a:ahLst/>
              <a:cxnLst/>
              <a:rect l="l" t="t" r="r" b="b"/>
              <a:pathLst>
                <a:path w="285750" h="160734" extrusionOk="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6"/>
            <p:cNvSpPr/>
            <p:nvPr/>
          </p:nvSpPr>
          <p:spPr>
            <a:xfrm>
              <a:off x="238125" y="848325"/>
              <a:ext cx="7143750" cy="4018350"/>
            </a:xfrm>
            <a:custGeom>
              <a:avLst/>
              <a:gdLst/>
              <a:ahLst/>
              <a:cxnLst/>
              <a:rect l="l" t="t" r="r" b="b"/>
              <a:pathLst>
                <a:path w="285750" h="160734" extrusionOk="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57200" y="1425175"/>
            <a:ext cx="3101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2419350"/>
            <a:ext cx="3101400" cy="18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8204" y="2372421"/>
            <a:ext cx="3533400" cy="26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993928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598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2"/>
          </p:nvPr>
        </p:nvSpPr>
        <p:spPr>
          <a:xfrm>
            <a:off x="3392100" y="2082325"/>
            <a:ext cx="23598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3"/>
          </p:nvPr>
        </p:nvSpPr>
        <p:spPr>
          <a:xfrm>
            <a:off x="6326997" y="2082325"/>
            <a:ext cx="23598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72725" y="2225700"/>
            <a:ext cx="3118876" cy="276539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no illustration">
  <p:cSld name="TITLE_ONLY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600"/>
              <a:buNone/>
              <a:defRPr sz="1600"/>
            </a:lvl1pPr>
          </a:lstStyle>
          <a:p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30275" y="2032125"/>
            <a:ext cx="3761325" cy="29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41170" y="2518284"/>
            <a:ext cx="3450425" cy="247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illustration">
  <p:cSld name="BLANK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 Regular"/>
              <a:buChar char="●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 Regular"/>
              <a:buChar char="○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 Regular"/>
              <a:buChar char="■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●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○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 Regular"/>
              <a:buChar char="■"/>
              <a:defRPr sz="2200">
                <a:solidFill>
                  <a:schemeClr val="dk1"/>
                </a:solidFill>
                <a:latin typeface="Muli Regular"/>
                <a:ea typeface="Muli Regular"/>
                <a:cs typeface="Muli Regular"/>
                <a:sym typeface="Muli Regula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www.slidescarnival.com/copyright-and-legal-information" TargetMode="External"/><Relationship Id="rId4" Type="http://schemas.openxmlformats.org/officeDocument/2006/relationships/hyperlink" Target="http://www.slidescarnival.com/help-use-presentation-templat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heets/about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undraw.co/" TargetMode="External"/><Relationship Id="rId4" Type="http://schemas.openxmlformats.org/officeDocument/2006/relationships/hyperlink" Target="http://unsplash.com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poppin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fontsquirrel.com/fonts/muli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2.png"/><Relationship Id="rId3" Type="http://schemas.openxmlformats.org/officeDocument/2006/relationships/hyperlink" Target="https://undraw.co/" TargetMode="External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1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your presentation title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57200" y="282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 for use</a:t>
            </a: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2"/>
          </p:nvPr>
        </p:nvSpPr>
        <p:spPr>
          <a:xfrm>
            <a:off x="2993928" y="1320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5617D"/>
                </a:solidFill>
              </a:rPr>
              <a:t>EDIT IN POWERPOINT®</a:t>
            </a:r>
            <a:endParaRPr sz="1200">
              <a:solidFill>
                <a:srgbClr val="65617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617D"/>
                </a:solidFill>
              </a:rPr>
              <a:t>Click on the button under the presentation preview that says </a:t>
            </a:r>
            <a:r>
              <a:rPr lang="en" sz="1200" b="1">
                <a:solidFill>
                  <a:srgbClr val="65617D"/>
                </a:solidFill>
              </a:rPr>
              <a:t>"Download as PowerPoint template"</a:t>
            </a:r>
            <a:r>
              <a:rPr lang="en" sz="1200">
                <a:solidFill>
                  <a:srgbClr val="65617D"/>
                </a:solidFill>
              </a:rPr>
              <a:t>. You will get a .pptx file that you can edit in PowerPoint. </a:t>
            </a:r>
            <a:endParaRPr sz="1200">
              <a:solidFill>
                <a:srgbClr val="65617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5617D"/>
                </a:solidFill>
              </a:rPr>
              <a:t>Remember to download and install the fonts used in this presentation (you’ll find the links to the font files needed in the </a:t>
            </a:r>
            <a:r>
              <a:rPr lang="en" sz="1200" u="sng">
                <a:solidFill>
                  <a:srgbClr val="65617D"/>
                </a:solidFill>
                <a:hlinkClick r:id="rId3" action="ppaction://hlinksldjump"/>
              </a:rPr>
              <a:t>Presentation design slide</a:t>
            </a:r>
            <a:r>
              <a:rPr lang="en" sz="1200">
                <a:solidFill>
                  <a:srgbClr val="65617D"/>
                </a:solidFill>
              </a:rPr>
              <a:t>)</a:t>
            </a:r>
            <a:endParaRPr sz="1200">
              <a:solidFill>
                <a:srgbClr val="65617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>
              <a:solidFill>
                <a:srgbClr val="65617D"/>
              </a:solidFill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457200" y="1320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65617D"/>
                </a:solidFill>
              </a:rPr>
              <a:t>EDIT IN GOOGLE SLIDES</a:t>
            </a:r>
            <a:endParaRPr sz="1200">
              <a:solidFill>
                <a:srgbClr val="65617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5617D"/>
                </a:solidFill>
              </a:rPr>
              <a:t>Click on the button under the presentation preview that says </a:t>
            </a:r>
            <a:r>
              <a:rPr lang="en" sz="1200" b="1">
                <a:solidFill>
                  <a:srgbClr val="65617D"/>
                </a:solidFill>
              </a:rPr>
              <a:t>"Use as Google Slides Theme"</a:t>
            </a:r>
            <a:r>
              <a:rPr lang="en" sz="1200">
                <a:solidFill>
                  <a:srgbClr val="65617D"/>
                </a:solidFill>
              </a:rPr>
              <a:t>.</a:t>
            </a:r>
            <a:endParaRPr sz="1200">
              <a:solidFill>
                <a:srgbClr val="65617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65617D"/>
                </a:solidFill>
              </a:rPr>
              <a:t>You will get a copy of this document on your Google Drive and will be able to edit, add or delete slides.</a:t>
            </a:r>
            <a:endParaRPr sz="1200">
              <a:solidFill>
                <a:srgbClr val="65617D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65617D"/>
                </a:solidFill>
              </a:rPr>
              <a:t>You have to be signed in to your Google account.</a:t>
            </a:r>
            <a:endParaRPr>
              <a:solidFill>
                <a:srgbClr val="65617D"/>
              </a:solidFill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2"/>
          </p:nvPr>
        </p:nvSpPr>
        <p:spPr>
          <a:xfrm>
            <a:off x="457200" y="4002250"/>
            <a:ext cx="4982700" cy="114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A7D86D"/>
                </a:solidFill>
              </a:rPr>
              <a:t>More info on how to use this template at </a:t>
            </a:r>
            <a:r>
              <a:rPr lang="en" sz="1000" b="1" u="sng">
                <a:solidFill>
                  <a:srgbClr val="A7D86D"/>
                </a:solidFill>
                <a:hlinkClick r:id="rId4"/>
              </a:rPr>
              <a:t>www.slidescarnival.com/help-use-presentation-template</a:t>
            </a:r>
            <a:endParaRPr sz="1000" b="1">
              <a:solidFill>
                <a:srgbClr val="A7D86D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7D86D"/>
                </a:solidFill>
              </a:rPr>
              <a:t>This template is free to use under </a:t>
            </a:r>
            <a:r>
              <a:rPr lang="en" sz="1000" u="sng">
                <a:solidFill>
                  <a:srgbClr val="A7D86D"/>
                </a:solidFill>
                <a:hlinkClick r:id="rId5"/>
              </a:rPr>
              <a:t>Creative Commons Attribution license</a:t>
            </a:r>
            <a:r>
              <a:rPr lang="en" sz="1000">
                <a:solidFill>
                  <a:srgbClr val="A7D86D"/>
                </a:solidFill>
              </a:rPr>
              <a:t>. You can keep the Credits slide or mention SlidesCarnival and other resources used in a slide footer.</a:t>
            </a:r>
            <a:endParaRPr sz="1000">
              <a:solidFill>
                <a:srgbClr val="A7D86D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A7D86D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000">
              <a:solidFill>
                <a:srgbClr val="A7D86D"/>
              </a:solidFill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ctrTitle" idx="4294967295"/>
          </p:nvPr>
        </p:nvSpPr>
        <p:spPr>
          <a:xfrm>
            <a:off x="685800" y="440350"/>
            <a:ext cx="47913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Hello!</a:t>
            </a:r>
            <a:endParaRPr sz="6000"/>
          </a:p>
        </p:txBody>
      </p:sp>
      <p:sp>
        <p:nvSpPr>
          <p:cNvPr id="80" name="Google Shape;80;p16"/>
          <p:cNvSpPr txBox="1">
            <a:spLocks noGrp="1"/>
          </p:cNvSpPr>
          <p:nvPr>
            <p:ph type="subTitle" idx="4294967295"/>
          </p:nvPr>
        </p:nvSpPr>
        <p:spPr>
          <a:xfrm>
            <a:off x="685800" y="1639966"/>
            <a:ext cx="4791300" cy="31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b="1"/>
              <a:t>I am Jayden Smith</a:t>
            </a:r>
            <a:endParaRPr sz="3600"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am here because I love to give presentations.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find me at @username</a:t>
            </a:r>
            <a:endParaRPr sz="3600" b="1"/>
          </a:p>
        </p:txBody>
      </p:sp>
      <p:sp>
        <p:nvSpPr>
          <p:cNvPr id="81" name="Google Shape;81;p1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ctrTitle"/>
          </p:nvPr>
        </p:nvSpPr>
        <p:spPr>
          <a:xfrm>
            <a:off x="685800" y="1811950"/>
            <a:ext cx="4973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Transition headline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1"/>
          </p:nvPr>
        </p:nvSpPr>
        <p:spPr>
          <a:xfrm>
            <a:off x="685800" y="3144850"/>
            <a:ext cx="24936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with the first set of slides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962850" y="919975"/>
            <a:ext cx="4469100" cy="334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Quotations are commonly printed as a means of inspiration and to invoke philosophical thoughts from the reader.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457200" y="7393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slide title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457200" y="1733550"/>
            <a:ext cx="4695600" cy="18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Here you have a list of items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And some text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But remember not to overload your slides with content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Your audience will listen to you or read the content, but won’t do both. 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ctrTitle" idx="4294967295"/>
          </p:nvPr>
        </p:nvSpPr>
        <p:spPr>
          <a:xfrm>
            <a:off x="685800" y="1888150"/>
            <a:ext cx="49767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Big concept</a:t>
            </a:r>
            <a:endParaRPr sz="7200"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4294967295"/>
          </p:nvPr>
        </p:nvSpPr>
        <p:spPr>
          <a:xfrm>
            <a:off x="685800" y="3030555"/>
            <a:ext cx="49767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Bring the attention of your audience over a key concept using icons or illustrations</a:t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7282278" y="3011993"/>
            <a:ext cx="339869" cy="32451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20"/>
          <p:cNvGrpSpPr/>
          <p:nvPr/>
        </p:nvGrpSpPr>
        <p:grpSpPr>
          <a:xfrm>
            <a:off x="6860474" y="1189660"/>
            <a:ext cx="1456028" cy="1456403"/>
            <a:chOff x="6654650" y="3665275"/>
            <a:chExt cx="409100" cy="409125"/>
          </a:xfrm>
        </p:grpSpPr>
        <p:sp>
          <p:nvSpPr>
            <p:cNvPr id="109" name="Google Shape;109;p2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0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20"/>
          <p:cNvGrpSpPr/>
          <p:nvPr/>
        </p:nvGrpSpPr>
        <p:grpSpPr>
          <a:xfrm rot="1056949">
            <a:off x="5457333" y="2334562"/>
            <a:ext cx="961941" cy="962053"/>
            <a:chOff x="570875" y="4322250"/>
            <a:chExt cx="443300" cy="443325"/>
          </a:xfrm>
        </p:grpSpPr>
        <p:sp>
          <p:nvSpPr>
            <p:cNvPr id="112" name="Google Shape;112;p20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0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0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0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16;p20"/>
          <p:cNvSpPr/>
          <p:nvPr/>
        </p:nvSpPr>
        <p:spPr>
          <a:xfrm rot="2466722">
            <a:off x="5565166" y="1471935"/>
            <a:ext cx="472204" cy="450876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0"/>
          <p:cNvSpPr/>
          <p:nvPr/>
        </p:nvSpPr>
        <p:spPr>
          <a:xfrm rot="-1609319">
            <a:off x="6255742" y="1755624"/>
            <a:ext cx="339819" cy="324470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/>
          <p:nvPr/>
        </p:nvSpPr>
        <p:spPr>
          <a:xfrm rot="2926198">
            <a:off x="8316146" y="2012664"/>
            <a:ext cx="254474" cy="24298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0"/>
          <p:cNvSpPr/>
          <p:nvPr/>
        </p:nvSpPr>
        <p:spPr>
          <a:xfrm rot="-1609137">
            <a:off x="7257139" y="384869"/>
            <a:ext cx="229255" cy="218900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White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milk and fresh snow, the color produced by the combination of all the colors of the visible spectrum.</a:t>
            </a: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split your content</a:t>
            </a:r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2"/>
          </p:nvPr>
        </p:nvSpPr>
        <p:spPr>
          <a:xfrm>
            <a:off x="2993928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Black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two or three columns</a:t>
            </a:r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598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gold, butter and ripe lemons. In the spectrum of visible light, yellow is found between green and orange.</a:t>
            </a:r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2"/>
          </p:nvPr>
        </p:nvSpPr>
        <p:spPr>
          <a:xfrm>
            <a:off x="3392100" y="2082325"/>
            <a:ext cx="23598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colour of the clear sky and the deep sea. It is located between violet and green on the optical spectrum.</a:t>
            </a:r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body" idx="3"/>
          </p:nvPr>
        </p:nvSpPr>
        <p:spPr>
          <a:xfrm>
            <a:off x="6326997" y="2082325"/>
            <a:ext cx="2359800" cy="28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blood, and because of this it has historically been associated with sacrifice, danger and courage.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457200" y="1882375"/>
            <a:ext cx="31014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body" idx="1"/>
          </p:nvPr>
        </p:nvSpPr>
        <p:spPr>
          <a:xfrm>
            <a:off x="457200" y="2876550"/>
            <a:ext cx="3101400" cy="18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A complex idea can be conveyed with just a single still image, namely making it possible to absorb large amounts of data quickly.</a:t>
            </a:r>
            <a:endParaRPr sz="1800"/>
          </a:p>
        </p:txBody>
      </p:sp>
      <p:sp>
        <p:nvSpPr>
          <p:cNvPr id="144" name="Google Shape;144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>
            <a:spLocks noGrp="1"/>
          </p:cNvSpPr>
          <p:nvPr>
            <p:ph type="title" idx="4294967295"/>
          </p:nvPr>
        </p:nvSpPr>
        <p:spPr>
          <a:xfrm>
            <a:off x="657225" y="644150"/>
            <a:ext cx="6024600" cy="13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0">
                <a:solidFill>
                  <a:srgbClr val="FFFFFF"/>
                </a:solidFill>
              </a:rPr>
              <a:t>Want big impact?</a:t>
            </a:r>
            <a:endParaRPr sz="1800" b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Use big image.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0" name="Google Shape;150;p2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diagrams to explain your ideas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157" name="Google Shape;157;p25"/>
          <p:cNvGrpSpPr/>
          <p:nvPr/>
        </p:nvGrpSpPr>
        <p:grpSpPr>
          <a:xfrm>
            <a:off x="381000" y="3655791"/>
            <a:ext cx="5951905" cy="670509"/>
            <a:chOff x="1431325" y="2473842"/>
            <a:chExt cx="5951905" cy="670509"/>
          </a:xfrm>
        </p:grpSpPr>
        <p:sp>
          <p:nvSpPr>
            <p:cNvPr id="158" name="Google Shape;158;p25"/>
            <p:cNvSpPr/>
            <p:nvPr/>
          </p:nvSpPr>
          <p:spPr>
            <a:xfrm rot="-5400000">
              <a:off x="4308625" y="126650"/>
              <a:ext cx="670500" cy="5364900"/>
            </a:xfrm>
            <a:prstGeom prst="roundRect">
              <a:avLst>
                <a:gd name="adj" fmla="val 50000"/>
              </a:avLst>
            </a:pr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5"/>
            <p:cNvSpPr txBox="1"/>
            <p:nvPr/>
          </p:nvSpPr>
          <p:spPr>
            <a:xfrm>
              <a:off x="504533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Donec risus dolor porta venenatis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Pharetra luctus felis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Proin vel tellus in felis volutpat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60" name="Google Shape;160;p25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Donec risus dolor porta venenatis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Pharetra luctus felis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Proin vel tellus in felis volutpat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61" name="Google Shape;161;p25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name="adj" fmla="val 50000"/>
              </a:avLst>
            </a:pr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5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name="adj1" fmla="val 16226349"/>
                <a:gd name="adj2" fmla="val 10795968"/>
              </a:avLst>
            </a:pr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5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75%</a:t>
              </a:r>
              <a:endParaRPr>
                <a:solidFill>
                  <a:srgbClr val="FFFFFF"/>
                </a:solidFill>
                <a:latin typeface="Muli Regular"/>
                <a:ea typeface="Muli Regular"/>
                <a:cs typeface="Muli Regular"/>
                <a:sym typeface="Muli Regular"/>
              </a:endParaRPr>
            </a:p>
          </p:txBody>
        </p:sp>
        <p:cxnSp>
          <p:nvCxnSpPr>
            <p:cNvPr id="165" name="Google Shape;165;p25"/>
            <p:cNvCxnSpPr/>
            <p:nvPr/>
          </p:nvCxnSpPr>
          <p:spPr>
            <a:xfrm>
              <a:off x="5057491" y="2585784"/>
              <a:ext cx="0" cy="44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grpSp>
        <p:nvGrpSpPr>
          <p:cNvPr id="166" name="Google Shape;166;p25"/>
          <p:cNvGrpSpPr/>
          <p:nvPr/>
        </p:nvGrpSpPr>
        <p:grpSpPr>
          <a:xfrm>
            <a:off x="381000" y="2974516"/>
            <a:ext cx="5951905" cy="670509"/>
            <a:chOff x="1431325" y="2473842"/>
            <a:chExt cx="5951905" cy="670509"/>
          </a:xfrm>
        </p:grpSpPr>
        <p:sp>
          <p:nvSpPr>
            <p:cNvPr id="167" name="Google Shape;167;p25"/>
            <p:cNvSpPr/>
            <p:nvPr/>
          </p:nvSpPr>
          <p:spPr>
            <a:xfrm rot="-5400000">
              <a:off x="4308625" y="126650"/>
              <a:ext cx="670500" cy="5364900"/>
            </a:xfrm>
            <a:prstGeom prst="roundRect">
              <a:avLst>
                <a:gd name="adj" fmla="val 50000"/>
              </a:avLst>
            </a:pr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5"/>
            <p:cNvSpPr txBox="1"/>
            <p:nvPr/>
          </p:nvSpPr>
          <p:spPr>
            <a:xfrm>
              <a:off x="504533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Donec risus dolor porta venenatis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Pharetra luctus felis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Proin vel tellus in felis volutpat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69" name="Google Shape;169;p25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Donec risus dolor porta venenatis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Pharetra luctus felis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Proin vel tellus in felis volutpat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70" name="Google Shape;170;p25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name="adj" fmla="val 50000"/>
              </a:avLst>
            </a:pr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5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name="adj1" fmla="val 16226349"/>
                <a:gd name="adj2" fmla="val 10795968"/>
              </a:avLst>
            </a:pr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5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75%</a:t>
              </a:r>
              <a:endParaRPr>
                <a:solidFill>
                  <a:srgbClr val="FFFFFF"/>
                </a:solidFill>
                <a:latin typeface="Muli Regular"/>
                <a:ea typeface="Muli Regular"/>
                <a:cs typeface="Muli Regular"/>
                <a:sym typeface="Muli Regular"/>
              </a:endParaRPr>
            </a:p>
          </p:txBody>
        </p:sp>
        <p:cxnSp>
          <p:nvCxnSpPr>
            <p:cNvPr id="174" name="Google Shape;174;p25"/>
            <p:cNvCxnSpPr/>
            <p:nvPr/>
          </p:nvCxnSpPr>
          <p:spPr>
            <a:xfrm>
              <a:off x="5057491" y="2585784"/>
              <a:ext cx="0" cy="44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  <p:grpSp>
        <p:nvGrpSpPr>
          <p:cNvPr id="175" name="Google Shape;175;p25"/>
          <p:cNvGrpSpPr/>
          <p:nvPr/>
        </p:nvGrpSpPr>
        <p:grpSpPr>
          <a:xfrm>
            <a:off x="381000" y="2293241"/>
            <a:ext cx="5951905" cy="670509"/>
            <a:chOff x="1431325" y="2473842"/>
            <a:chExt cx="5951905" cy="670509"/>
          </a:xfrm>
        </p:grpSpPr>
        <p:sp>
          <p:nvSpPr>
            <p:cNvPr id="176" name="Google Shape;176;p25"/>
            <p:cNvSpPr/>
            <p:nvPr/>
          </p:nvSpPr>
          <p:spPr>
            <a:xfrm rot="-5400000">
              <a:off x="4317925" y="117350"/>
              <a:ext cx="670500" cy="5383500"/>
            </a:xfrm>
            <a:prstGeom prst="roundRect">
              <a:avLst>
                <a:gd name="adj" fmla="val 50000"/>
              </a:avLst>
            </a:pr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5"/>
            <p:cNvSpPr txBox="1"/>
            <p:nvPr/>
          </p:nvSpPr>
          <p:spPr>
            <a:xfrm>
              <a:off x="504533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Donec risus dolor porta venenatis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Pharetra luctus felis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Proin vel tellus in felis volutpat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78" name="Google Shape;178;p25"/>
            <p:cNvSpPr txBox="1"/>
            <p:nvPr/>
          </p:nvSpPr>
          <p:spPr>
            <a:xfrm>
              <a:off x="2744681" y="2473842"/>
              <a:ext cx="2337900" cy="65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Donec risus dolor porta venenatis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Pharetra luctus felis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Muli"/>
                <a:buChar char="●"/>
              </a:pPr>
              <a:r>
                <a:rPr lang="en" sz="8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Proin vel tellus in felis volutpat </a:t>
              </a:r>
              <a:endParaRPr sz="8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79" name="Google Shape;179;p25"/>
            <p:cNvSpPr/>
            <p:nvPr/>
          </p:nvSpPr>
          <p:spPr>
            <a:xfrm rot="-5400000">
              <a:off x="1751875" y="2153292"/>
              <a:ext cx="670500" cy="1311600"/>
            </a:xfrm>
            <a:prstGeom prst="roundRect">
              <a:avLst>
                <a:gd name="adj" fmla="val 50000"/>
              </a:avLst>
            </a:pr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1499580" y="2547844"/>
              <a:ext cx="522300" cy="522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1545080" y="2593344"/>
              <a:ext cx="431400" cy="431400"/>
            </a:xfrm>
            <a:prstGeom prst="pie">
              <a:avLst>
                <a:gd name="adj1" fmla="val 16226349"/>
                <a:gd name="adj2" fmla="val 10795968"/>
              </a:avLst>
            </a:pr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2025174" y="2616792"/>
              <a:ext cx="608400" cy="39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Muli Regular"/>
                  <a:ea typeface="Muli Regular"/>
                  <a:cs typeface="Muli Regular"/>
                  <a:sym typeface="Muli Regular"/>
                </a:rPr>
                <a:t>75%</a:t>
              </a:r>
              <a:endParaRPr>
                <a:solidFill>
                  <a:srgbClr val="FFFFFF"/>
                </a:solidFill>
                <a:latin typeface="Muli Regular"/>
                <a:ea typeface="Muli Regular"/>
                <a:cs typeface="Muli Regular"/>
                <a:sym typeface="Muli Regular"/>
              </a:endParaRPr>
            </a:p>
          </p:txBody>
        </p:sp>
        <p:cxnSp>
          <p:nvCxnSpPr>
            <p:cNvPr id="183" name="Google Shape;183;p25"/>
            <p:cNvCxnSpPr/>
            <p:nvPr/>
          </p:nvCxnSpPr>
          <p:spPr>
            <a:xfrm>
              <a:off x="5057491" y="2585784"/>
              <a:ext cx="0" cy="44460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dot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189" name="Google Shape;189;p26"/>
          <p:cNvGraphicFramePr/>
          <p:nvPr/>
        </p:nvGraphicFramePr>
        <p:xfrm>
          <a:off x="498375" y="21066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{13C449BC-DEB3-4B98-ABA0-94F0186CF9BE}</a:tableStyleId>
              </a:tblPr>
              <a:tblGrid>
                <a:gridCol w="131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A</a:t>
                      </a:r>
                      <a:endParaRPr sz="1100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B</a:t>
                      </a:r>
                      <a:endParaRPr sz="1100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C</a:t>
                      </a:r>
                      <a:endParaRPr sz="1100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Yellow</a:t>
                      </a:r>
                      <a:endParaRPr sz="1100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10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20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7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Blue</a:t>
                      </a:r>
                      <a:endParaRPr sz="1100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30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15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10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8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Orange</a:t>
                      </a:r>
                      <a:endParaRPr sz="1100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5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24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65617D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16</a:t>
                      </a:r>
                      <a:endParaRPr b="1">
                        <a:solidFill>
                          <a:srgbClr val="65617D"/>
                        </a:solidFill>
                        <a:latin typeface="Muli"/>
                        <a:ea typeface="Muli"/>
                        <a:cs typeface="Muli"/>
                        <a:sym typeface="Muli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5EB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0" name="Google Shape;190;p2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1042550" y="1121375"/>
            <a:ext cx="7795974" cy="3714171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D8D5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457200" y="2059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Maps</a:t>
            </a:r>
            <a:endParaRPr/>
          </a:p>
        </p:txBody>
      </p:sp>
      <p:sp>
        <p:nvSpPr>
          <p:cNvPr id="197" name="Google Shape;197;p27"/>
          <p:cNvSpPr/>
          <p:nvPr/>
        </p:nvSpPr>
        <p:spPr>
          <a:xfrm>
            <a:off x="2389500" y="1982900"/>
            <a:ext cx="752100" cy="202500"/>
          </a:xfrm>
          <a:prstGeom prst="wedgeRectCallout">
            <a:avLst>
              <a:gd name="adj1" fmla="val -21428"/>
              <a:gd name="adj2" fmla="val 84287"/>
            </a:avLst>
          </a:prstGeom>
          <a:solidFill>
            <a:srgbClr val="A7D86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5617D"/>
                </a:solidFill>
                <a:latin typeface="Muli"/>
                <a:ea typeface="Muli"/>
                <a:cs typeface="Muli"/>
                <a:sym typeface="Muli"/>
              </a:rPr>
              <a:t>our office</a:t>
            </a:r>
            <a:endParaRPr sz="1000">
              <a:solidFill>
                <a:srgbClr val="65617D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98" name="Google Shape;198;p2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1575475" y="2289100"/>
            <a:ext cx="202500" cy="202500"/>
          </a:xfrm>
          <a:prstGeom prst="donut">
            <a:avLst>
              <a:gd name="adj" fmla="val 39310"/>
            </a:avLst>
          </a:prstGeom>
          <a:solidFill>
            <a:srgbClr val="A7D86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3303350" y="3794575"/>
            <a:ext cx="202500" cy="202500"/>
          </a:xfrm>
          <a:prstGeom prst="donut">
            <a:avLst>
              <a:gd name="adj" fmla="val 39310"/>
            </a:avLst>
          </a:prstGeom>
          <a:solidFill>
            <a:srgbClr val="A7D86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4224975" y="2086600"/>
            <a:ext cx="202500" cy="202500"/>
          </a:xfrm>
          <a:prstGeom prst="donut">
            <a:avLst>
              <a:gd name="adj" fmla="val 39310"/>
            </a:avLst>
          </a:prstGeom>
          <a:solidFill>
            <a:srgbClr val="A7D86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7"/>
          <p:cNvSpPr/>
          <p:nvPr/>
        </p:nvSpPr>
        <p:spPr>
          <a:xfrm>
            <a:off x="4924150" y="4099350"/>
            <a:ext cx="202500" cy="202500"/>
          </a:xfrm>
          <a:prstGeom prst="donut">
            <a:avLst>
              <a:gd name="adj" fmla="val 39310"/>
            </a:avLst>
          </a:prstGeom>
          <a:solidFill>
            <a:srgbClr val="A7D86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7"/>
          <p:cNvSpPr/>
          <p:nvPr/>
        </p:nvSpPr>
        <p:spPr>
          <a:xfrm>
            <a:off x="6920800" y="2574350"/>
            <a:ext cx="202500" cy="202500"/>
          </a:xfrm>
          <a:prstGeom prst="donut">
            <a:avLst>
              <a:gd name="adj" fmla="val 39310"/>
            </a:avLst>
          </a:prstGeom>
          <a:solidFill>
            <a:srgbClr val="A7D86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7582900" y="4172475"/>
            <a:ext cx="202500" cy="202500"/>
          </a:xfrm>
          <a:prstGeom prst="donut">
            <a:avLst>
              <a:gd name="adj" fmla="val 39310"/>
            </a:avLst>
          </a:prstGeom>
          <a:solidFill>
            <a:srgbClr val="A7D86D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D86D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>
            <a:spLocks noGrp="1"/>
          </p:cNvSpPr>
          <p:nvPr>
            <p:ph type="ctrTitle" idx="4294967295"/>
          </p:nvPr>
        </p:nvSpPr>
        <p:spPr>
          <a:xfrm>
            <a:off x="609600" y="821342"/>
            <a:ext cx="7772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FFFFFF"/>
                </a:solidFill>
              </a:rPr>
              <a:t>89,526,124</a:t>
            </a:r>
            <a:endParaRPr sz="9600">
              <a:solidFill>
                <a:srgbClr val="FFFFFF"/>
              </a:solidFill>
            </a:endParaRPr>
          </a:p>
        </p:txBody>
      </p:sp>
      <p:sp>
        <p:nvSpPr>
          <p:cNvPr id="210" name="Google Shape;210;p28"/>
          <p:cNvSpPr txBox="1">
            <a:spLocks noGrp="1"/>
          </p:cNvSpPr>
          <p:nvPr>
            <p:ph type="subTitle" idx="4294967295"/>
          </p:nvPr>
        </p:nvSpPr>
        <p:spPr>
          <a:xfrm>
            <a:off x="609600" y="2078050"/>
            <a:ext cx="39036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Whoa! That’s a big number, aren’t you proud?</a:t>
            </a:r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ctrTitle" idx="4294967295"/>
          </p:nvPr>
        </p:nvSpPr>
        <p:spPr>
          <a:xfrm>
            <a:off x="685800" y="343200"/>
            <a:ext cx="4754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89,526,124$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4294967295"/>
          </p:nvPr>
        </p:nvSpPr>
        <p:spPr>
          <a:xfrm>
            <a:off x="685800" y="1030308"/>
            <a:ext cx="4754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That’s a lot of money</a:t>
            </a:r>
            <a:endParaRPr sz="2400"/>
          </a:p>
        </p:txBody>
      </p:sp>
      <p:sp>
        <p:nvSpPr>
          <p:cNvPr id="218" name="Google Shape;218;p29"/>
          <p:cNvSpPr txBox="1">
            <a:spLocks noGrp="1"/>
          </p:cNvSpPr>
          <p:nvPr>
            <p:ph type="ctrTitle" idx="4294967295"/>
          </p:nvPr>
        </p:nvSpPr>
        <p:spPr>
          <a:xfrm>
            <a:off x="685800" y="3429294"/>
            <a:ext cx="4754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</a:t>
            </a:r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subTitle" idx="4294967295"/>
          </p:nvPr>
        </p:nvSpPr>
        <p:spPr>
          <a:xfrm>
            <a:off x="685800" y="4116401"/>
            <a:ext cx="4754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Total success!</a:t>
            </a:r>
            <a:endParaRPr sz="2400"/>
          </a:p>
        </p:txBody>
      </p:sp>
      <p:sp>
        <p:nvSpPr>
          <p:cNvPr id="220" name="Google Shape;220;p29"/>
          <p:cNvSpPr txBox="1">
            <a:spLocks noGrp="1"/>
          </p:cNvSpPr>
          <p:nvPr>
            <p:ph type="ctrTitle" idx="4294967295"/>
          </p:nvPr>
        </p:nvSpPr>
        <p:spPr>
          <a:xfrm>
            <a:off x="685800" y="1886247"/>
            <a:ext cx="4754400" cy="89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185,244 users</a:t>
            </a: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subTitle" idx="4294967295"/>
          </p:nvPr>
        </p:nvSpPr>
        <p:spPr>
          <a:xfrm>
            <a:off x="685800" y="2573354"/>
            <a:ext cx="4754400" cy="46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And a lot of users</a:t>
            </a:r>
            <a:endParaRPr sz="2400"/>
          </a:p>
        </p:txBody>
      </p:sp>
      <p:sp>
        <p:nvSpPr>
          <p:cNvPr id="222" name="Google Shape;222;p2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40470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229" name="Google Shape;229;p30"/>
          <p:cNvGrpSpPr/>
          <p:nvPr/>
        </p:nvGrpSpPr>
        <p:grpSpPr>
          <a:xfrm>
            <a:off x="78111" y="2050450"/>
            <a:ext cx="2726286" cy="2547000"/>
            <a:chOff x="1293736" y="1258050"/>
            <a:chExt cx="2726286" cy="2547000"/>
          </a:xfrm>
        </p:grpSpPr>
        <p:sp>
          <p:nvSpPr>
            <p:cNvPr id="230" name="Google Shape;230;p30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52A5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CBE5F"/>
                </a:solidFill>
              </a:endParaRPr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52A551"/>
                  </a:solidFill>
                  <a:latin typeface="Muli"/>
                  <a:ea typeface="Muli"/>
                  <a:cs typeface="Muli"/>
                  <a:sym typeface="Muli"/>
                </a:rPr>
                <a:t>1</a:t>
              </a:r>
              <a:endParaRPr sz="1200" b="1">
                <a:solidFill>
                  <a:srgbClr val="52A551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2" name="Google Shape;232;p30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Vestibulum congue tempus</a:t>
              </a:r>
              <a:endParaRPr sz="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3" name="Google Shape;233;p30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65617D"/>
                  </a:solidFill>
                  <a:latin typeface="Muli"/>
                  <a:ea typeface="Muli"/>
                  <a:cs typeface="Muli"/>
                  <a:sym typeface="Muli"/>
                </a:rPr>
                <a:t>Lorem ipsum dolor sit amet, consectetur adipiscing elit, sed do eiusmod tempor. Donec facilisis lacus eget mauris.</a:t>
              </a:r>
              <a:endParaRPr sz="800" b="1">
                <a:solidFill>
                  <a:srgbClr val="65617D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grpSp>
        <p:nvGrpSpPr>
          <p:cNvPr id="234" name="Google Shape;234;p30"/>
          <p:cNvGrpSpPr/>
          <p:nvPr/>
        </p:nvGrpSpPr>
        <p:grpSpPr>
          <a:xfrm>
            <a:off x="1988333" y="2050450"/>
            <a:ext cx="2726286" cy="2547000"/>
            <a:chOff x="3203958" y="1258050"/>
            <a:chExt cx="2726286" cy="2547000"/>
          </a:xfrm>
        </p:grpSpPr>
        <p:sp>
          <p:nvSpPr>
            <p:cNvPr id="235" name="Google Shape;235;p30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7CBE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7CBE5F"/>
                </a:solidFill>
              </a:endParaRPr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7CBE5F"/>
                  </a:solidFill>
                  <a:latin typeface="Muli"/>
                  <a:ea typeface="Muli"/>
                  <a:cs typeface="Muli"/>
                  <a:sym typeface="Muli"/>
                </a:rPr>
                <a:t>2</a:t>
              </a:r>
              <a:endParaRPr sz="1200" b="1">
                <a:solidFill>
                  <a:srgbClr val="7CBE5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7" name="Google Shape;237;p30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Vestibulum congue tempus</a:t>
              </a:r>
              <a:endParaRPr sz="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8" name="Google Shape;238;p30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65617D"/>
                  </a:solidFill>
                  <a:latin typeface="Muli"/>
                  <a:ea typeface="Muli"/>
                  <a:cs typeface="Muli"/>
                  <a:sym typeface="Muli"/>
                </a:rPr>
                <a:t>Lorem ipsum dolor sit amet, consectetur adipiscing elit, sed do eiusmod tempor. Donec facilisis lacus eget mauris.</a:t>
              </a:r>
              <a:endParaRPr sz="800" b="1">
                <a:solidFill>
                  <a:srgbClr val="65617D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  <p:grpSp>
        <p:nvGrpSpPr>
          <p:cNvPr id="239" name="Google Shape;239;p30"/>
          <p:cNvGrpSpPr/>
          <p:nvPr/>
        </p:nvGrpSpPr>
        <p:grpSpPr>
          <a:xfrm>
            <a:off x="3908352" y="2050450"/>
            <a:ext cx="2726286" cy="2547000"/>
            <a:chOff x="5123977" y="1258050"/>
            <a:chExt cx="2726286" cy="2547000"/>
          </a:xfrm>
        </p:grpSpPr>
        <p:sp>
          <p:nvSpPr>
            <p:cNvPr id="240" name="Google Shape;240;p30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A7D8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A7D86D"/>
                  </a:solidFill>
                  <a:latin typeface="Muli"/>
                  <a:ea typeface="Muli"/>
                  <a:cs typeface="Muli"/>
                  <a:sym typeface="Muli"/>
                </a:rPr>
                <a:t>3</a:t>
              </a:r>
              <a:endParaRPr sz="1200" b="1">
                <a:solidFill>
                  <a:srgbClr val="A7D86D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2" name="Google Shape;242;p30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Vestibulum congue tempus</a:t>
              </a:r>
              <a:endParaRPr sz="800" b="1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43" name="Google Shape;243;p30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65617D"/>
                  </a:solidFill>
                  <a:latin typeface="Muli"/>
                  <a:ea typeface="Muli"/>
                  <a:cs typeface="Muli"/>
                  <a:sym typeface="Muli"/>
                </a:rPr>
                <a:t>Lorem ipsum dolor sit amet, consectetur adipiscing elit, sed do eiusmod tempor. Donec facilisis lacus eget mauris.</a:t>
              </a:r>
              <a:endParaRPr sz="800" b="1">
                <a:solidFill>
                  <a:srgbClr val="65617D"/>
                </a:solidFill>
                <a:latin typeface="Muli"/>
                <a:ea typeface="Muli"/>
                <a:cs typeface="Muli"/>
                <a:sym typeface="Mul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1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249" name="Google Shape;249;p31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59800" cy="13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50" name="Google Shape;250;p31"/>
          <p:cNvSpPr txBox="1">
            <a:spLocks noGrp="1"/>
          </p:cNvSpPr>
          <p:nvPr>
            <p:ph type="body" idx="2"/>
          </p:nvPr>
        </p:nvSpPr>
        <p:spPr>
          <a:xfrm>
            <a:off x="3392101" y="2082325"/>
            <a:ext cx="2359800" cy="13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3"/>
          </p:nvPr>
        </p:nvSpPr>
        <p:spPr>
          <a:xfrm>
            <a:off x="6326999" y="2082325"/>
            <a:ext cx="2359800" cy="13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52" name="Google Shape;252;p3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253" name="Google Shape;253;p31"/>
          <p:cNvSpPr txBox="1">
            <a:spLocks noGrp="1"/>
          </p:cNvSpPr>
          <p:nvPr>
            <p:ph type="body" idx="1"/>
          </p:nvPr>
        </p:nvSpPr>
        <p:spPr>
          <a:xfrm>
            <a:off x="457200" y="3501650"/>
            <a:ext cx="2359800" cy="13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254" name="Google Shape;254;p31"/>
          <p:cNvSpPr txBox="1">
            <a:spLocks noGrp="1"/>
          </p:cNvSpPr>
          <p:nvPr>
            <p:ph type="body" idx="2"/>
          </p:nvPr>
        </p:nvSpPr>
        <p:spPr>
          <a:xfrm>
            <a:off x="3392101" y="3501650"/>
            <a:ext cx="2359800" cy="13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255" name="Google Shape;255;p31"/>
          <p:cNvSpPr txBox="1">
            <a:spLocks noGrp="1"/>
          </p:cNvSpPr>
          <p:nvPr>
            <p:ph type="body" idx="3"/>
          </p:nvPr>
        </p:nvSpPr>
        <p:spPr>
          <a:xfrm>
            <a:off x="6326999" y="3501650"/>
            <a:ext cx="2359800" cy="13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5617D"/>
                </a:solidFill>
              </a:rPr>
              <a:t>You can insert graphs from </a:t>
            </a:r>
            <a:r>
              <a:rPr lang="en" u="sng">
                <a:solidFill>
                  <a:srgbClr val="65617D"/>
                </a:solidFill>
                <a:hlinkClick r:id="rId3"/>
              </a:rPr>
              <a:t>Google Sheets</a:t>
            </a:r>
            <a:endParaRPr>
              <a:solidFill>
                <a:srgbClr val="65617D"/>
              </a:solidFill>
            </a:endParaRPr>
          </a:p>
        </p:txBody>
      </p:sp>
      <p:sp>
        <p:nvSpPr>
          <p:cNvPr id="261" name="Google Shape;261;p3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62" name="Google Shape;262;p32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4686433" cy="4101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body" idx="4294967295"/>
          </p:nvPr>
        </p:nvSpPr>
        <p:spPr>
          <a:xfrm>
            <a:off x="457200" y="2687850"/>
            <a:ext cx="2542200" cy="148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3571350" y="785788"/>
            <a:ext cx="2007300" cy="35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A4BC"/>
                </a:solidFill>
                <a:latin typeface="Muli"/>
                <a:ea typeface="Muli"/>
                <a:cs typeface="Muli"/>
                <a:sym typeface="Muli"/>
              </a:rPr>
              <a:t>Place your screenshot here</a:t>
            </a:r>
            <a:endParaRPr sz="1000">
              <a:solidFill>
                <a:srgbClr val="A7A4BC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69" name="Google Shape;269;p3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270" name="Google Shape;270;p33"/>
          <p:cNvGrpSpPr/>
          <p:nvPr/>
        </p:nvGrpSpPr>
        <p:grpSpPr>
          <a:xfrm>
            <a:off x="3512225" y="373572"/>
            <a:ext cx="2119546" cy="4396359"/>
            <a:chOff x="2547150" y="238125"/>
            <a:chExt cx="2525675" cy="5238750"/>
          </a:xfrm>
        </p:grpSpPr>
        <p:sp>
          <p:nvSpPr>
            <p:cNvPr id="271" name="Google Shape;271;p33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rgbClr val="D8D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3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3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3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" name="Google Shape;275;p33"/>
          <p:cNvSpPr txBox="1">
            <a:spLocks noGrp="1"/>
          </p:cNvSpPr>
          <p:nvPr>
            <p:ph type="title"/>
          </p:nvPr>
        </p:nvSpPr>
        <p:spPr>
          <a:xfrm>
            <a:off x="457200" y="1577575"/>
            <a:ext cx="25422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project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/>
          <p:nvPr/>
        </p:nvSpPr>
        <p:spPr>
          <a:xfrm>
            <a:off x="3268500" y="851275"/>
            <a:ext cx="2598600" cy="3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A4BC"/>
                </a:solidFill>
                <a:latin typeface="Muli"/>
                <a:ea typeface="Muli"/>
                <a:cs typeface="Muli"/>
                <a:sym typeface="Muli"/>
              </a:rPr>
              <a:t>Place your screenshot here</a:t>
            </a:r>
            <a:endParaRPr sz="1000">
              <a:solidFill>
                <a:srgbClr val="A7A4BC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81" name="Google Shape;281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grpSp>
        <p:nvGrpSpPr>
          <p:cNvPr id="282" name="Google Shape;282;p34"/>
          <p:cNvGrpSpPr/>
          <p:nvPr/>
        </p:nvGrpSpPr>
        <p:grpSpPr>
          <a:xfrm>
            <a:off x="3203802" y="465959"/>
            <a:ext cx="2736410" cy="4222433"/>
            <a:chOff x="2112475" y="238125"/>
            <a:chExt cx="3395050" cy="5238750"/>
          </a:xfrm>
        </p:grpSpPr>
        <p:sp>
          <p:nvSpPr>
            <p:cNvPr id="283" name="Google Shape;283;p34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rgbClr val="D8D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34"/>
          <p:cNvSpPr txBox="1">
            <a:spLocks noGrp="1"/>
          </p:cNvSpPr>
          <p:nvPr>
            <p:ph type="body" idx="4294967295"/>
          </p:nvPr>
        </p:nvSpPr>
        <p:spPr>
          <a:xfrm>
            <a:off x="457200" y="2687850"/>
            <a:ext cx="2542200" cy="148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88" name="Google Shape;288;p34"/>
          <p:cNvSpPr txBox="1">
            <a:spLocks noGrp="1"/>
          </p:cNvSpPr>
          <p:nvPr>
            <p:ph type="title"/>
          </p:nvPr>
        </p:nvSpPr>
        <p:spPr>
          <a:xfrm>
            <a:off x="457200" y="1577575"/>
            <a:ext cx="25422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 project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/>
          <p:nvPr/>
        </p:nvSpPr>
        <p:spPr>
          <a:xfrm>
            <a:off x="3575275" y="658023"/>
            <a:ext cx="5108760" cy="3977228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D8D5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5"/>
          <p:cNvSpPr/>
          <p:nvPr/>
        </p:nvSpPr>
        <p:spPr>
          <a:xfrm>
            <a:off x="3789065" y="869237"/>
            <a:ext cx="4681200" cy="29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A4BC"/>
                </a:solidFill>
                <a:latin typeface="Muli"/>
                <a:ea typeface="Muli"/>
                <a:cs typeface="Muli"/>
                <a:sym typeface="Muli"/>
              </a:rPr>
              <a:t>Place your screenshot here</a:t>
            </a:r>
            <a:endParaRPr sz="1000">
              <a:solidFill>
                <a:srgbClr val="A7A4BC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295" name="Google Shape;295;p3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body" idx="4294967295"/>
          </p:nvPr>
        </p:nvSpPr>
        <p:spPr>
          <a:xfrm>
            <a:off x="457200" y="2687850"/>
            <a:ext cx="2542200" cy="148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97" name="Google Shape;297;p35"/>
          <p:cNvSpPr txBox="1">
            <a:spLocks noGrp="1"/>
          </p:cNvSpPr>
          <p:nvPr>
            <p:ph type="title" idx="4294967295"/>
          </p:nvPr>
        </p:nvSpPr>
        <p:spPr>
          <a:xfrm>
            <a:off x="457200" y="1577575"/>
            <a:ext cx="26721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project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>
            <a:spLocks noGrp="1"/>
          </p:cNvSpPr>
          <p:nvPr>
            <p:ph type="ctrTitle" idx="4294967295"/>
          </p:nvPr>
        </p:nvSpPr>
        <p:spPr>
          <a:xfrm>
            <a:off x="685800" y="440350"/>
            <a:ext cx="48639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Thanks!</a:t>
            </a:r>
            <a:endParaRPr sz="6000"/>
          </a:p>
        </p:txBody>
      </p:sp>
      <p:sp>
        <p:nvSpPr>
          <p:cNvPr id="303" name="Google Shape;303;p36"/>
          <p:cNvSpPr txBox="1">
            <a:spLocks noGrp="1"/>
          </p:cNvSpPr>
          <p:nvPr>
            <p:ph type="subTitle" idx="4294967295"/>
          </p:nvPr>
        </p:nvSpPr>
        <p:spPr>
          <a:xfrm>
            <a:off x="685800" y="1639925"/>
            <a:ext cx="48639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 b="1"/>
              <a:t>Any questions?</a:t>
            </a:r>
            <a:endParaRPr sz="3600" b="1"/>
          </a:p>
        </p:txBody>
      </p:sp>
      <p:sp>
        <p:nvSpPr>
          <p:cNvPr id="304" name="Google Shape;304;p36"/>
          <p:cNvSpPr txBox="1">
            <a:spLocks noGrp="1"/>
          </p:cNvSpPr>
          <p:nvPr>
            <p:ph type="body" idx="4294967295"/>
          </p:nvPr>
        </p:nvSpPr>
        <p:spPr>
          <a:xfrm>
            <a:off x="685800" y="2464406"/>
            <a:ext cx="4863900" cy="246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can find me at:</a:t>
            </a:r>
            <a:endParaRPr/>
          </a:p>
          <a:p>
            <a:pPr marL="457200" lvl="0" indent="-368300" algn="l" rtl="0">
              <a:spcBef>
                <a:spcPts val="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@username</a:t>
            </a:r>
            <a:endParaRPr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user@mail.me</a:t>
            </a:r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11" name="Google Shape;311;p37"/>
          <p:cNvSpPr txBox="1">
            <a:spLocks noGrp="1"/>
          </p:cNvSpPr>
          <p:nvPr>
            <p:ph type="body" idx="1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/>
              <a:t>Special thanks to all the people who made and released these awesome resources for free:</a:t>
            </a:r>
            <a:endParaRPr sz="1800"/>
          </a:p>
          <a:p>
            <a:pPr marL="457200" lvl="0" indent="-34290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Presentation template by </a:t>
            </a:r>
            <a:r>
              <a:rPr lang="en" sz="1800" u="sng">
                <a:solidFill>
                  <a:srgbClr val="52A551"/>
                </a:solidFill>
                <a:hlinkClick r:id="rId3"/>
              </a:rPr>
              <a:t>SlidesCarnival</a:t>
            </a:r>
            <a:endParaRPr sz="1800">
              <a:solidFill>
                <a:srgbClr val="52A55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Photographs by </a:t>
            </a:r>
            <a:r>
              <a:rPr lang="en" sz="1800" u="sng">
                <a:solidFill>
                  <a:srgbClr val="52A551"/>
                </a:solidFill>
                <a:hlinkClick r:id="rId4"/>
              </a:rPr>
              <a:t>Unsplash</a:t>
            </a:r>
            <a:endParaRPr sz="1800">
              <a:solidFill>
                <a:srgbClr val="52A55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Illustrations by </a:t>
            </a:r>
            <a:r>
              <a:rPr lang="en" sz="1800" u="sng">
                <a:solidFill>
                  <a:srgbClr val="52A551"/>
                </a:solidFill>
                <a:hlinkClick r:id="rId5"/>
              </a:rPr>
              <a:t>Undraw.co</a:t>
            </a:r>
            <a:endParaRPr sz="1800">
              <a:solidFill>
                <a:srgbClr val="52A551"/>
              </a:solidFill>
            </a:endParaRPr>
          </a:p>
        </p:txBody>
      </p:sp>
      <p:sp>
        <p:nvSpPr>
          <p:cNvPr id="312" name="Google Shape;312;p3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 txBox="1">
            <a:spLocks noGrp="1"/>
          </p:cNvSpPr>
          <p:nvPr>
            <p:ph type="title"/>
          </p:nvPr>
        </p:nvSpPr>
        <p:spPr>
          <a:xfrm>
            <a:off x="457200" y="4345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18" name="Google Shape;318;p38"/>
          <p:cNvSpPr txBox="1">
            <a:spLocks noGrp="1"/>
          </p:cNvSpPr>
          <p:nvPr>
            <p:ph type="body" idx="1"/>
          </p:nvPr>
        </p:nvSpPr>
        <p:spPr>
          <a:xfrm>
            <a:off x="457200" y="1428750"/>
            <a:ext cx="5097900" cy="18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This presentation uses the following typographies and colors:</a:t>
            </a:r>
            <a:endParaRPr sz="1400"/>
          </a:p>
          <a:p>
            <a:pPr marL="457200" lvl="0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Titles: Poppins</a:t>
            </a:r>
            <a:endParaRPr sz="140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Body copy: Muli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You can download the fonts on these pages:</a:t>
            </a: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52A551"/>
                </a:solidFill>
                <a:hlinkClick r:id="rId3"/>
              </a:rPr>
              <a:t>https://www.fontsquirrel.com/fonts/poppins</a:t>
            </a:r>
            <a:endParaRPr sz="1400">
              <a:solidFill>
                <a:srgbClr val="52A55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52A551"/>
                </a:solidFill>
                <a:hlinkClick r:id="rId4"/>
              </a:rPr>
              <a:t>https://www.fontsquirrel.com/fonts/muli</a:t>
            </a:r>
            <a:endParaRPr sz="1400">
              <a:solidFill>
                <a:srgbClr val="52A55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Dark gray </a:t>
            </a:r>
            <a:r>
              <a:rPr lang="en" sz="1200" b="1">
                <a:solidFill>
                  <a:srgbClr val="65617D"/>
                </a:solidFill>
              </a:rPr>
              <a:t>#65617d</a:t>
            </a:r>
            <a:r>
              <a:rPr lang="en" sz="1200" b="1">
                <a:solidFill>
                  <a:srgbClr val="D8D5EB"/>
                </a:solidFill>
              </a:rPr>
              <a:t> | </a:t>
            </a:r>
            <a:r>
              <a:rPr lang="en" sz="1200"/>
              <a:t>Medium gray </a:t>
            </a:r>
            <a:r>
              <a:rPr lang="en" sz="1200" b="1">
                <a:solidFill>
                  <a:srgbClr val="A7A4BC"/>
                </a:solidFill>
              </a:rPr>
              <a:t>#a7a4bc</a:t>
            </a:r>
            <a:r>
              <a:rPr lang="en" sz="1200" b="1">
                <a:solidFill>
                  <a:srgbClr val="D8D5EB"/>
                </a:solidFill>
              </a:rPr>
              <a:t> | </a:t>
            </a:r>
            <a:r>
              <a:rPr lang="en" sz="1200"/>
              <a:t>Light gray </a:t>
            </a:r>
            <a:r>
              <a:rPr lang="en" sz="1200" b="1">
                <a:solidFill>
                  <a:srgbClr val="D8D5EB"/>
                </a:solidFill>
              </a:rPr>
              <a:t>#d8d5eb</a:t>
            </a:r>
            <a:endParaRPr sz="1200" b="1">
              <a:solidFill>
                <a:srgbClr val="D8D5EB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Bright green </a:t>
            </a:r>
            <a:r>
              <a:rPr lang="en" sz="1200" b="1">
                <a:solidFill>
                  <a:srgbClr val="A7D86D"/>
                </a:solidFill>
              </a:rPr>
              <a:t>#a7d86d</a:t>
            </a:r>
            <a:r>
              <a:rPr lang="en" sz="1200" b="1">
                <a:solidFill>
                  <a:srgbClr val="D8D5EB"/>
                </a:solidFill>
              </a:rPr>
              <a:t> | </a:t>
            </a:r>
            <a:r>
              <a:rPr lang="en" sz="1200"/>
              <a:t>Grass green </a:t>
            </a:r>
            <a:r>
              <a:rPr lang="en" sz="1200" b="1">
                <a:solidFill>
                  <a:srgbClr val="7CBE5F"/>
                </a:solidFill>
              </a:rPr>
              <a:t>#7cbe5f</a:t>
            </a:r>
            <a:r>
              <a:rPr lang="en" sz="1200" b="1">
                <a:solidFill>
                  <a:srgbClr val="D8D5EB"/>
                </a:solidFill>
              </a:rPr>
              <a:t> | </a:t>
            </a:r>
            <a:r>
              <a:rPr lang="en" sz="1200"/>
              <a:t>Bottle green </a:t>
            </a:r>
            <a:r>
              <a:rPr lang="en" sz="1200" b="1">
                <a:solidFill>
                  <a:srgbClr val="52A551"/>
                </a:solidFill>
              </a:rPr>
              <a:t>#52a551</a:t>
            </a:r>
            <a:endParaRPr sz="1200" b="1">
              <a:solidFill>
                <a:srgbClr val="52A551"/>
              </a:solidFill>
            </a:endParaRPr>
          </a:p>
        </p:txBody>
      </p:sp>
      <p:sp>
        <p:nvSpPr>
          <p:cNvPr id="319" name="Google Shape;319;p38"/>
          <p:cNvSpPr txBox="1"/>
          <p:nvPr/>
        </p:nvSpPr>
        <p:spPr>
          <a:xfrm>
            <a:off x="457200" y="4171650"/>
            <a:ext cx="48270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A7A4BC"/>
                </a:solidFill>
                <a:latin typeface="Muli"/>
                <a:ea typeface="Muli"/>
                <a:cs typeface="Muli"/>
                <a:sym typeface="Muli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200">
              <a:solidFill>
                <a:srgbClr val="A7A4BC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A7A4BC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A7A4BC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20" name="Google Shape;320;p3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326" name="Google Shape;326;p39"/>
          <p:cNvSpPr txBox="1">
            <a:spLocks noGrp="1"/>
          </p:cNvSpPr>
          <p:nvPr>
            <p:ph type="title" idx="4294967295"/>
          </p:nvPr>
        </p:nvSpPr>
        <p:spPr>
          <a:xfrm>
            <a:off x="333525" y="358375"/>
            <a:ext cx="83235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Illustrations by </a:t>
            </a:r>
            <a:r>
              <a:rPr lang="en" sz="1800" u="sng">
                <a:hlinkClick r:id="rId3"/>
              </a:rPr>
              <a:t>undraw.co</a:t>
            </a:r>
            <a:r>
              <a:rPr lang="en" sz="1800"/>
              <a:t> (completely free and without attribution)</a:t>
            </a:r>
            <a:endParaRPr sz="1800"/>
          </a:p>
        </p:txBody>
      </p:sp>
      <p:pic>
        <p:nvPicPr>
          <p:cNvPr id="327" name="Google Shape;32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7614" y="820808"/>
            <a:ext cx="1644563" cy="124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625" y="3715997"/>
            <a:ext cx="1870722" cy="1053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3665" y="845480"/>
            <a:ext cx="1760472" cy="1193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5627" y="845488"/>
            <a:ext cx="1644561" cy="119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532315" y="2207477"/>
            <a:ext cx="1821371" cy="1339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88710" y="2207470"/>
            <a:ext cx="1510987" cy="1339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5632" y="2224992"/>
            <a:ext cx="1760461" cy="1304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73216" y="3746291"/>
            <a:ext cx="1821370" cy="1024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86303" y="2206996"/>
            <a:ext cx="1870722" cy="1340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835686" y="733020"/>
            <a:ext cx="1760456" cy="130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653250" y="3691325"/>
            <a:ext cx="1579498" cy="124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>
            <a:spLocks noGrp="1"/>
          </p:cNvSpPr>
          <p:nvPr>
            <p:ph type="body" idx="4294967295"/>
          </p:nvPr>
        </p:nvSpPr>
        <p:spPr>
          <a:xfrm>
            <a:off x="6248575" y="312075"/>
            <a:ext cx="2438100" cy="15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 b="1"/>
              <a:t>SlidesCarnival icons are editable shapes. </a:t>
            </a:r>
            <a:r>
              <a:rPr lang="en" sz="900"/>
              <a:t/>
            </a:r>
            <a:br>
              <a:rPr lang="en" sz="900"/>
            </a:br>
            <a:r>
              <a:rPr lang="en" sz="900"/>
              <a:t/>
            </a:r>
            <a:br>
              <a:rPr lang="en" sz="900"/>
            </a:br>
            <a:r>
              <a:rPr lang="en" sz="900"/>
              <a:t>This means that you can:</a:t>
            </a:r>
            <a:endParaRPr sz="900"/>
          </a:p>
          <a:p>
            <a:pPr marL="457200" lvl="0" indent="-285750" algn="l" rtl="0">
              <a:spcBef>
                <a:spcPts val="60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Resize them without losing quality.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Change fill color and opacity.</a:t>
            </a:r>
            <a:endParaRPr sz="900"/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900"/>
              <a:t>Change line color, width and style.</a:t>
            </a:r>
            <a:endParaRPr sz="9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900"/>
              <a:t>Isn’t that nice? :)</a:t>
            </a:r>
            <a:br>
              <a:rPr lang="en" sz="900"/>
            </a:br>
            <a:r>
              <a:rPr lang="en" sz="900"/>
              <a:t/>
            </a:r>
            <a:br>
              <a:rPr lang="en" sz="900"/>
            </a:br>
            <a:r>
              <a:rPr lang="en" sz="900"/>
              <a:t>Examples:</a:t>
            </a:r>
            <a:br>
              <a:rPr lang="en" sz="900"/>
            </a:br>
            <a:r>
              <a:rPr lang="en" sz="900"/>
              <a:t/>
            </a:r>
            <a:br>
              <a:rPr lang="en" sz="900"/>
            </a:br>
            <a:r>
              <a:rPr lang="en" sz="900"/>
              <a:t/>
            </a:r>
            <a:br>
              <a:rPr lang="en" sz="900"/>
            </a:br>
            <a:endParaRPr sz="900"/>
          </a:p>
        </p:txBody>
      </p:sp>
      <p:grpSp>
        <p:nvGrpSpPr>
          <p:cNvPr id="343" name="Google Shape;343;p40"/>
          <p:cNvGrpSpPr/>
          <p:nvPr/>
        </p:nvGrpSpPr>
        <p:grpSpPr>
          <a:xfrm>
            <a:off x="358968" y="342338"/>
            <a:ext cx="347107" cy="438984"/>
            <a:chOff x="584925" y="238125"/>
            <a:chExt cx="415200" cy="525100"/>
          </a:xfrm>
        </p:grpSpPr>
        <p:sp>
          <p:nvSpPr>
            <p:cNvPr id="344" name="Google Shape;344;p40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0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350;p40"/>
          <p:cNvGrpSpPr/>
          <p:nvPr/>
        </p:nvGrpSpPr>
        <p:grpSpPr>
          <a:xfrm>
            <a:off x="910227" y="406125"/>
            <a:ext cx="371623" cy="309362"/>
            <a:chOff x="1244325" y="314425"/>
            <a:chExt cx="444525" cy="370050"/>
          </a:xfrm>
        </p:grpSpPr>
        <p:sp>
          <p:nvSpPr>
            <p:cNvPr id="351" name="Google Shape;351;p40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0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40"/>
          <p:cNvGrpSpPr/>
          <p:nvPr/>
        </p:nvGrpSpPr>
        <p:grpSpPr>
          <a:xfrm>
            <a:off x="1481925" y="404599"/>
            <a:ext cx="355300" cy="312413"/>
            <a:chOff x="1928175" y="312600"/>
            <a:chExt cx="425000" cy="373700"/>
          </a:xfrm>
        </p:grpSpPr>
        <p:sp>
          <p:nvSpPr>
            <p:cNvPr id="354" name="Google Shape;354;p40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0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" name="Google Shape;356;p40"/>
          <p:cNvSpPr/>
          <p:nvPr/>
        </p:nvSpPr>
        <p:spPr>
          <a:xfrm>
            <a:off x="2077702" y="393385"/>
            <a:ext cx="290970" cy="334860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40"/>
          <p:cNvSpPr/>
          <p:nvPr/>
        </p:nvSpPr>
        <p:spPr>
          <a:xfrm>
            <a:off x="2661148" y="394410"/>
            <a:ext cx="251176" cy="332812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8" name="Google Shape;358;p40"/>
          <p:cNvGrpSpPr/>
          <p:nvPr/>
        </p:nvGrpSpPr>
        <p:grpSpPr>
          <a:xfrm>
            <a:off x="3145963" y="388276"/>
            <a:ext cx="408386" cy="345080"/>
            <a:chOff x="3918650" y="293075"/>
            <a:chExt cx="488500" cy="412775"/>
          </a:xfrm>
        </p:grpSpPr>
        <p:sp>
          <p:nvSpPr>
            <p:cNvPr id="359" name="Google Shape;359;p40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0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0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40"/>
          <p:cNvGrpSpPr/>
          <p:nvPr/>
        </p:nvGrpSpPr>
        <p:grpSpPr>
          <a:xfrm>
            <a:off x="3745730" y="362235"/>
            <a:ext cx="335905" cy="397142"/>
            <a:chOff x="4636075" y="261925"/>
            <a:chExt cx="401800" cy="475050"/>
          </a:xfrm>
        </p:grpSpPr>
        <p:sp>
          <p:nvSpPr>
            <p:cNvPr id="363" name="Google Shape;363;p40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0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0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0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7" name="Google Shape;367;p40"/>
          <p:cNvSpPr/>
          <p:nvPr/>
        </p:nvSpPr>
        <p:spPr>
          <a:xfrm>
            <a:off x="4284931" y="392863"/>
            <a:ext cx="384894" cy="335905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8" name="Google Shape;368;p40"/>
          <p:cNvGrpSpPr/>
          <p:nvPr/>
        </p:nvGrpSpPr>
        <p:grpSpPr>
          <a:xfrm>
            <a:off x="4872282" y="395424"/>
            <a:ext cx="336908" cy="330262"/>
            <a:chOff x="5983625" y="301625"/>
            <a:chExt cx="403000" cy="395050"/>
          </a:xfrm>
        </p:grpSpPr>
        <p:sp>
          <p:nvSpPr>
            <p:cNvPr id="369" name="Google Shape;369;p40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0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0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0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0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0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0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0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0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0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0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0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0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0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40"/>
          <p:cNvGrpSpPr/>
          <p:nvPr/>
        </p:nvGrpSpPr>
        <p:grpSpPr>
          <a:xfrm>
            <a:off x="5438358" y="392853"/>
            <a:ext cx="331808" cy="331307"/>
            <a:chOff x="6660750" y="298550"/>
            <a:chExt cx="396900" cy="396300"/>
          </a:xfrm>
        </p:grpSpPr>
        <p:sp>
          <p:nvSpPr>
            <p:cNvPr id="390" name="Google Shape;390;p40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0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40"/>
          <p:cNvGrpSpPr/>
          <p:nvPr/>
        </p:nvGrpSpPr>
        <p:grpSpPr>
          <a:xfrm>
            <a:off x="358968" y="914538"/>
            <a:ext cx="347107" cy="420111"/>
            <a:chOff x="584925" y="922575"/>
            <a:chExt cx="415200" cy="502525"/>
          </a:xfrm>
        </p:grpSpPr>
        <p:sp>
          <p:nvSpPr>
            <p:cNvPr id="393" name="Google Shape;393;p40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40"/>
          <p:cNvGrpSpPr/>
          <p:nvPr/>
        </p:nvGrpSpPr>
        <p:grpSpPr>
          <a:xfrm>
            <a:off x="912275" y="904841"/>
            <a:ext cx="367547" cy="437980"/>
            <a:chOff x="1246775" y="910975"/>
            <a:chExt cx="439650" cy="523900"/>
          </a:xfrm>
        </p:grpSpPr>
        <p:sp>
          <p:nvSpPr>
            <p:cNvPr id="397" name="Google Shape;397;p40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0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40"/>
          <p:cNvGrpSpPr/>
          <p:nvPr/>
        </p:nvGrpSpPr>
        <p:grpSpPr>
          <a:xfrm>
            <a:off x="1480400" y="975274"/>
            <a:ext cx="358351" cy="298118"/>
            <a:chOff x="1926350" y="995225"/>
            <a:chExt cx="428650" cy="356600"/>
          </a:xfrm>
        </p:grpSpPr>
        <p:sp>
          <p:nvSpPr>
            <p:cNvPr id="401" name="Google Shape;401;p40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0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5" name="Google Shape;405;p40"/>
          <p:cNvSpPr/>
          <p:nvPr/>
        </p:nvSpPr>
        <p:spPr>
          <a:xfrm>
            <a:off x="2048085" y="950288"/>
            <a:ext cx="350200" cy="348152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0"/>
          <p:cNvSpPr/>
          <p:nvPr/>
        </p:nvSpPr>
        <p:spPr>
          <a:xfrm>
            <a:off x="2612156" y="967656"/>
            <a:ext cx="349155" cy="313437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0"/>
          <p:cNvSpPr/>
          <p:nvPr/>
        </p:nvSpPr>
        <p:spPr>
          <a:xfrm>
            <a:off x="3180804" y="970206"/>
            <a:ext cx="338956" cy="308317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0"/>
          <p:cNvSpPr/>
          <p:nvPr/>
        </p:nvSpPr>
        <p:spPr>
          <a:xfrm>
            <a:off x="3755576" y="973258"/>
            <a:ext cx="316510" cy="302214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9" name="Google Shape;409;p40"/>
          <p:cNvGrpSpPr/>
          <p:nvPr/>
        </p:nvGrpSpPr>
        <p:grpSpPr>
          <a:xfrm>
            <a:off x="4302631" y="952827"/>
            <a:ext cx="349155" cy="349657"/>
            <a:chOff x="5302225" y="968375"/>
            <a:chExt cx="417650" cy="418250"/>
          </a:xfrm>
        </p:grpSpPr>
        <p:sp>
          <p:nvSpPr>
            <p:cNvPr id="410" name="Google Shape;410;p40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412;p40"/>
          <p:cNvGrpSpPr/>
          <p:nvPr/>
        </p:nvGrpSpPr>
        <p:grpSpPr>
          <a:xfrm>
            <a:off x="4824295" y="913514"/>
            <a:ext cx="432881" cy="421637"/>
            <a:chOff x="5926225" y="921350"/>
            <a:chExt cx="517800" cy="504350"/>
          </a:xfrm>
        </p:grpSpPr>
        <p:sp>
          <p:nvSpPr>
            <p:cNvPr id="413" name="Google Shape;413;p4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" name="Google Shape;415;p40"/>
          <p:cNvGrpSpPr/>
          <p:nvPr/>
        </p:nvGrpSpPr>
        <p:grpSpPr>
          <a:xfrm>
            <a:off x="5402118" y="921686"/>
            <a:ext cx="404290" cy="405314"/>
            <a:chOff x="6617400" y="931125"/>
            <a:chExt cx="483600" cy="484825"/>
          </a:xfrm>
        </p:grpSpPr>
        <p:sp>
          <p:nvSpPr>
            <p:cNvPr id="416" name="Google Shape;416;p40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0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40"/>
          <p:cNvGrpSpPr/>
          <p:nvPr/>
        </p:nvGrpSpPr>
        <p:grpSpPr>
          <a:xfrm>
            <a:off x="337525" y="1551048"/>
            <a:ext cx="389994" cy="273623"/>
            <a:chOff x="559275" y="1683950"/>
            <a:chExt cx="466500" cy="327300"/>
          </a:xfrm>
        </p:grpSpPr>
        <p:sp>
          <p:nvSpPr>
            <p:cNvPr id="419" name="Google Shape;419;p40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0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1" name="Google Shape;421;p40"/>
          <p:cNvGrpSpPr/>
          <p:nvPr/>
        </p:nvGrpSpPr>
        <p:grpSpPr>
          <a:xfrm>
            <a:off x="901052" y="1496958"/>
            <a:ext cx="389994" cy="381822"/>
            <a:chOff x="1233350" y="1619250"/>
            <a:chExt cx="466500" cy="456725"/>
          </a:xfrm>
        </p:grpSpPr>
        <p:sp>
          <p:nvSpPr>
            <p:cNvPr id="422" name="Google Shape;422;p40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0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0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6" name="Google Shape;426;p40"/>
          <p:cNvGrpSpPr/>
          <p:nvPr/>
        </p:nvGrpSpPr>
        <p:grpSpPr>
          <a:xfrm>
            <a:off x="1476826" y="1505109"/>
            <a:ext cx="365499" cy="365499"/>
            <a:chOff x="1922075" y="1629000"/>
            <a:chExt cx="437200" cy="437200"/>
          </a:xfrm>
        </p:grpSpPr>
        <p:sp>
          <p:nvSpPr>
            <p:cNvPr id="427" name="Google Shape;427;p40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9" name="Google Shape;429;p40"/>
          <p:cNvGrpSpPr/>
          <p:nvPr/>
        </p:nvGrpSpPr>
        <p:grpSpPr>
          <a:xfrm>
            <a:off x="2038827" y="1503584"/>
            <a:ext cx="368551" cy="368551"/>
            <a:chOff x="2594325" y="1627175"/>
            <a:chExt cx="440850" cy="440850"/>
          </a:xfrm>
        </p:grpSpPr>
        <p:sp>
          <p:nvSpPr>
            <p:cNvPr id="430" name="Google Shape;430;p40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3" name="Google Shape;433;p40"/>
          <p:cNvSpPr/>
          <p:nvPr/>
        </p:nvSpPr>
        <p:spPr>
          <a:xfrm>
            <a:off x="2618782" y="1519981"/>
            <a:ext cx="335905" cy="335884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" name="Google Shape;434;p40"/>
          <p:cNvGrpSpPr/>
          <p:nvPr/>
        </p:nvGrpSpPr>
        <p:grpSpPr>
          <a:xfrm>
            <a:off x="3200595" y="1476017"/>
            <a:ext cx="299121" cy="423685"/>
            <a:chOff x="3984000" y="1594200"/>
            <a:chExt cx="357800" cy="506800"/>
          </a:xfrm>
        </p:grpSpPr>
        <p:sp>
          <p:nvSpPr>
            <p:cNvPr id="435" name="Google Shape;435;p40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40"/>
          <p:cNvGrpSpPr/>
          <p:nvPr/>
        </p:nvGrpSpPr>
        <p:grpSpPr>
          <a:xfrm>
            <a:off x="3716637" y="1566869"/>
            <a:ext cx="394090" cy="241980"/>
            <a:chOff x="4601275" y="1702875"/>
            <a:chExt cx="471400" cy="289450"/>
          </a:xfrm>
        </p:grpSpPr>
        <p:sp>
          <p:nvSpPr>
            <p:cNvPr id="438" name="Google Shape;438;p40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" name="Google Shape;443;p40"/>
          <p:cNvGrpSpPr/>
          <p:nvPr/>
        </p:nvGrpSpPr>
        <p:grpSpPr>
          <a:xfrm>
            <a:off x="4299057" y="1507659"/>
            <a:ext cx="356303" cy="360400"/>
            <a:chOff x="5297950" y="1632050"/>
            <a:chExt cx="426200" cy="431100"/>
          </a:xfrm>
        </p:grpSpPr>
        <p:sp>
          <p:nvSpPr>
            <p:cNvPr id="444" name="Google Shape;444;p40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40"/>
          <p:cNvGrpSpPr/>
          <p:nvPr/>
        </p:nvGrpSpPr>
        <p:grpSpPr>
          <a:xfrm>
            <a:off x="4861560" y="1496958"/>
            <a:ext cx="358351" cy="381822"/>
            <a:chOff x="5970800" y="1619250"/>
            <a:chExt cx="428650" cy="456725"/>
          </a:xfrm>
        </p:grpSpPr>
        <p:sp>
          <p:nvSpPr>
            <p:cNvPr id="447" name="Google Shape;447;p40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0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0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2" name="Google Shape;452;p40"/>
          <p:cNvGrpSpPr/>
          <p:nvPr/>
        </p:nvGrpSpPr>
        <p:grpSpPr>
          <a:xfrm>
            <a:off x="5408764" y="1492360"/>
            <a:ext cx="401719" cy="366502"/>
            <a:chOff x="6625350" y="1613750"/>
            <a:chExt cx="480525" cy="438400"/>
          </a:xfrm>
        </p:grpSpPr>
        <p:sp>
          <p:nvSpPr>
            <p:cNvPr id="453" name="Google Shape;453;p40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40"/>
          <p:cNvGrpSpPr/>
          <p:nvPr/>
        </p:nvGrpSpPr>
        <p:grpSpPr>
          <a:xfrm>
            <a:off x="380913" y="2088554"/>
            <a:ext cx="303217" cy="325685"/>
            <a:chOff x="611175" y="2326900"/>
            <a:chExt cx="362700" cy="389575"/>
          </a:xfrm>
        </p:grpSpPr>
        <p:sp>
          <p:nvSpPr>
            <p:cNvPr id="459" name="Google Shape;459;p40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40"/>
          <p:cNvSpPr/>
          <p:nvPr/>
        </p:nvSpPr>
        <p:spPr>
          <a:xfrm>
            <a:off x="936309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0"/>
          <p:cNvSpPr/>
          <p:nvPr/>
        </p:nvSpPr>
        <p:spPr>
          <a:xfrm>
            <a:off x="1499857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0"/>
          <p:cNvSpPr/>
          <p:nvPr/>
        </p:nvSpPr>
        <p:spPr>
          <a:xfrm>
            <a:off x="2063406" y="2091681"/>
            <a:ext cx="319561" cy="319561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40"/>
          <p:cNvGrpSpPr/>
          <p:nvPr/>
        </p:nvGrpSpPr>
        <p:grpSpPr>
          <a:xfrm>
            <a:off x="2701378" y="2036492"/>
            <a:ext cx="170502" cy="425733"/>
            <a:chOff x="3386850" y="2264625"/>
            <a:chExt cx="203950" cy="509250"/>
          </a:xfrm>
        </p:grpSpPr>
        <p:sp>
          <p:nvSpPr>
            <p:cNvPr id="467" name="Google Shape;467;p40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9" name="Google Shape;469;p40"/>
          <p:cNvGrpSpPr/>
          <p:nvPr/>
        </p:nvGrpSpPr>
        <p:grpSpPr>
          <a:xfrm>
            <a:off x="3843751" y="2090602"/>
            <a:ext cx="139863" cy="317513"/>
            <a:chOff x="4753325" y="2329350"/>
            <a:chExt cx="167300" cy="379800"/>
          </a:xfrm>
        </p:grpSpPr>
        <p:sp>
          <p:nvSpPr>
            <p:cNvPr id="470" name="Google Shape;470;p40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0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40"/>
          <p:cNvGrpSpPr/>
          <p:nvPr/>
        </p:nvGrpSpPr>
        <p:grpSpPr>
          <a:xfrm>
            <a:off x="3277654" y="2038519"/>
            <a:ext cx="145004" cy="421658"/>
            <a:chOff x="4076175" y="2267050"/>
            <a:chExt cx="173450" cy="504375"/>
          </a:xfrm>
        </p:grpSpPr>
        <p:sp>
          <p:nvSpPr>
            <p:cNvPr id="473" name="Google Shape;473;p40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" name="Google Shape;475;p40"/>
          <p:cNvSpPr/>
          <p:nvPr/>
        </p:nvSpPr>
        <p:spPr>
          <a:xfrm>
            <a:off x="4317599" y="2083007"/>
            <a:ext cx="319561" cy="336908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6" name="Google Shape;476;p40"/>
          <p:cNvGrpSpPr/>
          <p:nvPr/>
        </p:nvGrpSpPr>
        <p:grpSpPr>
          <a:xfrm>
            <a:off x="4865134" y="2089056"/>
            <a:ext cx="351204" cy="324661"/>
            <a:chOff x="5975075" y="2327500"/>
            <a:chExt cx="420100" cy="388350"/>
          </a:xfrm>
        </p:grpSpPr>
        <p:sp>
          <p:nvSpPr>
            <p:cNvPr id="477" name="Google Shape;477;p40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40"/>
          <p:cNvGrpSpPr/>
          <p:nvPr/>
        </p:nvGrpSpPr>
        <p:grpSpPr>
          <a:xfrm>
            <a:off x="5496544" y="2079358"/>
            <a:ext cx="215437" cy="351204"/>
            <a:chOff x="6730350" y="2315900"/>
            <a:chExt cx="257700" cy="420100"/>
          </a:xfrm>
        </p:grpSpPr>
        <p:sp>
          <p:nvSpPr>
            <p:cNvPr id="480" name="Google Shape;480;p40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5" name="Google Shape;485;p40"/>
          <p:cNvGrpSpPr/>
          <p:nvPr/>
        </p:nvGrpSpPr>
        <p:grpSpPr>
          <a:xfrm>
            <a:off x="477889" y="2615840"/>
            <a:ext cx="109265" cy="398166"/>
            <a:chOff x="727175" y="2957625"/>
            <a:chExt cx="130700" cy="476275"/>
          </a:xfrm>
        </p:grpSpPr>
        <p:sp>
          <p:nvSpPr>
            <p:cNvPr id="486" name="Google Shape;486;p40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40"/>
          <p:cNvSpPr/>
          <p:nvPr/>
        </p:nvSpPr>
        <p:spPr>
          <a:xfrm>
            <a:off x="1492208" y="2600114"/>
            <a:ext cx="334860" cy="429809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0"/>
          <p:cNvSpPr/>
          <p:nvPr/>
        </p:nvSpPr>
        <p:spPr>
          <a:xfrm>
            <a:off x="972049" y="2600114"/>
            <a:ext cx="248083" cy="429809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0" name="Google Shape;490;p40"/>
          <p:cNvGrpSpPr/>
          <p:nvPr/>
        </p:nvGrpSpPr>
        <p:grpSpPr>
          <a:xfrm>
            <a:off x="2029631" y="2628589"/>
            <a:ext cx="386943" cy="372647"/>
            <a:chOff x="2583325" y="2972875"/>
            <a:chExt cx="462850" cy="445750"/>
          </a:xfrm>
        </p:grpSpPr>
        <p:sp>
          <p:nvSpPr>
            <p:cNvPr id="491" name="Google Shape;491;p40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40"/>
          <p:cNvGrpSpPr/>
          <p:nvPr/>
        </p:nvGrpSpPr>
        <p:grpSpPr>
          <a:xfrm>
            <a:off x="2579886" y="2684246"/>
            <a:ext cx="413486" cy="261355"/>
            <a:chOff x="3241525" y="3039450"/>
            <a:chExt cx="494600" cy="312625"/>
          </a:xfrm>
        </p:grpSpPr>
        <p:sp>
          <p:nvSpPr>
            <p:cNvPr id="494" name="Google Shape;494;p40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6" name="Google Shape;496;p40"/>
          <p:cNvSpPr/>
          <p:nvPr/>
        </p:nvSpPr>
        <p:spPr>
          <a:xfrm>
            <a:off x="3736180" y="2637380"/>
            <a:ext cx="355300" cy="355279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7" name="Google Shape;497;p40"/>
          <p:cNvGrpSpPr/>
          <p:nvPr/>
        </p:nvGrpSpPr>
        <p:grpSpPr>
          <a:xfrm>
            <a:off x="4263318" y="2656679"/>
            <a:ext cx="427781" cy="316489"/>
            <a:chOff x="5255200" y="3006475"/>
            <a:chExt cx="511700" cy="378575"/>
          </a:xfrm>
        </p:grpSpPr>
        <p:sp>
          <p:nvSpPr>
            <p:cNvPr id="498" name="Google Shape;498;p40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oogle Shape;500;p40"/>
          <p:cNvGrpSpPr/>
          <p:nvPr/>
        </p:nvGrpSpPr>
        <p:grpSpPr>
          <a:xfrm>
            <a:off x="3177104" y="2638308"/>
            <a:ext cx="346104" cy="353231"/>
            <a:chOff x="3955900" y="2984500"/>
            <a:chExt cx="414000" cy="422525"/>
          </a:xfrm>
        </p:grpSpPr>
        <p:sp>
          <p:nvSpPr>
            <p:cNvPr id="501" name="Google Shape;501;p40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40"/>
          <p:cNvSpPr/>
          <p:nvPr/>
        </p:nvSpPr>
        <p:spPr>
          <a:xfrm>
            <a:off x="341117" y="3226449"/>
            <a:ext cx="386922" cy="304241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0"/>
          <p:cNvSpPr/>
          <p:nvPr/>
        </p:nvSpPr>
        <p:spPr>
          <a:xfrm>
            <a:off x="4906165" y="2621036"/>
            <a:ext cx="269526" cy="387967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6" name="Google Shape;506;p40"/>
          <p:cNvGrpSpPr/>
          <p:nvPr/>
        </p:nvGrpSpPr>
        <p:grpSpPr>
          <a:xfrm>
            <a:off x="5472049" y="2633187"/>
            <a:ext cx="264427" cy="375719"/>
            <a:chOff x="6701050" y="2978375"/>
            <a:chExt cx="316300" cy="449425"/>
          </a:xfrm>
        </p:grpSpPr>
        <p:sp>
          <p:nvSpPr>
            <p:cNvPr id="507" name="Google Shape;507;p40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9" name="Google Shape;509;p40"/>
          <p:cNvGrpSpPr/>
          <p:nvPr/>
        </p:nvGrpSpPr>
        <p:grpSpPr>
          <a:xfrm>
            <a:off x="907677" y="3251848"/>
            <a:ext cx="376743" cy="253204"/>
            <a:chOff x="1241275" y="3718400"/>
            <a:chExt cx="450650" cy="302875"/>
          </a:xfrm>
        </p:grpSpPr>
        <p:sp>
          <p:nvSpPr>
            <p:cNvPr id="510" name="Google Shape;510;p40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4" name="Google Shape;514;p40"/>
          <p:cNvGrpSpPr/>
          <p:nvPr/>
        </p:nvGrpSpPr>
        <p:grpSpPr>
          <a:xfrm>
            <a:off x="1476324" y="3232453"/>
            <a:ext cx="366502" cy="292496"/>
            <a:chOff x="1921475" y="3695200"/>
            <a:chExt cx="438400" cy="349875"/>
          </a:xfrm>
        </p:grpSpPr>
        <p:sp>
          <p:nvSpPr>
            <p:cNvPr id="515" name="Google Shape;515;p40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40"/>
          <p:cNvGrpSpPr/>
          <p:nvPr/>
        </p:nvGrpSpPr>
        <p:grpSpPr>
          <a:xfrm>
            <a:off x="2043425" y="3227855"/>
            <a:ext cx="359355" cy="301190"/>
            <a:chOff x="2599825" y="3689700"/>
            <a:chExt cx="429850" cy="360275"/>
          </a:xfrm>
        </p:grpSpPr>
        <p:sp>
          <p:nvSpPr>
            <p:cNvPr id="519" name="Google Shape;519;p40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40"/>
          <p:cNvGrpSpPr/>
          <p:nvPr/>
        </p:nvGrpSpPr>
        <p:grpSpPr>
          <a:xfrm>
            <a:off x="2624299" y="3196714"/>
            <a:ext cx="324661" cy="338956"/>
            <a:chOff x="3294650" y="3652450"/>
            <a:chExt cx="388350" cy="405450"/>
          </a:xfrm>
        </p:grpSpPr>
        <p:sp>
          <p:nvSpPr>
            <p:cNvPr id="522" name="Google Shape;522;p40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525;p40"/>
          <p:cNvGrpSpPr/>
          <p:nvPr/>
        </p:nvGrpSpPr>
        <p:grpSpPr>
          <a:xfrm>
            <a:off x="3160781" y="3239601"/>
            <a:ext cx="378750" cy="277698"/>
            <a:chOff x="3936375" y="3703750"/>
            <a:chExt cx="453050" cy="332175"/>
          </a:xfrm>
        </p:grpSpPr>
        <p:sp>
          <p:nvSpPr>
            <p:cNvPr id="526" name="Google Shape;526;p40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531;p40"/>
          <p:cNvGrpSpPr/>
          <p:nvPr/>
        </p:nvGrpSpPr>
        <p:grpSpPr>
          <a:xfrm>
            <a:off x="3724307" y="3239601"/>
            <a:ext cx="378750" cy="277698"/>
            <a:chOff x="4610450" y="3703750"/>
            <a:chExt cx="453050" cy="332175"/>
          </a:xfrm>
        </p:grpSpPr>
        <p:sp>
          <p:nvSpPr>
            <p:cNvPr id="532" name="Google Shape;532;p40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534;p40"/>
          <p:cNvGrpSpPr/>
          <p:nvPr/>
        </p:nvGrpSpPr>
        <p:grpSpPr>
          <a:xfrm>
            <a:off x="4301106" y="3211532"/>
            <a:ext cx="352207" cy="333836"/>
            <a:chOff x="5300400" y="3670175"/>
            <a:chExt cx="421300" cy="399325"/>
          </a:xfrm>
        </p:grpSpPr>
        <p:sp>
          <p:nvSpPr>
            <p:cNvPr id="535" name="Google Shape;535;p40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0" name="Google Shape;540;p40"/>
          <p:cNvSpPr/>
          <p:nvPr/>
        </p:nvSpPr>
        <p:spPr>
          <a:xfrm>
            <a:off x="4844905" y="3182557"/>
            <a:ext cx="392042" cy="392021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1" name="Google Shape;541;p40"/>
          <p:cNvGrpSpPr/>
          <p:nvPr/>
        </p:nvGrpSpPr>
        <p:grpSpPr>
          <a:xfrm>
            <a:off x="5433259" y="3207435"/>
            <a:ext cx="342008" cy="342029"/>
            <a:chOff x="6654650" y="3665275"/>
            <a:chExt cx="409100" cy="409125"/>
          </a:xfrm>
        </p:grpSpPr>
        <p:sp>
          <p:nvSpPr>
            <p:cNvPr id="542" name="Google Shape;542;p40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40"/>
          <p:cNvGrpSpPr/>
          <p:nvPr/>
        </p:nvGrpSpPr>
        <p:grpSpPr>
          <a:xfrm>
            <a:off x="347223" y="3756667"/>
            <a:ext cx="370599" cy="370620"/>
            <a:chOff x="570875" y="4322250"/>
            <a:chExt cx="443300" cy="443325"/>
          </a:xfrm>
        </p:grpSpPr>
        <p:sp>
          <p:nvSpPr>
            <p:cNvPr id="545" name="Google Shape;545;p40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0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0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40"/>
          <p:cNvSpPr/>
          <p:nvPr/>
        </p:nvSpPr>
        <p:spPr>
          <a:xfrm>
            <a:off x="895469" y="3828789"/>
            <a:ext cx="401238" cy="22666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40"/>
          <p:cNvGrpSpPr/>
          <p:nvPr/>
        </p:nvGrpSpPr>
        <p:grpSpPr>
          <a:xfrm>
            <a:off x="1524812" y="3729120"/>
            <a:ext cx="269526" cy="425712"/>
            <a:chOff x="1979475" y="4289300"/>
            <a:chExt cx="322400" cy="509225"/>
          </a:xfrm>
        </p:grpSpPr>
        <p:sp>
          <p:nvSpPr>
            <p:cNvPr id="551" name="Google Shape;551;p40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0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" name="Google Shape;554;p40"/>
          <p:cNvGrpSpPr/>
          <p:nvPr/>
        </p:nvGrpSpPr>
        <p:grpSpPr>
          <a:xfrm>
            <a:off x="2064346" y="3734722"/>
            <a:ext cx="318014" cy="414510"/>
            <a:chOff x="2624850" y="4296000"/>
            <a:chExt cx="380400" cy="495825"/>
          </a:xfrm>
        </p:grpSpPr>
        <p:sp>
          <p:nvSpPr>
            <p:cNvPr id="555" name="Google Shape;555;p40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8" name="Google Shape;558;p40"/>
          <p:cNvSpPr/>
          <p:nvPr/>
        </p:nvSpPr>
        <p:spPr>
          <a:xfrm>
            <a:off x="3180303" y="3772127"/>
            <a:ext cx="339959" cy="33998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40"/>
          <p:cNvSpPr/>
          <p:nvPr/>
        </p:nvSpPr>
        <p:spPr>
          <a:xfrm>
            <a:off x="2616754" y="3793571"/>
            <a:ext cx="339959" cy="297094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0"/>
          <p:cNvSpPr/>
          <p:nvPr/>
        </p:nvSpPr>
        <p:spPr>
          <a:xfrm>
            <a:off x="3742304" y="3770601"/>
            <a:ext cx="343053" cy="343032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40"/>
          <p:cNvGrpSpPr/>
          <p:nvPr/>
        </p:nvGrpSpPr>
        <p:grpSpPr>
          <a:xfrm>
            <a:off x="4280686" y="3775560"/>
            <a:ext cx="393045" cy="332833"/>
            <a:chOff x="5275975" y="4344850"/>
            <a:chExt cx="470150" cy="398125"/>
          </a:xfrm>
        </p:grpSpPr>
        <p:sp>
          <p:nvSpPr>
            <p:cNvPr id="562" name="Google Shape;562;p40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0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0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5" name="Google Shape;565;p40"/>
          <p:cNvSpPr/>
          <p:nvPr/>
        </p:nvSpPr>
        <p:spPr>
          <a:xfrm>
            <a:off x="4864301" y="3765502"/>
            <a:ext cx="353252" cy="353231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6" name="Google Shape;566;p40"/>
          <p:cNvGrpSpPr/>
          <p:nvPr/>
        </p:nvGrpSpPr>
        <p:grpSpPr>
          <a:xfrm>
            <a:off x="5423039" y="3748516"/>
            <a:ext cx="362448" cy="386922"/>
            <a:chOff x="6642425" y="4312500"/>
            <a:chExt cx="433550" cy="462825"/>
          </a:xfrm>
        </p:grpSpPr>
        <p:sp>
          <p:nvSpPr>
            <p:cNvPr id="567" name="Google Shape;567;p40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0" name="Google Shape;570;p40"/>
          <p:cNvSpPr/>
          <p:nvPr/>
        </p:nvSpPr>
        <p:spPr>
          <a:xfrm>
            <a:off x="299775" y="4368343"/>
            <a:ext cx="465527" cy="274647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571;p40"/>
          <p:cNvGrpSpPr/>
          <p:nvPr/>
        </p:nvGrpSpPr>
        <p:grpSpPr>
          <a:xfrm>
            <a:off x="910227" y="4322764"/>
            <a:ext cx="371623" cy="365499"/>
            <a:chOff x="1244325" y="4999400"/>
            <a:chExt cx="444525" cy="437200"/>
          </a:xfrm>
        </p:grpSpPr>
        <p:sp>
          <p:nvSpPr>
            <p:cNvPr id="572" name="Google Shape;572;p40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0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0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0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0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7" name="Google Shape;577;p40"/>
          <p:cNvGrpSpPr/>
          <p:nvPr/>
        </p:nvGrpSpPr>
        <p:grpSpPr>
          <a:xfrm>
            <a:off x="1506943" y="4311018"/>
            <a:ext cx="305265" cy="388970"/>
            <a:chOff x="1958100" y="4985350"/>
            <a:chExt cx="365150" cy="465275"/>
          </a:xfrm>
        </p:grpSpPr>
        <p:sp>
          <p:nvSpPr>
            <p:cNvPr id="578" name="Google Shape;578;p40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0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0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40"/>
          <p:cNvGrpSpPr/>
          <p:nvPr/>
        </p:nvGrpSpPr>
        <p:grpSpPr>
          <a:xfrm>
            <a:off x="2048002" y="4325815"/>
            <a:ext cx="350200" cy="359877"/>
            <a:chOff x="2605300" y="5003050"/>
            <a:chExt cx="418900" cy="430475"/>
          </a:xfrm>
        </p:grpSpPr>
        <p:sp>
          <p:nvSpPr>
            <p:cNvPr id="582" name="Google Shape;582;p40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0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0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585;p40"/>
          <p:cNvGrpSpPr/>
          <p:nvPr/>
        </p:nvGrpSpPr>
        <p:grpSpPr>
          <a:xfrm>
            <a:off x="2577336" y="4333486"/>
            <a:ext cx="418585" cy="344056"/>
            <a:chOff x="3238475" y="5012225"/>
            <a:chExt cx="500700" cy="411550"/>
          </a:xfrm>
        </p:grpSpPr>
        <p:sp>
          <p:nvSpPr>
            <p:cNvPr id="586" name="Google Shape;586;p40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0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0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0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0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40"/>
          <p:cNvGrpSpPr/>
          <p:nvPr/>
        </p:nvGrpSpPr>
        <p:grpSpPr>
          <a:xfrm>
            <a:off x="3683970" y="4296723"/>
            <a:ext cx="459424" cy="417561"/>
            <a:chOff x="4562200" y="4968250"/>
            <a:chExt cx="549550" cy="499475"/>
          </a:xfrm>
        </p:grpSpPr>
        <p:sp>
          <p:nvSpPr>
            <p:cNvPr id="592" name="Google Shape;592;p40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0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0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0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0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40"/>
          <p:cNvGrpSpPr/>
          <p:nvPr/>
        </p:nvGrpSpPr>
        <p:grpSpPr>
          <a:xfrm>
            <a:off x="3190898" y="4320214"/>
            <a:ext cx="318516" cy="370076"/>
            <a:chOff x="3972400" y="4996350"/>
            <a:chExt cx="381000" cy="442675"/>
          </a:xfrm>
        </p:grpSpPr>
        <p:sp>
          <p:nvSpPr>
            <p:cNvPr id="598" name="Google Shape;598;p40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0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0" name="Google Shape;600;p40"/>
          <p:cNvGrpSpPr/>
          <p:nvPr/>
        </p:nvGrpSpPr>
        <p:grpSpPr>
          <a:xfrm>
            <a:off x="4251594" y="4289073"/>
            <a:ext cx="451252" cy="432860"/>
            <a:chOff x="5241175" y="4959100"/>
            <a:chExt cx="539775" cy="517775"/>
          </a:xfrm>
        </p:grpSpPr>
        <p:sp>
          <p:nvSpPr>
            <p:cNvPr id="601" name="Google Shape;601;p40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0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0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0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0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0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7" name="Google Shape;607;p40"/>
          <p:cNvSpPr/>
          <p:nvPr/>
        </p:nvSpPr>
        <p:spPr>
          <a:xfrm>
            <a:off x="4842355" y="4395912"/>
            <a:ext cx="397142" cy="219513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8" name="Google Shape;608;p40"/>
          <p:cNvGrpSpPr/>
          <p:nvPr/>
        </p:nvGrpSpPr>
        <p:grpSpPr>
          <a:xfrm>
            <a:off x="5458778" y="4353382"/>
            <a:ext cx="289444" cy="332833"/>
            <a:chOff x="6685175" y="5036025"/>
            <a:chExt cx="346225" cy="398125"/>
          </a:xfrm>
        </p:grpSpPr>
        <p:sp>
          <p:nvSpPr>
            <p:cNvPr id="609" name="Google Shape;609;p40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0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0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0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0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40"/>
          <p:cNvGrpSpPr/>
          <p:nvPr/>
        </p:nvGrpSpPr>
        <p:grpSpPr>
          <a:xfrm>
            <a:off x="6359618" y="2334799"/>
            <a:ext cx="432570" cy="421334"/>
            <a:chOff x="5926225" y="921350"/>
            <a:chExt cx="517800" cy="504350"/>
          </a:xfrm>
        </p:grpSpPr>
        <p:sp>
          <p:nvSpPr>
            <p:cNvPr id="615" name="Google Shape;615;p4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616" name="Google Shape;616;p4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617" name="Google Shape;617;p40"/>
          <p:cNvSpPr/>
          <p:nvPr/>
        </p:nvSpPr>
        <p:spPr>
          <a:xfrm>
            <a:off x="6553538" y="257085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8" name="Google Shape;618;p40"/>
          <p:cNvGrpSpPr/>
          <p:nvPr/>
        </p:nvGrpSpPr>
        <p:grpSpPr>
          <a:xfrm>
            <a:off x="7244605" y="2314179"/>
            <a:ext cx="432570" cy="421334"/>
            <a:chOff x="5926225" y="921350"/>
            <a:chExt cx="517800" cy="504350"/>
          </a:xfrm>
        </p:grpSpPr>
        <p:sp>
          <p:nvSpPr>
            <p:cNvPr id="619" name="Google Shape;619;p4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C23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1C23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40"/>
          <p:cNvSpPr/>
          <p:nvPr/>
        </p:nvSpPr>
        <p:spPr>
          <a:xfrm>
            <a:off x="7438526" y="255023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A7A4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2" name="Google Shape;622;p40"/>
          <p:cNvGrpSpPr/>
          <p:nvPr/>
        </p:nvGrpSpPr>
        <p:grpSpPr>
          <a:xfrm>
            <a:off x="6359885" y="3063221"/>
            <a:ext cx="1075937" cy="1047989"/>
            <a:chOff x="5926225" y="921350"/>
            <a:chExt cx="517800" cy="504350"/>
          </a:xfrm>
        </p:grpSpPr>
        <p:sp>
          <p:nvSpPr>
            <p:cNvPr id="623" name="Google Shape;623;p40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F1C23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00"/>
            </a:solidFill>
            <a:ln w="28575" cap="flat" cmpd="sng">
              <a:solidFill>
                <a:srgbClr val="F1C232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5" name="Google Shape;625;p40"/>
          <p:cNvSpPr/>
          <p:nvPr/>
        </p:nvSpPr>
        <p:spPr>
          <a:xfrm>
            <a:off x="6842198" y="3650318"/>
            <a:ext cx="997288" cy="56337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A7A4BC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1" name="Google Shape;631;p41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632" name="Google Shape;632;p41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41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41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41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41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41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8" name="Google Shape;638;p41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639" name="Google Shape;639;p41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41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41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41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3" name="Google Shape;643;p41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644" name="Google Shape;644;p41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41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7" name="Google Shape;647;p41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648" name="Google Shape;648;p41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41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41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41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3" name="Google Shape;653;p41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654" name="Google Shape;654;p41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41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41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658" name="Google Shape;658;p41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41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41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41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2" name="Google Shape;662;p41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663" name="Google Shape;663;p41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41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41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41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41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68" name="Google Shape;668;p41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669" name="Google Shape;669;p41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41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41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41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41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41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5" name="Google Shape;675;p41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676" name="Google Shape;676;p41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41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8" name="Google Shape;678;p41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679" name="Google Shape;679;p41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2" name="Google Shape;682;p41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683" name="Google Shape;683;p41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41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41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41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41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41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9" name="Google Shape;689;p41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690" name="Google Shape;690;p41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41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41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41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5" name="Google Shape;695;p41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696" name="Google Shape;696;p41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41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41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9" name="Google Shape;699;p41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700" name="Google Shape;700;p41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701" name="Google Shape;701;p41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41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41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41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41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41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41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41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41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41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1" name="Google Shape;711;p41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41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41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41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41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41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7" name="Google Shape;717;p41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718" name="Google Shape;718;p41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41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41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41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2" name="Google Shape;722;p41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723" name="Google Shape;723;p41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41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41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41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41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8" name="Google Shape;728;p41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729" name="Google Shape;729;p41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41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41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41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41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41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5" name="Google Shape;735;p41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736" name="Google Shape;736;p41"/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41"/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41"/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41"/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0" name="Google Shape;740;p41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741" name="Google Shape;741;p41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41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41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41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5" name="Google Shape;745;p41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746" name="Google Shape;746;p41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41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41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41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41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1" name="Google Shape;751;p41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752" name="Google Shape;752;p4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4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4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4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4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4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4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4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4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4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2" name="Google Shape;762;p41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763" name="Google Shape;763;p41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41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41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6" name="Google Shape;766;p41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4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4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4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4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7" name="Google Shape;777;p41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778" name="Google Shape;778;p41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41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41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41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2" name="Google Shape;782;p41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783" name="Google Shape;783;p41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41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41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41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41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41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41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41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41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41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3" name="Google Shape;793;p41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794" name="Google Shape;794;p41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41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41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41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41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41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41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1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802" name="Google Shape;802;p41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1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1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41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6" name="Google Shape;806;p41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807" name="Google Shape;807;p41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41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41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41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1" name="Google Shape;811;p41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812" name="Google Shape;812;p41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41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41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41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41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7" name="Google Shape;817;p41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818" name="Google Shape;818;p41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41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41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41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41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41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4" name="Google Shape;824;p41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825" name="Google Shape;825;p41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41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41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8" name="Google Shape;828;p41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829" name="Google Shape;829;p41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41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41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41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41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4" name="Google Shape;834;p41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835" name="Google Shape;835;p41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41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41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41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41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1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1" name="Google Shape;841;p41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842" name="Google Shape;842;p41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1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1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5" name="Google Shape;845;p41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846" name="Google Shape;846;p41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1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41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1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0" name="Google Shape;850;p41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851" name="Google Shape;851;p41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1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41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41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1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41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7" name="Google Shape;857;p41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858" name="Google Shape;858;p41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41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41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41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41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41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41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5" name="Google Shape;865;p41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866" name="Google Shape;866;p41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41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41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41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0" name="Google Shape;870;p41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871" name="Google Shape;871;p41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41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41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4" name="Google Shape;874;p41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875" name="Google Shape;875;p41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41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41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8" name="Google Shape;878;p41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879" name="Google Shape;879;p41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41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41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41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3" name="Google Shape;883;p41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884" name="Google Shape;884;p41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41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41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41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8" name="Google Shape;888;p41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889" name="Google Shape;889;p41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1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1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41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4" name="Google Shape;894;p41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895" name="Google Shape;895;p41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41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41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41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41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41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41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902" name="Google Shape;902;p41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41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41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41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41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41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9" name="Google Shape;909;p41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910" name="Google Shape;910;p41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41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41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1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1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1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1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1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1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1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2" name="Google Shape;922;p41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923" name="Google Shape;923;p41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1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1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1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7" name="Google Shape;927;p41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928" name="Google Shape;928;p41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1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41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1" name="Google Shape;931;p41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932" name="Google Shape;932;p41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1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1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1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1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1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8" name="Google Shape;938;p41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939" name="Google Shape;939;p41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1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1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1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1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1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1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1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7" name="Google Shape;947;p41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948" name="Google Shape;948;p41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1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1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1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1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1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1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1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1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1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1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1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0" name="Google Shape;960;p41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961" name="Google Shape;961;p41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1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1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1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1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1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1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41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41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41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41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3" name="Google Shape;973;p41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974" name="Google Shape;974;p41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41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41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41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41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41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41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6" name="Google Shape;986;p41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987" name="Google Shape;987;p41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41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41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41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1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1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3" name="Google Shape;993;p41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994" name="Google Shape;994;p41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41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1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41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41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1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1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1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1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1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1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1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9" name="Google Shape;1009;p41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010" name="Google Shape;1010;p41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1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1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1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  <a:close/>
                </a:path>
              </a:pathLst>
            </a:custGeom>
            <a:solidFill>
              <a:srgbClr val="BD2A3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1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5" name="Google Shape;1015;p41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016" name="Google Shape;1016;p41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017" name="Google Shape;1017;p41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41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41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0" name="Google Shape;1020;p41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021" name="Google Shape;1021;p41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41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41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4" name="Google Shape;1024;p41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025" name="Google Shape;1025;p41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41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41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8" name="Google Shape;1028;p41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029" name="Google Shape;1029;p41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41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41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2" name="Google Shape;1032;p41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033" name="Google Shape;1033;p41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1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1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1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1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1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1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1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1" name="Google Shape;1041;p41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042" name="Google Shape;1042;p41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41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41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1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1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1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1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1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1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1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41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41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1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1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1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1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1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41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41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1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1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1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1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1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41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067" name="Google Shape;1067;p41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068" name="Google Shape;1068;p4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4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0" name="Google Shape;1070;p41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071" name="Google Shape;1071;p4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4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3" name="Google Shape;1073;p41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074" name="Google Shape;1074;p41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41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76" name="Google Shape;1076;p41"/>
          <p:cNvSpPr txBox="1">
            <a:spLocks noGrp="1"/>
          </p:cNvSpPr>
          <p:nvPr>
            <p:ph type="title" idx="4294967295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Diagrams and infographics</a:t>
            </a:r>
            <a:endParaRPr sz="2000"/>
          </a:p>
        </p:txBody>
      </p:sp>
      <p:sp>
        <p:nvSpPr>
          <p:cNvPr id="1077" name="Google Shape;1077;p4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42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A7D86D"/>
                </a:solidFill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A7D86D"/>
                </a:solidFill>
                <a:highlight>
                  <a:srgbClr val="65617D"/>
                </a:highlight>
              </a:rPr>
              <a:t> and many more...</a:t>
            </a:r>
            <a:endParaRPr sz="2400">
              <a:solidFill>
                <a:srgbClr val="A7D86D"/>
              </a:solidFill>
              <a:highlight>
                <a:srgbClr val="65617D"/>
              </a:highlight>
            </a:endParaRPr>
          </a:p>
        </p:txBody>
      </p:sp>
      <p:sp>
        <p:nvSpPr>
          <p:cNvPr id="1083" name="Google Shape;1083;p42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A7A4BC"/>
                </a:solidFill>
              </a:rPr>
              <a:t>😉</a:t>
            </a:r>
            <a:endParaRPr sz="9600">
              <a:solidFill>
                <a:srgbClr val="A7A4BC"/>
              </a:solidFill>
            </a:endParaRPr>
          </a:p>
        </p:txBody>
      </p:sp>
      <p:sp>
        <p:nvSpPr>
          <p:cNvPr id="1084" name="Google Shape;1084;p42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1085" name="Google Shape;1085;p42"/>
          <p:cNvSpPr txBox="1">
            <a:spLocks noGrp="1"/>
          </p:cNvSpPr>
          <p:nvPr>
            <p:ph type="body" idx="4294967295"/>
          </p:nvPr>
        </p:nvSpPr>
        <p:spPr>
          <a:xfrm>
            <a:off x="2200525" y="856425"/>
            <a:ext cx="6486300" cy="115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 b="1"/>
              <a:t>Now you can use any emoji as an icon!</a:t>
            </a:r>
            <a:r>
              <a:rPr lang="en" sz="1400"/>
              <a:t/>
            </a:r>
            <a:br>
              <a:rPr lang="en" sz="1400"/>
            </a:br>
            <a:r>
              <a:rPr lang="en" sz="1400"/>
              <a:t>And of course it resizes without losing quality and you can change the color.</a:t>
            </a:r>
            <a:br>
              <a:rPr lang="en" sz="1400"/>
            </a:br>
            <a:r>
              <a:rPr lang="en" sz="1400"/>
              <a:t/>
            </a:r>
            <a:br>
              <a:rPr lang="en" sz="1400"/>
            </a:br>
            <a:r>
              <a:rPr lang="en" sz="1400"/>
              <a:t>How? Follow Google instructions </a:t>
            </a:r>
            <a:r>
              <a:rPr lang="en" sz="1400" u="sng">
                <a:solidFill>
                  <a:srgbClr val="A7D86D"/>
                </a:solidFill>
                <a:hlinkClick r:id="rId3"/>
              </a:rPr>
              <a:t>https://twitter.com/googledocs/status/730087240156643328</a:t>
            </a:r>
            <a:endParaRPr sz="1400">
              <a:solidFill>
                <a:srgbClr val="A7D86D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oogle Shape;1090;p4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43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92" name="Google Shape;1092;p43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093" name="Google Shape;1093;p43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094" name="Google Shape;1094;p43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95" name="Google Shape;1095;p43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096" name="Google Shape;1096;p43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097" name="Google Shape;1097;p43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98" name="Google Shape;1098;p43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099" name="Google Shape;1099;p43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100" name="Google Shape;1100;p43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01" name="Google Shape;1101;p43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102" name="Google Shape;1102;p43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103" name="Google Shape;1103;p43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104" name="Google Shape;1104;p43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  <p:sp>
        <p:nvSpPr>
          <p:cNvPr id="1105" name="Google Shape;1105;p4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wer template">
  <a:themeElements>
    <a:clrScheme name="Custom 347">
      <a:dk1>
        <a:srgbClr val="65617D"/>
      </a:dk1>
      <a:lt1>
        <a:srgbClr val="FFFFFF"/>
      </a:lt1>
      <a:dk2>
        <a:srgbClr val="A7D86D"/>
      </a:dk2>
      <a:lt2>
        <a:srgbClr val="ECEBF0"/>
      </a:lt2>
      <a:accent1>
        <a:srgbClr val="A7D86D"/>
      </a:accent1>
      <a:accent2>
        <a:srgbClr val="7CBE5F"/>
      </a:accent2>
      <a:accent3>
        <a:srgbClr val="52A551"/>
      </a:accent3>
      <a:accent4>
        <a:srgbClr val="D8D5EB"/>
      </a:accent4>
      <a:accent5>
        <a:srgbClr val="A7A4BC"/>
      </a:accent5>
      <a:accent6>
        <a:srgbClr val="65617D"/>
      </a:accent6>
      <a:hlink>
        <a:srgbClr val="65617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1143</Words>
  <Application>Microsoft Office PowerPoint</Application>
  <PresentationFormat>On-screen Show (16:9)</PresentationFormat>
  <Paragraphs>187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Muli</vt:lpstr>
      <vt:lpstr>Muli Regular</vt:lpstr>
      <vt:lpstr>Arial</vt:lpstr>
      <vt:lpstr>Poppins Light</vt:lpstr>
      <vt:lpstr>Montserrat</vt:lpstr>
      <vt:lpstr>Poppins</vt:lpstr>
      <vt:lpstr>Calibri</vt:lpstr>
      <vt:lpstr>Gower template</vt:lpstr>
      <vt:lpstr>This is your presentation title</vt:lpstr>
      <vt:lpstr>Instructions for use</vt:lpstr>
      <vt:lpstr>Hello!</vt:lpstr>
      <vt:lpstr>1. Transition headline</vt:lpstr>
      <vt:lpstr>PowerPoint Presentation</vt:lpstr>
      <vt:lpstr>This is a slide title</vt:lpstr>
      <vt:lpstr>Big concept</vt:lpstr>
      <vt:lpstr>You can also split your content</vt:lpstr>
      <vt:lpstr>In two or three columns</vt:lpstr>
      <vt:lpstr>A picture is worth a thousand words</vt:lpstr>
      <vt:lpstr>Want big impact? Use big image.</vt:lpstr>
      <vt:lpstr>Use diagrams to explain your ideas</vt:lpstr>
      <vt:lpstr>And tables to compare data</vt:lpstr>
      <vt:lpstr>Maps</vt:lpstr>
      <vt:lpstr>89,526,124</vt:lpstr>
      <vt:lpstr>89,526,124$</vt:lpstr>
      <vt:lpstr>Our process is easy</vt:lpstr>
      <vt:lpstr>Let’s review some concepts</vt:lpstr>
      <vt:lpstr>PowerPoint Presentation</vt:lpstr>
      <vt:lpstr>Mobile project</vt:lpstr>
      <vt:lpstr>Tablet project</vt:lpstr>
      <vt:lpstr>Desktop project</vt:lpstr>
      <vt:lpstr>Thanks!</vt:lpstr>
      <vt:lpstr>Credits</vt:lpstr>
      <vt:lpstr>Presentation design</vt:lpstr>
      <vt:lpstr>Illustrations by undraw.co (completely free and without attribution)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Admin</cp:lastModifiedBy>
  <cp:revision>1</cp:revision>
  <dcterms:modified xsi:type="dcterms:W3CDTF">2020-07-04T13:59:52Z</dcterms:modified>
</cp:coreProperties>
</file>