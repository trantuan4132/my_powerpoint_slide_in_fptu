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Kulim Park Light"/>
      <p:regular r:id="rId35"/>
      <p:bold r:id="rId36"/>
      <p:italic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Kulim Park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22F61F29-4329-4C2D-BF5B-840753F04673}">
  <a:tblStyle styleId="{22F61F29-4329-4C2D-BF5B-840753F046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7.xml"/><Relationship Id="rId44" Type="http://schemas.openxmlformats.org/officeDocument/2006/relationships/font" Target="fonts/KulimPark-bold.fntdata"/><Relationship Id="rId21" Type="http://schemas.openxmlformats.org/officeDocument/2006/relationships/slide" Target="slides/slide16.xml"/><Relationship Id="rId43" Type="http://schemas.openxmlformats.org/officeDocument/2006/relationships/font" Target="fonts/KulimPark-regular.fntdata"/><Relationship Id="rId24" Type="http://schemas.openxmlformats.org/officeDocument/2006/relationships/slide" Target="slides/slide19.xml"/><Relationship Id="rId46" Type="http://schemas.openxmlformats.org/officeDocument/2006/relationships/font" Target="fonts/KulimPark-boldItalic.fntdata"/><Relationship Id="rId23" Type="http://schemas.openxmlformats.org/officeDocument/2006/relationships/slide" Target="slides/slide18.xml"/><Relationship Id="rId45" Type="http://schemas.openxmlformats.org/officeDocument/2006/relationships/font" Target="fonts/KulimPark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KulimParkLigh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KulimParkLight-italic.fntdata"/><Relationship Id="rId14" Type="http://schemas.openxmlformats.org/officeDocument/2006/relationships/slide" Target="slides/slide9.xml"/><Relationship Id="rId36" Type="http://schemas.openxmlformats.org/officeDocument/2006/relationships/font" Target="fonts/KulimParkLight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38" Type="http://schemas.openxmlformats.org/officeDocument/2006/relationships/font" Target="fonts/KulimPark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5694cd56_0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5694cd56_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77cb00e2f6_2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77cb00e2f6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134fb1cf8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134fb1c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41a98d525d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41a98d525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8" y="-13"/>
            <a:ext cx="7710766" cy="5142022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rect b="b" l="l" r="r" t="t"/>
              <a:pathLst>
                <a:path extrusionOk="0" h="2285343" w="3427007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rect b="b" l="l" r="r" t="t"/>
              <a:pathLst>
                <a:path extrusionOk="0" h="2285343" w="3349484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rect b="b" l="l" r="r" t="t"/>
              <a:pathLst>
                <a:path extrusionOk="0" h="2285343" w="3045563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rect b="b" l="l" r="r" t="t"/>
              <a:pathLst>
                <a:path extrusionOk="0" h="2285343" w="2879356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rect b="b" l="l" r="r" t="t"/>
              <a:pathLst>
                <a:path extrusionOk="0" h="2285343" w="278764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rect b="b" l="l" r="r" t="t"/>
              <a:pathLst>
                <a:path extrusionOk="0" h="2285343" w="2657242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658575"/>
            <a:ext cx="3620100" cy="382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8" y="-15"/>
            <a:ext cx="8946259" cy="5142022"/>
            <a:chOff x="-8" y="-15"/>
            <a:chExt cx="8946259" cy="5142022"/>
          </a:xfrm>
        </p:grpSpPr>
        <p:sp>
          <p:nvSpPr>
            <p:cNvPr id="20" name="Google Shape;20;p3"/>
            <p:cNvSpPr/>
            <p:nvPr/>
          </p:nvSpPr>
          <p:spPr>
            <a:xfrm>
              <a:off x="-8" y="-15"/>
              <a:ext cx="8946259" cy="5142022"/>
            </a:xfrm>
            <a:custGeom>
              <a:rect b="b" l="l" r="r" t="t"/>
              <a:pathLst>
                <a:path extrusionOk="0" h="2285343" w="3976115">
                  <a:moveTo>
                    <a:pt x="3715113" y="1727704"/>
                  </a:moveTo>
                  <a:cubicBezTo>
                    <a:pt x="3553145" y="1479660"/>
                    <a:pt x="3183314" y="1298028"/>
                    <a:pt x="3214303" y="961828"/>
                  </a:cubicBezTo>
                  <a:cubicBezTo>
                    <a:pt x="3275164" y="519540"/>
                    <a:pt x="4004911" y="481834"/>
                    <a:pt x="397523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797837" y="2285343"/>
                  </a:lnTo>
                  <a:cubicBezTo>
                    <a:pt x="3851674" y="2096210"/>
                    <a:pt x="3821539" y="1893038"/>
                    <a:pt x="3715113" y="17277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8" y="279"/>
              <a:ext cx="8777943" cy="5141725"/>
            </a:xfrm>
            <a:custGeom>
              <a:rect b="b" l="l" r="r" t="t"/>
              <a:pathLst>
                <a:path extrusionOk="0" h="2285211" w="3901308">
                  <a:moveTo>
                    <a:pt x="3708416" y="1627264"/>
                  </a:moveTo>
                  <a:cubicBezTo>
                    <a:pt x="3572709" y="1407927"/>
                    <a:pt x="3290527" y="1355375"/>
                    <a:pt x="3101311" y="1197194"/>
                  </a:cubicBezTo>
                  <a:cubicBezTo>
                    <a:pt x="2819851" y="972075"/>
                    <a:pt x="2929822" y="645861"/>
                    <a:pt x="3238200" y="512379"/>
                  </a:cubicBezTo>
                  <a:cubicBezTo>
                    <a:pt x="3501671" y="404123"/>
                    <a:pt x="3817403" y="307231"/>
                    <a:pt x="3901309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3706316" y="2285212"/>
                  </a:lnTo>
                  <a:cubicBezTo>
                    <a:pt x="3772955" y="2075136"/>
                    <a:pt x="3829155" y="1827421"/>
                    <a:pt x="3708416" y="16272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8" y="-15"/>
              <a:ext cx="8089742" cy="5142022"/>
            </a:xfrm>
            <a:custGeom>
              <a:rect b="b" l="l" r="r" t="t"/>
              <a:pathLst>
                <a:path extrusionOk="0" h="2285343" w="3595441">
                  <a:moveTo>
                    <a:pt x="3552685" y="1939028"/>
                  </a:moveTo>
                  <a:cubicBezTo>
                    <a:pt x="3582951" y="1866769"/>
                    <a:pt x="3608688" y="1786430"/>
                    <a:pt x="3587941" y="1710756"/>
                  </a:cubicBezTo>
                  <a:cubicBezTo>
                    <a:pt x="3534498" y="1533394"/>
                    <a:pt x="3320006" y="1508301"/>
                    <a:pt x="3174975" y="1437027"/>
                  </a:cubicBezTo>
                  <a:cubicBezTo>
                    <a:pt x="2668322" y="1141424"/>
                    <a:pt x="2837184" y="491490"/>
                    <a:pt x="3386710" y="375811"/>
                  </a:cubicBezTo>
                  <a:cubicBezTo>
                    <a:pt x="3539619" y="223214"/>
                    <a:pt x="3233605" y="269393"/>
                    <a:pt x="3231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529771" y="2285343"/>
                  </a:lnTo>
                  <a:cubicBezTo>
                    <a:pt x="3445799" y="2181620"/>
                    <a:pt x="3505348" y="2046627"/>
                    <a:pt x="3552685" y="19390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8" y="-15"/>
              <a:ext cx="7722567" cy="5142022"/>
            </a:xfrm>
            <a:custGeom>
              <a:rect b="b" l="l" r="r" t="t"/>
              <a:pathLst>
                <a:path extrusionOk="0" h="2285343" w="3432252">
                  <a:moveTo>
                    <a:pt x="3391175" y="1610448"/>
                  </a:moveTo>
                  <a:cubicBezTo>
                    <a:pt x="3154820" y="1398993"/>
                    <a:pt x="2585794" y="1926152"/>
                    <a:pt x="2757348" y="1289817"/>
                  </a:cubicBezTo>
                  <a:cubicBezTo>
                    <a:pt x="2798382" y="1034087"/>
                    <a:pt x="2836134" y="949413"/>
                    <a:pt x="2744218" y="711748"/>
                  </a:cubicBezTo>
                  <a:cubicBezTo>
                    <a:pt x="2699901" y="597119"/>
                    <a:pt x="2750258" y="443405"/>
                    <a:pt x="2854123" y="377781"/>
                  </a:cubicBezTo>
                  <a:cubicBezTo>
                    <a:pt x="2907894" y="343820"/>
                    <a:pt x="2975649" y="340667"/>
                    <a:pt x="3033622" y="314391"/>
                  </a:cubicBezTo>
                  <a:cubicBezTo>
                    <a:pt x="3146810" y="262956"/>
                    <a:pt x="3198151" y="113643"/>
                    <a:pt x="315403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248902" y="2285343"/>
                  </a:lnTo>
                  <a:cubicBezTo>
                    <a:pt x="3296108" y="2104303"/>
                    <a:pt x="3524059" y="1769220"/>
                    <a:pt x="3391175" y="16104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8" y="279"/>
              <a:ext cx="7515353" cy="5141725"/>
            </a:xfrm>
            <a:custGeom>
              <a:rect b="b" l="l" r="r" t="t"/>
              <a:pathLst>
                <a:path extrusionOk="0" h="2285211" w="3340157">
                  <a:moveTo>
                    <a:pt x="3332546" y="1708063"/>
                  </a:moveTo>
                  <a:cubicBezTo>
                    <a:pt x="3232751" y="1497856"/>
                    <a:pt x="2822478" y="1757067"/>
                    <a:pt x="2658145" y="1700246"/>
                  </a:cubicBezTo>
                  <a:cubicBezTo>
                    <a:pt x="2602077" y="1669043"/>
                    <a:pt x="2603390" y="1587391"/>
                    <a:pt x="2617571" y="1524788"/>
                  </a:cubicBezTo>
                  <a:cubicBezTo>
                    <a:pt x="2805211" y="813501"/>
                    <a:pt x="2305910" y="683961"/>
                    <a:pt x="2591309" y="305851"/>
                  </a:cubicBezTo>
                  <a:cubicBezTo>
                    <a:pt x="2667271" y="248438"/>
                    <a:pt x="2771859" y="256978"/>
                    <a:pt x="2867057" y="253299"/>
                  </a:cubicBezTo>
                  <a:cubicBezTo>
                    <a:pt x="3011497" y="258160"/>
                    <a:pt x="3169526" y="147013"/>
                    <a:pt x="3083716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2966654" y="2285212"/>
                  </a:lnTo>
                  <a:lnTo>
                    <a:pt x="3265185" y="1907496"/>
                  </a:lnTo>
                  <a:cubicBezTo>
                    <a:pt x="3310814" y="1849755"/>
                    <a:pt x="3359202" y="1776708"/>
                    <a:pt x="3332546" y="17080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8" y="-15"/>
              <a:ext cx="6899245" cy="5142022"/>
            </a:xfrm>
            <a:custGeom>
              <a:rect b="b" l="l" r="r" t="t"/>
              <a:pathLst>
                <a:path extrusionOk="0" h="2285343" w="3066331">
                  <a:moveTo>
                    <a:pt x="2774025" y="2159416"/>
                  </a:moveTo>
                  <a:cubicBezTo>
                    <a:pt x="2884784" y="2071195"/>
                    <a:pt x="3113261" y="1994798"/>
                    <a:pt x="3057783" y="1815794"/>
                  </a:cubicBezTo>
                  <a:cubicBezTo>
                    <a:pt x="2965867" y="1636921"/>
                    <a:pt x="2740147" y="1764293"/>
                    <a:pt x="2598203" y="1801802"/>
                  </a:cubicBezTo>
                  <a:cubicBezTo>
                    <a:pt x="2515150" y="1819341"/>
                    <a:pt x="2413058" y="1800751"/>
                    <a:pt x="2374190" y="1725339"/>
                  </a:cubicBezTo>
                  <a:cubicBezTo>
                    <a:pt x="2293436" y="1490236"/>
                    <a:pt x="2625778" y="1181823"/>
                    <a:pt x="2584810" y="955785"/>
                  </a:cubicBezTo>
                  <a:cubicBezTo>
                    <a:pt x="2401896" y="572091"/>
                    <a:pt x="2113871" y="610914"/>
                    <a:pt x="2415881" y="176640"/>
                  </a:cubicBezTo>
                  <a:cubicBezTo>
                    <a:pt x="2448708" y="123562"/>
                    <a:pt x="2465253" y="51829"/>
                    <a:pt x="242901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97013" y="2285343"/>
                  </a:lnTo>
                  <a:cubicBezTo>
                    <a:pt x="2706335" y="2237916"/>
                    <a:pt x="2736733" y="2191604"/>
                    <a:pt x="2774025" y="2159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/>
          <p:nvPr>
            <p:ph type="ctrTitle"/>
          </p:nvPr>
        </p:nvSpPr>
        <p:spPr>
          <a:xfrm>
            <a:off x="685800" y="2123600"/>
            <a:ext cx="4566300" cy="470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15" y="-12"/>
            <a:ext cx="9144000" cy="5142760"/>
            <a:chOff x="-15" y="-12"/>
            <a:chExt cx="9144000" cy="5142760"/>
          </a:xfrm>
        </p:grpSpPr>
        <p:sp>
          <p:nvSpPr>
            <p:cNvPr id="30" name="Google Shape;30;p4"/>
            <p:cNvSpPr/>
            <p:nvPr/>
          </p:nvSpPr>
          <p:spPr>
            <a:xfrm>
              <a:off x="-15" y="-12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15" y="-12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15" y="-12"/>
              <a:ext cx="9144000" cy="5142760"/>
            </a:xfrm>
            <a:custGeom>
              <a:rect b="b" l="l" r="r" t="t"/>
              <a:pathLst>
                <a:path extrusionOk="0" h="2285671" w="406400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5" y="-12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08537" y="-12"/>
              <a:ext cx="3735448" cy="5142022"/>
            </a:xfrm>
            <a:custGeom>
              <a:rect b="b" l="l" r="r" t="t"/>
              <a:pathLst>
                <a:path extrusionOk="0" h="2285343" w="1660199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171372" y="-12"/>
              <a:ext cx="2972610" cy="5142317"/>
            </a:xfrm>
            <a:custGeom>
              <a:rect b="b" l="l" r="r" t="t"/>
              <a:pathLst>
                <a:path extrusionOk="0" h="2285474" w="132116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-15" y="-12"/>
              <a:ext cx="3691132" cy="5142022"/>
            </a:xfrm>
            <a:custGeom>
              <a:rect b="b" l="l" r="r" t="t"/>
              <a:pathLst>
                <a:path extrusionOk="0" h="2285343" w="1640503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-15" y="-12"/>
              <a:ext cx="2881318" cy="5142022"/>
            </a:xfrm>
            <a:custGeom>
              <a:rect b="b" l="l" r="r" t="t"/>
              <a:pathLst>
                <a:path extrusionOk="0" h="2285343" w="1280586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2693100" y="2161800"/>
            <a:ext cx="3758100" cy="81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55600" lvl="0" marL="457200" rtl="0" algn="ct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/>
        </p:nvSpPr>
        <p:spPr>
          <a:xfrm>
            <a:off x="3593400" y="705169"/>
            <a:ext cx="1957200" cy="6537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rPr>
              <a:t>“</a:t>
            </a:r>
            <a:endParaRPr sz="9600">
              <a:solidFill>
                <a:schemeClr val="accent4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b="100%" l="100%"/>
          </a:path>
          <a:tileRect r="-100%" t="-100%"/>
        </a:gra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1" y="-1329"/>
            <a:ext cx="9144884" cy="5147195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rect b="b" l="l" r="r" t="t"/>
              <a:pathLst>
                <a:path extrusionOk="0" h="2287444" w="4064393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rect b="b" l="l" r="r" t="t"/>
              <a:pathLst>
                <a:path extrusionOk="0" h="2287576" w="4064393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rect b="b" l="l" r="r" t="t"/>
              <a:pathLst>
                <a:path extrusionOk="0" h="2287642" w="4064393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rect b="b" l="l" r="r" t="t"/>
              <a:pathLst>
                <a:path extrusionOk="0" h="2287642" w="4064393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rect b="b" l="l" r="r" t="t"/>
              <a:pathLst>
                <a:path extrusionOk="0" h="2287444" w="4064393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rect b="b" l="l" r="r" t="t"/>
              <a:pathLst>
                <a:path extrusionOk="0" h="2287510" w="4064393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 + Image">
  <p:cSld name="TITLE_AND_BODY_1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6" y="-37"/>
            <a:ext cx="6256515" cy="5142022"/>
            <a:chOff x="-8" y="-13"/>
            <a:chExt cx="7710766" cy="5142022"/>
          </a:xfrm>
        </p:grpSpPr>
        <p:sp>
          <p:nvSpPr>
            <p:cNvPr id="54" name="Google Shape;54;p6"/>
            <p:cNvSpPr/>
            <p:nvPr/>
          </p:nvSpPr>
          <p:spPr>
            <a:xfrm>
              <a:off x="-8" y="-13"/>
              <a:ext cx="7710766" cy="5142022"/>
            </a:xfrm>
            <a:custGeom>
              <a:rect b="b" l="l" r="r" t="t"/>
              <a:pathLst>
                <a:path extrusionOk="0" h="2285343" w="3427007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75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8" y="-13"/>
              <a:ext cx="7536339" cy="5142022"/>
            </a:xfrm>
            <a:custGeom>
              <a:rect b="b" l="l" r="r" t="t"/>
              <a:pathLst>
                <a:path extrusionOk="0" h="2285343" w="3349484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-8" y="-13"/>
              <a:ext cx="6852517" cy="5142022"/>
            </a:xfrm>
            <a:custGeom>
              <a:rect b="b" l="l" r="r" t="t"/>
              <a:pathLst>
                <a:path extrusionOk="0" h="2285343" w="3045563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8" y="-13"/>
              <a:ext cx="6478551" cy="5142022"/>
            </a:xfrm>
            <a:custGeom>
              <a:rect b="b" l="l" r="r" t="t"/>
              <a:pathLst>
                <a:path extrusionOk="0" h="2285343" w="2879356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8" y="-13"/>
              <a:ext cx="6272190" cy="5142022"/>
            </a:xfrm>
            <a:custGeom>
              <a:rect b="b" l="l" r="r" t="t"/>
              <a:pathLst>
                <a:path extrusionOk="0" h="2285343" w="278764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-8" y="-13"/>
              <a:ext cx="5978795" cy="5142022"/>
            </a:xfrm>
            <a:custGeom>
              <a:rect b="b" l="l" r="r" t="t"/>
              <a:pathLst>
                <a:path extrusionOk="0" h="2285343" w="2657242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457200" y="1051625"/>
            <a:ext cx="27723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457200" y="2049800"/>
            <a:ext cx="2772300" cy="24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b="100%" l="100%"/>
          </a:path>
          <a:tileRect r="-100%" t="-100%"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-5" y="-10"/>
            <a:ext cx="9145330" cy="5142763"/>
            <a:chOff x="-5" y="-10"/>
            <a:chExt cx="9145330" cy="5142763"/>
          </a:xfrm>
        </p:grpSpPr>
        <p:sp>
          <p:nvSpPr>
            <p:cNvPr id="65" name="Google Shape;65;p7"/>
            <p:cNvSpPr/>
            <p:nvPr/>
          </p:nvSpPr>
          <p:spPr>
            <a:xfrm>
              <a:off x="436" y="-10"/>
              <a:ext cx="9144886" cy="5142760"/>
            </a:xfrm>
            <a:custGeom>
              <a:rect b="b" l="l" r="r" t="t"/>
              <a:pathLst>
                <a:path extrusionOk="0" h="2285671" w="4064394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6" y="731"/>
              <a:ext cx="9144886" cy="5142022"/>
            </a:xfrm>
            <a:custGeom>
              <a:rect b="b" l="l" r="r" t="t"/>
              <a:pathLst>
                <a:path extrusionOk="0" h="2285343" w="4064394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5" y="731"/>
              <a:ext cx="9145330" cy="5142022"/>
            </a:xfrm>
            <a:custGeom>
              <a:rect b="b" l="l" r="r" t="t"/>
              <a:pathLst>
                <a:path extrusionOk="0" h="2285343" w="4064591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436" y="583"/>
              <a:ext cx="9144886" cy="5142168"/>
            </a:xfrm>
            <a:custGeom>
              <a:rect b="b" l="l" r="r" t="t"/>
              <a:pathLst>
                <a:path extrusionOk="0" h="2285408" w="4064394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31" y="731"/>
              <a:ext cx="9144589" cy="5142022"/>
            </a:xfrm>
            <a:custGeom>
              <a:rect b="b" l="l" r="r" t="t"/>
              <a:pathLst>
                <a:path extrusionOk="0" h="2285343" w="4064262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436" y="731"/>
              <a:ext cx="9144886" cy="5142022"/>
            </a:xfrm>
            <a:custGeom>
              <a:rect b="b" l="l" r="r" t="t"/>
              <a:pathLst>
                <a:path extrusionOk="0" h="2285343" w="4064394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457200" y="1592600"/>
            <a:ext cx="26661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73" name="Google Shape;73;p7"/>
          <p:cNvSpPr txBox="1"/>
          <p:nvPr>
            <p:ph idx="2" type="body"/>
          </p:nvPr>
        </p:nvSpPr>
        <p:spPr>
          <a:xfrm>
            <a:off x="3400204" y="1592600"/>
            <a:ext cx="26661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74" name="Google Shape;74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b="100%" l="100%"/>
          </a:path>
          <a:tileRect r="-100%" t="-100%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8"/>
          <p:cNvGrpSpPr/>
          <p:nvPr/>
        </p:nvGrpSpPr>
        <p:grpSpPr>
          <a:xfrm>
            <a:off x="-5" y="-10"/>
            <a:ext cx="9145330" cy="5142763"/>
            <a:chOff x="-5" y="-10"/>
            <a:chExt cx="9145330" cy="5142763"/>
          </a:xfrm>
        </p:grpSpPr>
        <p:sp>
          <p:nvSpPr>
            <p:cNvPr id="77" name="Google Shape;77;p8"/>
            <p:cNvSpPr/>
            <p:nvPr/>
          </p:nvSpPr>
          <p:spPr>
            <a:xfrm>
              <a:off x="436" y="-10"/>
              <a:ext cx="9144886" cy="5142760"/>
            </a:xfrm>
            <a:custGeom>
              <a:rect b="b" l="l" r="r" t="t"/>
              <a:pathLst>
                <a:path extrusionOk="0" h="2285671" w="4064394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36" y="731"/>
              <a:ext cx="9144886" cy="5142022"/>
            </a:xfrm>
            <a:custGeom>
              <a:rect b="b" l="l" r="r" t="t"/>
              <a:pathLst>
                <a:path extrusionOk="0" h="2285343" w="4064394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-5" y="731"/>
              <a:ext cx="9145330" cy="5142022"/>
            </a:xfrm>
            <a:custGeom>
              <a:rect b="b" l="l" r="r" t="t"/>
              <a:pathLst>
                <a:path extrusionOk="0" h="2285343" w="4064591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36" y="583"/>
              <a:ext cx="9144886" cy="5142168"/>
            </a:xfrm>
            <a:custGeom>
              <a:rect b="b" l="l" r="r" t="t"/>
              <a:pathLst>
                <a:path extrusionOk="0" h="2285408" w="4064394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731" y="731"/>
              <a:ext cx="9144589" cy="5142022"/>
            </a:xfrm>
            <a:custGeom>
              <a:rect b="b" l="l" r="r" t="t"/>
              <a:pathLst>
                <a:path extrusionOk="0" h="2285343" w="4064262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36" y="731"/>
              <a:ext cx="9144886" cy="5142022"/>
            </a:xfrm>
            <a:custGeom>
              <a:rect b="b" l="l" r="r" t="t"/>
              <a:pathLst>
                <a:path extrusionOk="0" h="2285343" w="4064394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8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8"/>
          <p:cNvSpPr txBox="1"/>
          <p:nvPr>
            <p:ph idx="1" type="body"/>
          </p:nvPr>
        </p:nvSpPr>
        <p:spPr>
          <a:xfrm>
            <a:off x="457200" y="1592600"/>
            <a:ext cx="18078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5" name="Google Shape;85;p8"/>
          <p:cNvSpPr txBox="1"/>
          <p:nvPr>
            <p:ph idx="2" type="body"/>
          </p:nvPr>
        </p:nvSpPr>
        <p:spPr>
          <a:xfrm>
            <a:off x="2472081" y="1592600"/>
            <a:ext cx="18078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6" name="Google Shape;86;p8"/>
          <p:cNvSpPr txBox="1"/>
          <p:nvPr>
            <p:ph idx="3" type="body"/>
          </p:nvPr>
        </p:nvSpPr>
        <p:spPr>
          <a:xfrm>
            <a:off x="4486962" y="1592600"/>
            <a:ext cx="18078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7" name="Google Shape;87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b="100%" l="100%"/>
          </a:path>
          <a:tileRect r="-100%" t="-100%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9"/>
          <p:cNvGrpSpPr/>
          <p:nvPr/>
        </p:nvGrpSpPr>
        <p:grpSpPr>
          <a:xfrm>
            <a:off x="-1" y="-1329"/>
            <a:ext cx="9144884" cy="5147195"/>
            <a:chOff x="-1" y="-1329"/>
            <a:chExt cx="9144884" cy="5147195"/>
          </a:xfrm>
        </p:grpSpPr>
        <p:sp>
          <p:nvSpPr>
            <p:cNvPr id="90" name="Google Shape;90;p9"/>
            <p:cNvSpPr/>
            <p:nvPr/>
          </p:nvSpPr>
          <p:spPr>
            <a:xfrm>
              <a:off x="-1" y="-886"/>
              <a:ext cx="9144884" cy="5146749"/>
            </a:xfrm>
            <a:custGeom>
              <a:rect b="b" l="l" r="r" t="t"/>
              <a:pathLst>
                <a:path extrusionOk="0" h="2287444" w="4064393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-1" y="-1181"/>
              <a:ext cx="9144884" cy="5147046"/>
            </a:xfrm>
            <a:custGeom>
              <a:rect b="b" l="l" r="r" t="t"/>
              <a:pathLst>
                <a:path extrusionOk="0" h="2287576" w="4064393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-1" y="-1329"/>
              <a:ext cx="9144884" cy="5147195"/>
            </a:xfrm>
            <a:custGeom>
              <a:rect b="b" l="l" r="r" t="t"/>
              <a:pathLst>
                <a:path extrusionOk="0" h="2287642" w="4064393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-1" y="-1329"/>
              <a:ext cx="9144884" cy="5147195"/>
            </a:xfrm>
            <a:custGeom>
              <a:rect b="b" l="l" r="r" t="t"/>
              <a:pathLst>
                <a:path extrusionOk="0" h="2287642" w="4064393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-1" y="-886"/>
              <a:ext cx="9144884" cy="5146749"/>
            </a:xfrm>
            <a:custGeom>
              <a:rect b="b" l="l" r="r" t="t"/>
              <a:pathLst>
                <a:path extrusionOk="0" h="2287444" w="4064393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-1" y="-1032"/>
              <a:ext cx="9144884" cy="5146898"/>
            </a:xfrm>
            <a:custGeom>
              <a:rect b="b" l="l" r="r" t="t"/>
              <a:pathLst>
                <a:path extrusionOk="0" h="2287510" w="4064393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9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0"/>
          <p:cNvGrpSpPr/>
          <p:nvPr/>
        </p:nvGrpSpPr>
        <p:grpSpPr>
          <a:xfrm>
            <a:off x="-15" y="1"/>
            <a:ext cx="9144000" cy="5143352"/>
            <a:chOff x="-15" y="1"/>
            <a:chExt cx="9144000" cy="5143352"/>
          </a:xfrm>
        </p:grpSpPr>
        <p:sp>
          <p:nvSpPr>
            <p:cNvPr id="100" name="Google Shape;100;p10"/>
            <p:cNvSpPr/>
            <p:nvPr/>
          </p:nvSpPr>
          <p:spPr>
            <a:xfrm>
              <a:off x="-15" y="594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-15" y="594"/>
              <a:ext cx="9144000" cy="5142465"/>
            </a:xfrm>
            <a:custGeom>
              <a:rect b="b" l="l" r="r" t="t"/>
              <a:pathLst>
                <a:path extrusionOk="0" h="2285540" w="406400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-15" y="1"/>
              <a:ext cx="9144000" cy="5143352"/>
            </a:xfrm>
            <a:custGeom>
              <a:rect b="b" l="l" r="r" t="t"/>
              <a:pathLst>
                <a:path extrusionOk="0" h="2285934" w="406400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-15" y="594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-15" y="1037"/>
              <a:ext cx="9144000" cy="5141430"/>
            </a:xfrm>
            <a:custGeom>
              <a:rect b="b" l="l" r="r" t="t"/>
              <a:pathLst>
                <a:path extrusionOk="0" h="2285080" w="406400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15" y="150"/>
              <a:ext cx="9144000" cy="5142465"/>
            </a:xfrm>
            <a:custGeom>
              <a:rect b="b" l="l" r="r" t="t"/>
              <a:pathLst>
                <a:path extrusionOk="0" h="2285540" w="406400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0"/>
          <p:cNvSpPr txBox="1"/>
          <p:nvPr>
            <p:ph idx="1" type="body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- Corners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1"/>
          <p:cNvGrpSpPr/>
          <p:nvPr/>
        </p:nvGrpSpPr>
        <p:grpSpPr>
          <a:xfrm>
            <a:off x="-15" y="1"/>
            <a:ext cx="9144000" cy="5143352"/>
            <a:chOff x="-15" y="1"/>
            <a:chExt cx="9144000" cy="5143352"/>
          </a:xfrm>
        </p:grpSpPr>
        <p:sp>
          <p:nvSpPr>
            <p:cNvPr id="110" name="Google Shape;110;p11"/>
            <p:cNvSpPr/>
            <p:nvPr/>
          </p:nvSpPr>
          <p:spPr>
            <a:xfrm>
              <a:off x="-15" y="594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-15" y="594"/>
              <a:ext cx="9144000" cy="5142465"/>
            </a:xfrm>
            <a:custGeom>
              <a:rect b="b" l="l" r="r" t="t"/>
              <a:pathLst>
                <a:path extrusionOk="0" h="2285540" w="406400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-15" y="1"/>
              <a:ext cx="9144000" cy="5143352"/>
            </a:xfrm>
            <a:custGeom>
              <a:rect b="b" l="l" r="r" t="t"/>
              <a:pathLst>
                <a:path extrusionOk="0" h="2285934" w="406400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-15" y="594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-15" y="1037"/>
              <a:ext cx="9144000" cy="5141430"/>
            </a:xfrm>
            <a:custGeom>
              <a:rect b="b" l="l" r="r" t="t"/>
              <a:pathLst>
                <a:path extrusionOk="0" h="2285080" w="406400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-15" y="150"/>
              <a:ext cx="9144000" cy="5142465"/>
            </a:xfrm>
            <a:custGeom>
              <a:rect b="b" l="l" r="r" t="t"/>
              <a:pathLst>
                <a:path extrusionOk="0" h="2285540" w="406400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- Center">
  <p:cSld name="BLANK_1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15" y="-12"/>
            <a:ext cx="9144000" cy="5142760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rect b="b" l="l" r="r" t="t"/>
              <a:pathLst>
                <a:path extrusionOk="0" h="2285671" w="406400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rect b="b" l="l" r="r" t="t"/>
              <a:pathLst>
                <a:path extrusionOk="0" h="2285343" w="406400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rect b="b" l="l" r="r" t="t"/>
              <a:pathLst>
                <a:path extrusionOk="0" h="2285343" w="1660199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rect b="b" l="l" r="r" t="t"/>
              <a:pathLst>
                <a:path extrusionOk="0" h="2285474" w="132116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rect b="b" l="l" r="r" t="t"/>
              <a:pathLst>
                <a:path extrusionOk="0" h="2285343" w="1640503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rect b="b" l="l" r="r" t="t"/>
              <a:pathLst>
                <a:path extrusionOk="0" h="2285343" w="1280586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 background">
  <p:cSld name="BLANK_1_1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0" name="Google Shape;130;p13"/>
          <p:cNvGrpSpPr/>
          <p:nvPr/>
        </p:nvGrpSpPr>
        <p:grpSpPr>
          <a:xfrm>
            <a:off x="0" y="0"/>
            <a:ext cx="9144500" cy="5152028"/>
            <a:chOff x="0" y="0"/>
            <a:chExt cx="9144500" cy="5152028"/>
          </a:xfrm>
        </p:grpSpPr>
        <p:sp>
          <p:nvSpPr>
            <p:cNvPr id="131" name="Google Shape;131;p13"/>
            <p:cNvSpPr/>
            <p:nvPr/>
          </p:nvSpPr>
          <p:spPr>
            <a:xfrm>
              <a:off x="7448736" y="0"/>
              <a:ext cx="1695764" cy="2915696"/>
            </a:xfrm>
            <a:custGeom>
              <a:rect b="b" l="l" r="r" t="t"/>
              <a:pathLst>
                <a:path extrusionOk="0" h="1112861" w="650341">
                  <a:moveTo>
                    <a:pt x="132487" y="368402"/>
                  </a:moveTo>
                  <a:cubicBezTo>
                    <a:pt x="193589" y="418171"/>
                    <a:pt x="286581" y="396776"/>
                    <a:pt x="350869" y="441884"/>
                  </a:cubicBezTo>
                  <a:cubicBezTo>
                    <a:pt x="392368" y="471007"/>
                    <a:pt x="413854" y="522153"/>
                    <a:pt x="433215" y="570521"/>
                  </a:cubicBezTo>
                  <a:lnTo>
                    <a:pt x="650341" y="1112861"/>
                  </a:lnTo>
                  <a:lnTo>
                    <a:pt x="650341" y="0"/>
                  </a:lnTo>
                  <a:lnTo>
                    <a:pt x="0" y="0"/>
                  </a:lnTo>
                  <a:cubicBezTo>
                    <a:pt x="100428" y="87537"/>
                    <a:pt x="29356" y="282822"/>
                    <a:pt x="132487" y="3684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6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0" y="2610500"/>
              <a:ext cx="1994013" cy="2541528"/>
            </a:xfrm>
            <a:custGeom>
              <a:rect b="b" l="l" r="r" t="t"/>
              <a:pathLst>
                <a:path extrusionOk="0" h="970049" w="764722">
                  <a:moveTo>
                    <a:pt x="644837" y="872178"/>
                  </a:moveTo>
                  <a:cubicBezTo>
                    <a:pt x="570748" y="837236"/>
                    <a:pt x="484322" y="829146"/>
                    <a:pt x="416799" y="782830"/>
                  </a:cubicBezTo>
                  <a:cubicBezTo>
                    <a:pt x="191078" y="600537"/>
                    <a:pt x="329601" y="274007"/>
                    <a:pt x="0" y="0"/>
                  </a:cubicBezTo>
                  <a:lnTo>
                    <a:pt x="0" y="970050"/>
                  </a:lnTo>
                  <a:lnTo>
                    <a:pt x="764723" y="970050"/>
                  </a:lnTo>
                  <a:cubicBezTo>
                    <a:pt x="733074" y="928390"/>
                    <a:pt x="691985" y="894843"/>
                    <a:pt x="644837" y="872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rotWithShape="0" algn="bl" dist="9525">
                <a:schemeClr val="dk1">
                  <a:alpha val="6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7692032" y="0"/>
              <a:ext cx="1452406" cy="2617388"/>
            </a:xfrm>
            <a:custGeom>
              <a:rect b="b" l="l" r="r" t="t"/>
              <a:pathLst>
                <a:path extrusionOk="0" h="999003" w="557011">
                  <a:moveTo>
                    <a:pt x="90868" y="324815"/>
                  </a:moveTo>
                  <a:cubicBezTo>
                    <a:pt x="157932" y="373401"/>
                    <a:pt x="266109" y="333291"/>
                    <a:pt x="325545" y="390980"/>
                  </a:cubicBezTo>
                  <a:cubicBezTo>
                    <a:pt x="355987" y="420538"/>
                    <a:pt x="362457" y="466177"/>
                    <a:pt x="369313" y="508050"/>
                  </a:cubicBezTo>
                  <a:cubicBezTo>
                    <a:pt x="398137" y="682691"/>
                    <a:pt x="461967" y="849694"/>
                    <a:pt x="557011" y="999003"/>
                  </a:cubicBezTo>
                  <a:lnTo>
                    <a:pt x="557011" y="0"/>
                  </a:lnTo>
                  <a:lnTo>
                    <a:pt x="0" y="0"/>
                  </a:lnTo>
                  <a:cubicBezTo>
                    <a:pt x="61367" y="89348"/>
                    <a:pt x="-2559" y="257176"/>
                    <a:pt x="90868" y="3248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0" y="2756070"/>
              <a:ext cx="1616827" cy="2395888"/>
            </a:xfrm>
            <a:custGeom>
              <a:rect b="b" l="l" r="r" t="t"/>
              <a:pathLst>
                <a:path extrusionOk="0" h="914461" w="620068">
                  <a:moveTo>
                    <a:pt x="521668" y="806930"/>
                  </a:moveTo>
                  <a:cubicBezTo>
                    <a:pt x="443185" y="752621"/>
                    <a:pt x="348214" y="715795"/>
                    <a:pt x="293099" y="637894"/>
                  </a:cubicBezTo>
                  <a:cubicBezTo>
                    <a:pt x="242692" y="566706"/>
                    <a:pt x="235498" y="474967"/>
                    <a:pt x="215847" y="389942"/>
                  </a:cubicBezTo>
                  <a:cubicBezTo>
                    <a:pt x="181547" y="242415"/>
                    <a:pt x="106799" y="107374"/>
                    <a:pt x="0" y="0"/>
                  </a:cubicBezTo>
                  <a:lnTo>
                    <a:pt x="0" y="914461"/>
                  </a:lnTo>
                  <a:lnTo>
                    <a:pt x="620068" y="914461"/>
                  </a:lnTo>
                  <a:cubicBezTo>
                    <a:pt x="597689" y="872130"/>
                    <a:pt x="560898" y="834169"/>
                    <a:pt x="521668" y="8069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7879130" y="0"/>
              <a:ext cx="1265261" cy="1852036"/>
            </a:xfrm>
            <a:custGeom>
              <a:rect b="b" l="l" r="r" t="t"/>
              <a:pathLst>
                <a:path extrusionOk="0" h="706884" w="485239">
                  <a:moveTo>
                    <a:pt x="36719" y="207021"/>
                  </a:moveTo>
                  <a:cubicBezTo>
                    <a:pt x="131763" y="428627"/>
                    <a:pt x="309225" y="75390"/>
                    <a:pt x="354273" y="302961"/>
                  </a:cubicBezTo>
                  <a:cubicBezTo>
                    <a:pt x="322286" y="451181"/>
                    <a:pt x="348020" y="618600"/>
                    <a:pt x="485239" y="706885"/>
                  </a:cubicBezTo>
                  <a:lnTo>
                    <a:pt x="485239" y="0"/>
                  </a:lnTo>
                  <a:lnTo>
                    <a:pt x="0" y="0"/>
                  </a:lnTo>
                  <a:cubicBezTo>
                    <a:pt x="29790" y="64523"/>
                    <a:pt x="12964" y="141073"/>
                    <a:pt x="36719" y="2070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0" y="2919658"/>
              <a:ext cx="1258526" cy="2232214"/>
            </a:xfrm>
            <a:custGeom>
              <a:rect b="b" l="l" r="r" t="t"/>
              <a:pathLst>
                <a:path extrusionOk="0" h="851990" w="482656">
                  <a:moveTo>
                    <a:pt x="337133" y="689788"/>
                  </a:moveTo>
                  <a:cubicBezTo>
                    <a:pt x="31384" y="505394"/>
                    <a:pt x="281053" y="244595"/>
                    <a:pt x="0" y="0"/>
                  </a:cubicBezTo>
                  <a:lnTo>
                    <a:pt x="0" y="851990"/>
                  </a:lnTo>
                  <a:lnTo>
                    <a:pt x="482656" y="851990"/>
                  </a:lnTo>
                  <a:cubicBezTo>
                    <a:pt x="460784" y="779667"/>
                    <a:pt x="396713" y="732723"/>
                    <a:pt x="337133" y="68978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8089575" y="0"/>
              <a:ext cx="1054762" cy="1217967"/>
            </a:xfrm>
            <a:custGeom>
              <a:rect b="b" l="l" r="r" t="t"/>
              <a:pathLst>
                <a:path extrusionOk="0" h="464873" w="404511">
                  <a:moveTo>
                    <a:pt x="332087" y="312355"/>
                  </a:moveTo>
                  <a:cubicBezTo>
                    <a:pt x="331532" y="370648"/>
                    <a:pt x="360091" y="427541"/>
                    <a:pt x="404511" y="464873"/>
                  </a:cubicBezTo>
                  <a:lnTo>
                    <a:pt x="404511" y="0"/>
                  </a:lnTo>
                  <a:lnTo>
                    <a:pt x="0" y="0"/>
                  </a:lnTo>
                  <a:cubicBezTo>
                    <a:pt x="115854" y="290307"/>
                    <a:pt x="370086" y="41607"/>
                    <a:pt x="332087" y="3123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0" y="3209153"/>
              <a:ext cx="1067917" cy="1942573"/>
            </a:xfrm>
            <a:custGeom>
              <a:rect b="b" l="l" r="r" t="t"/>
              <a:pathLst>
                <a:path extrusionOk="0" h="741440" w="409556">
                  <a:moveTo>
                    <a:pt x="60353" y="402089"/>
                  </a:moveTo>
                  <a:cubicBezTo>
                    <a:pt x="9029" y="275481"/>
                    <a:pt x="151438" y="85556"/>
                    <a:pt x="0" y="0"/>
                  </a:cubicBezTo>
                  <a:lnTo>
                    <a:pt x="0" y="741441"/>
                  </a:lnTo>
                  <a:lnTo>
                    <a:pt x="409556" y="741441"/>
                  </a:lnTo>
                  <a:cubicBezTo>
                    <a:pt x="406756" y="545262"/>
                    <a:pt x="123748" y="561248"/>
                    <a:pt x="60353" y="402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8338976" y="0"/>
              <a:ext cx="805298" cy="1045498"/>
            </a:xfrm>
            <a:custGeom>
              <a:rect b="b" l="l" r="r" t="t"/>
              <a:pathLst>
                <a:path extrusionOk="0" h="399045" w="308839">
                  <a:moveTo>
                    <a:pt x="221931" y="110694"/>
                  </a:moveTo>
                  <a:cubicBezTo>
                    <a:pt x="289164" y="159280"/>
                    <a:pt x="230259" y="295813"/>
                    <a:pt x="308839" y="399046"/>
                  </a:cubicBezTo>
                  <a:lnTo>
                    <a:pt x="308839" y="0"/>
                  </a:lnTo>
                  <a:lnTo>
                    <a:pt x="0" y="0"/>
                  </a:lnTo>
                  <a:cubicBezTo>
                    <a:pt x="48114" y="152398"/>
                    <a:pt x="145137" y="74666"/>
                    <a:pt x="221931" y="1106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0" y="3473794"/>
              <a:ext cx="731962" cy="1677798"/>
            </a:xfrm>
            <a:custGeom>
              <a:rect b="b" l="l" r="r" t="t"/>
              <a:pathLst>
                <a:path extrusionOk="0" h="640381" w="280714">
                  <a:moveTo>
                    <a:pt x="204452" y="530242"/>
                  </a:moveTo>
                  <a:cubicBezTo>
                    <a:pt x="-41306" y="421045"/>
                    <a:pt x="111050" y="186471"/>
                    <a:pt x="0" y="0"/>
                  </a:cubicBezTo>
                  <a:lnTo>
                    <a:pt x="0" y="640381"/>
                  </a:lnTo>
                  <a:lnTo>
                    <a:pt x="280715" y="640381"/>
                  </a:lnTo>
                  <a:cubicBezTo>
                    <a:pt x="280377" y="593220"/>
                    <a:pt x="242475" y="556201"/>
                    <a:pt x="204452" y="53024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8556976" y="0"/>
              <a:ext cx="369694" cy="131794"/>
            </a:xfrm>
            <a:custGeom>
              <a:rect b="b" l="l" r="r" t="t"/>
              <a:pathLst>
                <a:path extrusionOk="0" h="50303" w="141781">
                  <a:moveTo>
                    <a:pt x="141782" y="0"/>
                  </a:moveTo>
                  <a:lnTo>
                    <a:pt x="0" y="0"/>
                  </a:lnTo>
                  <a:cubicBezTo>
                    <a:pt x="22572" y="66793"/>
                    <a:pt x="119499" y="67349"/>
                    <a:pt x="141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0" y="4839027"/>
              <a:ext cx="326660" cy="311874"/>
            </a:xfrm>
            <a:custGeom>
              <a:rect b="b" l="l" r="r" t="t"/>
              <a:pathLst>
                <a:path extrusionOk="0" h="119036" w="125277">
                  <a:moveTo>
                    <a:pt x="0" y="1339"/>
                  </a:moveTo>
                  <a:lnTo>
                    <a:pt x="0" y="119037"/>
                  </a:lnTo>
                  <a:lnTo>
                    <a:pt x="124231" y="119037"/>
                  </a:lnTo>
                  <a:cubicBezTo>
                    <a:pt x="134491" y="50143"/>
                    <a:pt x="67596" y="-9793"/>
                    <a:pt x="0" y="1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rotWithShape="0" algn="bl" dist="9525">
                <a:schemeClr val="dk1">
                  <a:alpha val="3000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b="1"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b="1"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b="1"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b="1"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b="1"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b="1"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b="1"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b="1"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b="1"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indent="-3683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indent="-3683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indent="-3683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indent="-3683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indent="-3683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indent="-3683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indent="-3683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indent="-3683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rtl="0" algn="r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rtl="0" algn="r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rtl="0" algn="r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rtl="0" algn="r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rtl="0" algn="r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rtl="0" algn="r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rtl="0" algn="r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rtl="0" algn="r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5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lidescarnival.com/extra-free-resources-icons-and-maps/?utm_source=templat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ww.slidescarnival.com/?utm_source=template" TargetMode="External"/><Relationship Id="rId4" Type="http://schemas.openxmlformats.org/officeDocument/2006/relationships/hyperlink" Target="http://unsplash.com/&amp;utm_source=slidescarniva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noponies/Kulim-Park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slidescarnival.com/extra-free-resources-icons-and-maps/?utm_source=templat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twitter.com/googledocs/status/730087240156643328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ctrTitle"/>
          </p:nvPr>
        </p:nvSpPr>
        <p:spPr>
          <a:xfrm>
            <a:off x="685800" y="658575"/>
            <a:ext cx="3620100" cy="382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Presentation 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153" name="Google Shape;153;p15"/>
          <p:cNvSpPr txBox="1"/>
          <p:nvPr>
            <p:ph idx="2" type="body"/>
          </p:nvPr>
        </p:nvSpPr>
        <p:spPr>
          <a:xfrm>
            <a:off x="3400204" y="1592600"/>
            <a:ext cx="26661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EDIT IN POWERPOINT®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Click on the button under the presentation preview that says </a:t>
            </a:r>
            <a:r>
              <a:rPr b="1" lang="en" sz="1200"/>
              <a:t>"Download as PowerPoint template"</a:t>
            </a:r>
            <a:r>
              <a:rPr lang="en" sz="1200"/>
              <a:t>. You will get a .pptx file that you can edit in PowerPoint.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Remember to download and install the fonts used in this presentation (you’ll find the links to the font files needed in the </a:t>
            </a:r>
            <a:r>
              <a:rPr lang="en" sz="1200" u="sng">
                <a:solidFill>
                  <a:schemeClr val="hlink"/>
                </a:solidFill>
                <a:hlinkClick action="ppaction://hlinksldjump" r:id="rId3"/>
              </a:rPr>
              <a:t>Presentation design slide</a:t>
            </a: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</p:txBody>
      </p:sp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457200" y="1592600"/>
            <a:ext cx="26661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EDIT IN GOOGLE SLIDES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on the button under the presentation preview that says </a:t>
            </a:r>
            <a:r>
              <a:rPr b="1" lang="en" sz="1200"/>
              <a:t>"Use as Google Slides Theme"</a:t>
            </a:r>
            <a:r>
              <a:rPr lang="en" sz="1200"/>
              <a:t>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You will get a copy of this document on your Google Drive and will be able to edit, add or delete slides.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You have to be signed in to your Google account.</a:t>
            </a:r>
            <a:endParaRPr/>
          </a:p>
        </p:txBody>
      </p:sp>
      <p:sp>
        <p:nvSpPr>
          <p:cNvPr id="155" name="Google Shape;155;p15"/>
          <p:cNvSpPr txBox="1"/>
          <p:nvPr>
            <p:ph idx="2" type="body"/>
          </p:nvPr>
        </p:nvSpPr>
        <p:spPr>
          <a:xfrm>
            <a:off x="457200" y="4092075"/>
            <a:ext cx="6412800" cy="4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</a:rPr>
              <a:t>More info on how to use this template at </a:t>
            </a:r>
            <a:r>
              <a:rPr b="1" lang="en" sz="1200" u="sng">
                <a:solidFill>
                  <a:schemeClr val="accent3"/>
                </a:solidFill>
                <a:hlinkClick r:id="rId4"/>
              </a:rPr>
              <a:t>slidescarnival.com/help-use-presentation-template</a:t>
            </a:r>
            <a:endParaRPr b="1" sz="12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3"/>
                </a:solidFill>
              </a:rPr>
              <a:t>This template is free to use under </a:t>
            </a:r>
            <a:r>
              <a:rPr lang="en" sz="1200" u="sng">
                <a:solidFill>
                  <a:schemeClr val="accent3"/>
                </a:solidFill>
                <a:hlinkClick r:id="rId5"/>
              </a:rPr>
              <a:t>Creative Commons Attribution license</a:t>
            </a:r>
            <a:r>
              <a:rPr lang="en" sz="1200">
                <a:solidFill>
                  <a:schemeClr val="accent3"/>
                </a:solidFill>
              </a:rPr>
              <a:t>. You can keep the Credits slide or mention SlidesCarnival and other resources used in a slide footer.</a:t>
            </a:r>
            <a:endParaRPr sz="12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</a:endParaRPr>
          </a:p>
        </p:txBody>
      </p:sp>
      <p:sp>
        <p:nvSpPr>
          <p:cNvPr id="156" name="Google Shape;156;p1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457200" y="902250"/>
            <a:ext cx="2772300" cy="117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>
                <a:solidFill>
                  <a:schemeClr val="accent5"/>
                </a:solidFill>
              </a:rPr>
              <a:t>Hello!</a:t>
            </a:r>
            <a:endParaRPr sz="9000">
              <a:solidFill>
                <a:schemeClr val="accent5"/>
              </a:solidFill>
            </a:endParaRPr>
          </a:p>
        </p:txBody>
      </p:sp>
      <p:sp>
        <p:nvSpPr>
          <p:cNvPr id="162" name="Google Shape;162;p16"/>
          <p:cNvSpPr txBox="1"/>
          <p:nvPr>
            <p:ph idx="1" type="body"/>
          </p:nvPr>
        </p:nvSpPr>
        <p:spPr>
          <a:xfrm>
            <a:off x="457200" y="2049800"/>
            <a:ext cx="2772300" cy="24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Kulim Park"/>
                <a:ea typeface="Kulim Park"/>
                <a:cs typeface="Kulim Park"/>
                <a:sym typeface="Kulim Park"/>
              </a:rPr>
              <a:t>I am Jayden Smith</a:t>
            </a:r>
            <a:endParaRPr b="1">
              <a:solidFill>
                <a:schemeClr val="accent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am here because I love to give presentations.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 @username</a:t>
            </a:r>
            <a:endParaRPr b="1"/>
          </a:p>
        </p:txBody>
      </p:sp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ctrTitle"/>
          </p:nvPr>
        </p:nvSpPr>
        <p:spPr>
          <a:xfrm>
            <a:off x="685800" y="2123600"/>
            <a:ext cx="4566300" cy="470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1. </a:t>
            </a:r>
            <a:r>
              <a:rPr lang="en"/>
              <a:t>Transition Headline</a:t>
            </a:r>
            <a:endParaRPr/>
          </a:p>
        </p:txBody>
      </p:sp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2693100" y="2161800"/>
            <a:ext cx="3758100" cy="81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175" name="Google Shape;175;p1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9"/>
          <p:cNvGrpSpPr/>
          <p:nvPr/>
        </p:nvGrpSpPr>
        <p:grpSpPr>
          <a:xfrm>
            <a:off x="7711638" y="380961"/>
            <a:ext cx="1051289" cy="1023982"/>
            <a:chOff x="5926225" y="921350"/>
            <a:chExt cx="517800" cy="504350"/>
          </a:xfrm>
        </p:grpSpPr>
        <p:sp>
          <p:nvSpPr>
            <p:cNvPr id="181" name="Google Shape;181;p19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00025" rotWithShape="0" algn="bl" dir="5400000" dist="66675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00025" rotWithShape="0" algn="bl" dir="5400000" dist="66675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Here you have a list of items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And some text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idx="4294967295" type="ctrTitle"/>
          </p:nvPr>
        </p:nvSpPr>
        <p:spPr>
          <a:xfrm>
            <a:off x="2404575" y="2644150"/>
            <a:ext cx="4334400" cy="784800"/>
          </a:xfrm>
          <a:prstGeom prst="rect">
            <a:avLst/>
          </a:prstGeom>
          <a:effectLst>
            <a:outerShdw blurRad="142875" rotWithShape="0" algn="bl" dir="5400000" dist="38100">
              <a:schemeClr val="dk1">
                <a:alpha val="50000"/>
              </a:scheme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Big </a:t>
            </a:r>
            <a:r>
              <a:rPr lang="en" sz="6000">
                <a:solidFill>
                  <a:schemeClr val="lt1"/>
                </a:solidFill>
              </a:rPr>
              <a:t>c</a:t>
            </a:r>
            <a:r>
              <a:rPr lang="en" sz="6000">
                <a:solidFill>
                  <a:schemeClr val="lt1"/>
                </a:solidFill>
              </a:rPr>
              <a:t>oncept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191" name="Google Shape;191;p20"/>
          <p:cNvSpPr txBox="1"/>
          <p:nvPr>
            <p:ph idx="4294967295" type="subTitle"/>
          </p:nvPr>
        </p:nvSpPr>
        <p:spPr>
          <a:xfrm>
            <a:off x="2475700" y="3411550"/>
            <a:ext cx="42633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5"/>
                </a:solidFill>
              </a:rPr>
              <a:t>Bring the attention of your audience over a key concept using icons or illustrations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801918" y="2397498"/>
            <a:ext cx="255593" cy="244049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762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20"/>
          <p:cNvGrpSpPr/>
          <p:nvPr/>
        </p:nvGrpSpPr>
        <p:grpSpPr>
          <a:xfrm>
            <a:off x="4484596" y="1027067"/>
            <a:ext cx="1094956" cy="1095228"/>
            <a:chOff x="6654650" y="3665275"/>
            <a:chExt cx="409100" cy="409125"/>
          </a:xfrm>
        </p:grpSpPr>
        <p:sp>
          <p:nvSpPr>
            <p:cNvPr id="194" name="Google Shape;194;p20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rotWithShape="0" algn="bl" dir="5400000" dist="7620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rotWithShape="0" algn="bl" dir="5400000" dist="7620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20"/>
          <p:cNvGrpSpPr/>
          <p:nvPr/>
        </p:nvGrpSpPr>
        <p:grpSpPr>
          <a:xfrm rot="1057000">
            <a:off x="3429567" y="1888291"/>
            <a:ext cx="723436" cy="723492"/>
            <a:chOff x="570875" y="4322250"/>
            <a:chExt cx="443300" cy="443325"/>
          </a:xfrm>
        </p:grpSpPr>
        <p:sp>
          <p:nvSpPr>
            <p:cNvPr id="197" name="Google Shape;197;p20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rotWithShape="0" algn="bl" dir="5400000" dist="7620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rotWithShape="0" algn="bl" dir="5400000" dist="7620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rotWithShape="0" algn="bl" dir="5400000" dist="7620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rotWithShape="0" algn="bl" dir="5400000" dist="7620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20"/>
          <p:cNvSpPr/>
          <p:nvPr/>
        </p:nvSpPr>
        <p:spPr>
          <a:xfrm rot="2466570">
            <a:off x="3510625" y="1239359"/>
            <a:ext cx="355107" cy="339068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762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 rot="-1609390">
            <a:off x="4029945" y="1452685"/>
            <a:ext cx="255567" cy="243991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762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 rot="2926158">
            <a:off x="5579395" y="1646000"/>
            <a:ext cx="191399" cy="182754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762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 rot="-1609432">
            <a:off x="4512553" y="969735"/>
            <a:ext cx="172415" cy="164628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7620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457200" y="1592600"/>
            <a:ext cx="26661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211" name="Google Shape;211;p21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</a:t>
            </a:r>
            <a:r>
              <a:rPr lang="en"/>
              <a:t>a</a:t>
            </a:r>
            <a:r>
              <a:rPr lang="en"/>
              <a:t>lso </a:t>
            </a:r>
            <a:r>
              <a:rPr lang="en"/>
              <a:t>s</a:t>
            </a:r>
            <a:r>
              <a:rPr lang="en"/>
              <a:t>plit </a:t>
            </a:r>
            <a:r>
              <a:rPr lang="en"/>
              <a:t>y</a:t>
            </a:r>
            <a:r>
              <a:rPr lang="en"/>
              <a:t>our </a:t>
            </a:r>
            <a:r>
              <a:rPr lang="en"/>
              <a:t>c</a:t>
            </a:r>
            <a:r>
              <a:rPr lang="en"/>
              <a:t>ontent</a:t>
            </a:r>
            <a:endParaRPr/>
          </a:p>
        </p:txBody>
      </p:sp>
      <p:sp>
        <p:nvSpPr>
          <p:cNvPr id="212" name="Google Shape;212;p21"/>
          <p:cNvSpPr txBox="1"/>
          <p:nvPr>
            <p:ph idx="2" type="body"/>
          </p:nvPr>
        </p:nvSpPr>
        <p:spPr>
          <a:xfrm>
            <a:off x="3400204" y="1592600"/>
            <a:ext cx="26661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coal, ebony, and of outer space. It is the darkest color, the result of the absence of or complete absorption of light.</a:t>
            </a:r>
            <a:endParaRPr/>
          </a:p>
        </p:txBody>
      </p:sp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4" name="Google Shape;214;p21"/>
          <p:cNvGrpSpPr/>
          <p:nvPr/>
        </p:nvGrpSpPr>
        <p:grpSpPr>
          <a:xfrm>
            <a:off x="7843600" y="2775995"/>
            <a:ext cx="1063404" cy="1257267"/>
            <a:chOff x="7843600" y="2775995"/>
            <a:chExt cx="1063404" cy="1257267"/>
          </a:xfrm>
        </p:grpSpPr>
        <p:sp>
          <p:nvSpPr>
            <p:cNvPr id="215" name="Google Shape;215;p21"/>
            <p:cNvSpPr/>
            <p:nvPr/>
          </p:nvSpPr>
          <p:spPr>
            <a:xfrm>
              <a:off x="8317077" y="3538745"/>
              <a:ext cx="116450" cy="494517"/>
            </a:xfrm>
            <a:custGeom>
              <a:rect b="b" l="l" r="r" t="t"/>
              <a:pathLst>
                <a:path extrusionOk="0" h="7474" w="176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rotWithShape="0" algn="bl" dir="16200000" dist="85725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7843600" y="3242988"/>
              <a:ext cx="985792" cy="257051"/>
            </a:xfrm>
            <a:custGeom>
              <a:rect b="b" l="l" r="r" t="t"/>
              <a:pathLst>
                <a:path extrusionOk="0" h="3885" w="14899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rotWithShape="0" algn="bl" dir="16200000" dist="85725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8317077" y="2775995"/>
              <a:ext cx="116450" cy="132595"/>
            </a:xfrm>
            <a:custGeom>
              <a:rect b="b" l="l" r="r" t="t"/>
              <a:pathLst>
                <a:path extrusionOk="0" h="2004" w="176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rotWithShape="0" algn="bl" dir="16200000" dist="85725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7921212" y="2947296"/>
              <a:ext cx="985792" cy="256985"/>
            </a:xfrm>
            <a:custGeom>
              <a:rect b="b" l="l" r="r" t="t"/>
              <a:pathLst>
                <a:path extrusionOk="0" h="3884" w="14899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rotWithShape="0" algn="bl" dir="16200000" dist="85725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224" name="Google Shape;224;p22"/>
          <p:cNvSpPr txBox="1"/>
          <p:nvPr>
            <p:ph idx="1" type="body"/>
          </p:nvPr>
        </p:nvSpPr>
        <p:spPr>
          <a:xfrm>
            <a:off x="457200" y="1592600"/>
            <a:ext cx="18078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225" name="Google Shape;225;p22"/>
          <p:cNvSpPr txBox="1"/>
          <p:nvPr>
            <p:ph idx="2" type="body"/>
          </p:nvPr>
        </p:nvSpPr>
        <p:spPr>
          <a:xfrm>
            <a:off x="2472081" y="1592600"/>
            <a:ext cx="18078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226" name="Google Shape;226;p22"/>
          <p:cNvSpPr txBox="1"/>
          <p:nvPr>
            <p:ph idx="3" type="body"/>
          </p:nvPr>
        </p:nvSpPr>
        <p:spPr>
          <a:xfrm>
            <a:off x="4486962" y="1592600"/>
            <a:ext cx="1807800" cy="29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8" name="Google Shape;228;p22"/>
          <p:cNvGrpSpPr/>
          <p:nvPr/>
        </p:nvGrpSpPr>
        <p:grpSpPr>
          <a:xfrm>
            <a:off x="8031979" y="2222617"/>
            <a:ext cx="799520" cy="1262776"/>
            <a:chOff x="1979475" y="4289300"/>
            <a:chExt cx="322400" cy="509225"/>
          </a:xfrm>
        </p:grpSpPr>
        <p:sp>
          <p:nvSpPr>
            <p:cNvPr id="229" name="Google Shape;229;p22"/>
            <p:cNvSpPr/>
            <p:nvPr/>
          </p:nvSpPr>
          <p:spPr>
            <a:xfrm>
              <a:off x="2187075" y="4509100"/>
              <a:ext cx="114800" cy="114800"/>
            </a:xfrm>
            <a:custGeom>
              <a:rect b="b" l="l" r="r" t="t"/>
              <a:pathLst>
                <a:path extrusionOk="0" h="4592" w="4592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00025" rotWithShape="0" algn="bl" dir="16200000" dist="7620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1979475" y="4542675"/>
              <a:ext cx="156925" cy="156950"/>
            </a:xfrm>
            <a:custGeom>
              <a:rect b="b" l="l" r="r" t="t"/>
              <a:pathLst>
                <a:path extrusionOk="0" h="6278" w="6277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00025" rotWithShape="0" algn="bl" dir="16200000" dist="7620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2041125" y="4289300"/>
              <a:ext cx="240000" cy="509225"/>
            </a:xfrm>
            <a:custGeom>
              <a:rect b="b" l="l" r="r" t="t"/>
              <a:pathLst>
                <a:path extrusionOk="0" h="20369" w="960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00025" rotWithShape="0" algn="bl" dir="16200000" dist="76200">
                <a:schemeClr val="dk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>
            <p:ph type="title"/>
          </p:nvPr>
        </p:nvSpPr>
        <p:spPr>
          <a:xfrm>
            <a:off x="457200" y="1051625"/>
            <a:ext cx="27723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457200" y="2049800"/>
            <a:ext cx="2772300" cy="24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sp>
        <p:nvSpPr>
          <p:cNvPr id="238" name="Google Shape;238;p2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idx="4294967295" type="title"/>
          </p:nvPr>
        </p:nvSpPr>
        <p:spPr>
          <a:xfrm>
            <a:off x="457200" y="457200"/>
            <a:ext cx="4106400" cy="7887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lt1"/>
                </a:solidFill>
              </a:rPr>
              <a:t>Want big impact?</a:t>
            </a:r>
            <a:endParaRPr b="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 big image.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diagrams to explain your ideas</a:t>
            </a:r>
            <a:endParaRPr/>
          </a:p>
        </p:txBody>
      </p:sp>
      <p:sp>
        <p:nvSpPr>
          <p:cNvPr id="250" name="Google Shape;250;p2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2519814" y="1809950"/>
            <a:ext cx="1212900" cy="442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Lorem Ipsum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3915868" y="2709650"/>
            <a:ext cx="1212900" cy="442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Lorem Ipsum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1123760" y="2709650"/>
            <a:ext cx="1212900" cy="442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Lorem Ipsum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457200" y="3609350"/>
            <a:ext cx="1212900" cy="442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Lorem Ipsum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1790321" y="3609350"/>
            <a:ext cx="1212900" cy="442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Lorem Ipsum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3249313" y="3609350"/>
            <a:ext cx="1212900" cy="442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Lorem Ipsum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4582434" y="3609350"/>
            <a:ext cx="1212900" cy="442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Lorem Ipsum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cxnSp>
        <p:nvCxnSpPr>
          <p:cNvPr id="258" name="Google Shape;258;p25"/>
          <p:cNvCxnSpPr>
            <a:stCxn id="251" idx="2"/>
            <a:endCxn id="252" idx="0"/>
          </p:cNvCxnSpPr>
          <p:nvPr/>
        </p:nvCxnSpPr>
        <p:spPr>
          <a:xfrm flipH="1" rot="-5400000">
            <a:off x="3595764" y="1782950"/>
            <a:ext cx="457200" cy="1396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E0D8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25"/>
          <p:cNvCxnSpPr>
            <a:stCxn id="253" idx="0"/>
            <a:endCxn id="251" idx="2"/>
          </p:cNvCxnSpPr>
          <p:nvPr/>
        </p:nvCxnSpPr>
        <p:spPr>
          <a:xfrm rot="-5400000">
            <a:off x="2199710" y="1782950"/>
            <a:ext cx="457200" cy="1396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E0D8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25"/>
          <p:cNvCxnSpPr>
            <a:stCxn id="253" idx="2"/>
            <a:endCxn id="255" idx="0"/>
          </p:cNvCxnSpPr>
          <p:nvPr/>
        </p:nvCxnSpPr>
        <p:spPr>
          <a:xfrm flipH="1" rot="-5400000">
            <a:off x="1834910" y="3047450"/>
            <a:ext cx="457200" cy="66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E0D8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25"/>
          <p:cNvCxnSpPr>
            <a:stCxn id="254" idx="0"/>
            <a:endCxn id="253" idx="2"/>
          </p:cNvCxnSpPr>
          <p:nvPr/>
        </p:nvCxnSpPr>
        <p:spPr>
          <a:xfrm rot="-5400000">
            <a:off x="1168350" y="3047450"/>
            <a:ext cx="457200" cy="66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E0D8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25"/>
          <p:cNvCxnSpPr>
            <a:stCxn id="252" idx="2"/>
            <a:endCxn id="257" idx="0"/>
          </p:cNvCxnSpPr>
          <p:nvPr/>
        </p:nvCxnSpPr>
        <p:spPr>
          <a:xfrm flipH="1" rot="-5400000">
            <a:off x="4627018" y="3047450"/>
            <a:ext cx="457200" cy="66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E0D8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25"/>
          <p:cNvCxnSpPr>
            <a:stCxn id="256" idx="0"/>
            <a:endCxn id="252" idx="2"/>
          </p:cNvCxnSpPr>
          <p:nvPr/>
        </p:nvCxnSpPr>
        <p:spPr>
          <a:xfrm rot="-5400000">
            <a:off x="3960463" y="3047450"/>
            <a:ext cx="457200" cy="666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E0D8E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269" name="Google Shape;269;p26"/>
          <p:cNvGraphicFramePr/>
          <p:nvPr/>
        </p:nvGraphicFramePr>
        <p:xfrm>
          <a:off x="457200" y="17136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{22F61F29-4329-4C2D-BF5B-840753F04673}</a:tableStyleId>
              </a:tblPr>
              <a:tblGrid>
                <a:gridCol w="1303800"/>
                <a:gridCol w="1303800"/>
                <a:gridCol w="1303800"/>
                <a:gridCol w="1303800"/>
              </a:tblGrid>
              <a:tr h="70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A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B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C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Yellow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10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20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7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2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Blue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30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15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10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Orange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5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24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16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270" name="Google Shape;270;p2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"/>
          <p:cNvSpPr/>
          <p:nvPr/>
        </p:nvSpPr>
        <p:spPr>
          <a:xfrm>
            <a:off x="514725" y="790184"/>
            <a:ext cx="8171736" cy="3892835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rotWithShape="0" algn="bl" dir="5400000" dist="76200">
              <a:schemeClr val="dk1">
                <a:alpha val="2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4294967295" type="title"/>
          </p:nvPr>
        </p:nvSpPr>
        <p:spPr>
          <a:xfrm>
            <a:off x="1992988" y="260525"/>
            <a:ext cx="5215200" cy="34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Maps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1993000" y="1688225"/>
            <a:ext cx="796200" cy="202500"/>
          </a:xfrm>
          <a:prstGeom prst="wedgeRectCallout">
            <a:avLst>
              <a:gd fmla="val -21428" name="adj1"/>
              <a:gd fmla="val 84287" name="adj2"/>
            </a:avLst>
          </a:prstGeom>
          <a:solidFill>
            <a:schemeClr val="accent5"/>
          </a:solidFill>
          <a:ln>
            <a:noFill/>
          </a:ln>
          <a:effectLst>
            <a:outerShdw blurRad="28575" rotWithShape="0" algn="bl" dir="5400000" dist="9525">
              <a:schemeClr val="dk1">
                <a:alpha val="6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our office</a:t>
            </a:r>
            <a:endParaRPr sz="10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278" name="Google Shape;278;p2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79" name="Google Shape;279;p27"/>
          <p:cNvSpPr txBox="1"/>
          <p:nvPr>
            <p:ph idx="4294967295" type="body"/>
          </p:nvPr>
        </p:nvSpPr>
        <p:spPr>
          <a:xfrm>
            <a:off x="740938" y="4756975"/>
            <a:ext cx="7719300" cy="30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accent5"/>
                </a:solidFill>
              </a:rPr>
              <a:t>Find more maps at </a:t>
            </a:r>
            <a:r>
              <a:rPr lang="en" sz="900" u="sng">
                <a:solidFill>
                  <a:schemeClr val="accent5"/>
                </a:solidFill>
                <a:hlinkClick r:id="rId3"/>
              </a:rPr>
              <a:t>slidescarnival.com/extra-free-resources-icons-and-maps</a:t>
            </a:r>
            <a:endParaRPr sz="9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accent5"/>
              </a:solidFill>
            </a:endParaRPr>
          </a:p>
        </p:txBody>
      </p:sp>
      <p:sp>
        <p:nvSpPr>
          <p:cNvPr id="280" name="Google Shape;280;p27"/>
          <p:cNvSpPr/>
          <p:nvPr/>
        </p:nvSpPr>
        <p:spPr>
          <a:xfrm rot="8100000">
            <a:off x="1159656" y="2002223"/>
            <a:ext cx="156553" cy="156553"/>
          </a:xfrm>
          <a:prstGeom prst="teardrop">
            <a:avLst>
              <a:gd fmla="val 100000" name="adj"/>
            </a:avLst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9525">
              <a:schemeClr val="dk1">
                <a:alpha val="7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7"/>
          <p:cNvSpPr/>
          <p:nvPr/>
        </p:nvSpPr>
        <p:spPr>
          <a:xfrm rot="8100000">
            <a:off x="2777556" y="3605898"/>
            <a:ext cx="156553" cy="156553"/>
          </a:xfrm>
          <a:prstGeom prst="teardrop">
            <a:avLst>
              <a:gd fmla="val 100000" name="adj"/>
            </a:avLst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9525">
              <a:schemeClr val="dk1">
                <a:alpha val="7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"/>
          <p:cNvSpPr/>
          <p:nvPr/>
        </p:nvSpPr>
        <p:spPr>
          <a:xfrm rot="8100000">
            <a:off x="3883256" y="1711198"/>
            <a:ext cx="156553" cy="156553"/>
          </a:xfrm>
          <a:prstGeom prst="teardrop">
            <a:avLst>
              <a:gd fmla="val 100000" name="adj"/>
            </a:avLst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9525">
              <a:schemeClr val="dk1">
                <a:alpha val="7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7"/>
          <p:cNvSpPr/>
          <p:nvPr/>
        </p:nvSpPr>
        <p:spPr>
          <a:xfrm rot="8100000">
            <a:off x="6710556" y="2223623"/>
            <a:ext cx="156553" cy="156553"/>
          </a:xfrm>
          <a:prstGeom prst="teardrop">
            <a:avLst>
              <a:gd fmla="val 100000" name="adj"/>
            </a:avLst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9525">
              <a:schemeClr val="dk1">
                <a:alpha val="7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7"/>
          <p:cNvSpPr/>
          <p:nvPr/>
        </p:nvSpPr>
        <p:spPr>
          <a:xfrm rot="8100000">
            <a:off x="4579331" y="3863923"/>
            <a:ext cx="156553" cy="156553"/>
          </a:xfrm>
          <a:prstGeom prst="teardrop">
            <a:avLst>
              <a:gd fmla="val 100000" name="adj"/>
            </a:avLst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9525">
              <a:schemeClr val="dk1">
                <a:alpha val="7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7"/>
          <p:cNvSpPr/>
          <p:nvPr/>
        </p:nvSpPr>
        <p:spPr>
          <a:xfrm rot="8100000">
            <a:off x="7406631" y="3930923"/>
            <a:ext cx="156553" cy="156553"/>
          </a:xfrm>
          <a:prstGeom prst="teardrop">
            <a:avLst>
              <a:gd fmla="val 100000" name="adj"/>
            </a:avLst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28575" rotWithShape="0" algn="bl" dir="5400000" dist="9525">
              <a:schemeClr val="dk1">
                <a:alpha val="7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4294967295"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1"/>
                </a:solidFill>
              </a:rPr>
              <a:t>89,526,124</a:t>
            </a:r>
            <a:endParaRPr sz="9600">
              <a:solidFill>
                <a:schemeClr val="accent1"/>
              </a:solidFill>
            </a:endParaRPr>
          </a:p>
        </p:txBody>
      </p:sp>
      <p:sp>
        <p:nvSpPr>
          <p:cNvPr id="291" name="Google Shape;291;p28"/>
          <p:cNvSpPr txBox="1"/>
          <p:nvPr>
            <p:ph idx="4294967295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292" name="Google Shape;292;p2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idx="4294967295" type="ctrTitle"/>
          </p:nvPr>
        </p:nvSpPr>
        <p:spPr>
          <a:xfrm>
            <a:off x="2301775" y="724200"/>
            <a:ext cx="4540500" cy="8949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89,526,124$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298" name="Google Shape;298;p29"/>
          <p:cNvSpPr txBox="1"/>
          <p:nvPr>
            <p:ph idx="4294967295" type="subTitle"/>
          </p:nvPr>
        </p:nvSpPr>
        <p:spPr>
          <a:xfrm>
            <a:off x="2301775" y="1487507"/>
            <a:ext cx="4540500" cy="4632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That’s a lot of money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99" name="Google Shape;299;p29"/>
          <p:cNvSpPr txBox="1"/>
          <p:nvPr>
            <p:ph idx="4294967295" type="ctrTitle"/>
          </p:nvPr>
        </p:nvSpPr>
        <p:spPr>
          <a:xfrm>
            <a:off x="2301775" y="3048294"/>
            <a:ext cx="4540500" cy="8949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100%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300" name="Google Shape;300;p29"/>
          <p:cNvSpPr txBox="1"/>
          <p:nvPr>
            <p:ph idx="4294967295" type="subTitle"/>
          </p:nvPr>
        </p:nvSpPr>
        <p:spPr>
          <a:xfrm>
            <a:off x="2301775" y="3811601"/>
            <a:ext cx="4540500" cy="4632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Total success!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1" name="Google Shape;301;p29"/>
          <p:cNvSpPr txBox="1"/>
          <p:nvPr>
            <p:ph idx="4294967295" type="ctrTitle"/>
          </p:nvPr>
        </p:nvSpPr>
        <p:spPr>
          <a:xfrm>
            <a:off x="2301775" y="1886247"/>
            <a:ext cx="4540500" cy="8949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185,244 users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302" name="Google Shape;302;p29"/>
          <p:cNvSpPr txBox="1"/>
          <p:nvPr>
            <p:ph idx="4294967295" type="subTitle"/>
          </p:nvPr>
        </p:nvSpPr>
        <p:spPr>
          <a:xfrm>
            <a:off x="2301775" y="2649554"/>
            <a:ext cx="4540500" cy="4632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And a lot of users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3" name="Google Shape;303;p2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309" name="Google Shape;309;p3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0" name="Google Shape;310;p30"/>
          <p:cNvGrpSpPr/>
          <p:nvPr/>
        </p:nvGrpSpPr>
        <p:grpSpPr>
          <a:xfrm>
            <a:off x="457211" y="1668625"/>
            <a:ext cx="2726286" cy="2547000"/>
            <a:chOff x="1293736" y="1258050"/>
            <a:chExt cx="2726286" cy="2547000"/>
          </a:xfrm>
        </p:grpSpPr>
        <p:sp>
          <p:nvSpPr>
            <p:cNvPr id="311" name="Google Shape;311;p30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chemeClr val="dk1">
                  <a:alpha val="549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2"/>
                  </a:solidFill>
                  <a:latin typeface="Kulim Park"/>
                  <a:ea typeface="Kulim Park"/>
                  <a:cs typeface="Kulim Park"/>
                  <a:sym typeface="Kulim Park"/>
                </a:rPr>
                <a:t>1</a:t>
              </a:r>
              <a:endParaRPr b="1" sz="1200">
                <a:solidFill>
                  <a:schemeClr val="accent2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13" name="Google Shape;313;p30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Vestibulum congue tempus</a:t>
              </a:r>
              <a:endParaRPr b="1" sz="80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14" name="Google Shape;314;p30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Lorem ipsum dolor sit amet, consectetur adipiscing elit, sed do eiusmod tempor. Donec facilisis lacus eget mauris.</a:t>
              </a:r>
              <a:endParaRPr b="1" sz="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315" name="Google Shape;315;p30"/>
          <p:cNvGrpSpPr/>
          <p:nvPr/>
        </p:nvGrpSpPr>
        <p:grpSpPr>
          <a:xfrm>
            <a:off x="2367433" y="1668625"/>
            <a:ext cx="2726286" cy="2547000"/>
            <a:chOff x="3203958" y="1258050"/>
            <a:chExt cx="2726286" cy="2547000"/>
          </a:xfrm>
        </p:grpSpPr>
        <p:sp>
          <p:nvSpPr>
            <p:cNvPr id="316" name="Google Shape;316;p30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chemeClr val="dk1">
                  <a:alpha val="549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3"/>
                  </a:solidFill>
                  <a:latin typeface="Kulim Park"/>
                  <a:ea typeface="Kulim Park"/>
                  <a:cs typeface="Kulim Park"/>
                  <a:sym typeface="Kulim Park"/>
                </a:rPr>
                <a:t>2</a:t>
              </a:r>
              <a:endParaRPr b="1" sz="1200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18" name="Google Shape;318;p30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Vestibulum congue tempus</a:t>
              </a:r>
              <a:endParaRPr b="1" sz="80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19" name="Google Shape;319;p30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Lorem ipsum dolor sit amet, consectetur adipiscing elit, sed do eiusmod tempor. Donec facilisis lacus eget mauris.</a:t>
              </a:r>
              <a:endParaRPr b="1" sz="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320" name="Google Shape;320;p30"/>
          <p:cNvGrpSpPr/>
          <p:nvPr/>
        </p:nvGrpSpPr>
        <p:grpSpPr>
          <a:xfrm>
            <a:off x="4287452" y="1668625"/>
            <a:ext cx="2726286" cy="2547000"/>
            <a:chOff x="5123977" y="1258050"/>
            <a:chExt cx="2726286" cy="2547000"/>
          </a:xfrm>
        </p:grpSpPr>
        <p:sp>
          <p:nvSpPr>
            <p:cNvPr id="321" name="Google Shape;321;p30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chemeClr val="dk1">
                  <a:alpha val="549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4"/>
                  </a:solidFill>
                  <a:latin typeface="Kulim Park"/>
                  <a:ea typeface="Kulim Park"/>
                  <a:cs typeface="Kulim Park"/>
                  <a:sym typeface="Kulim Park"/>
                </a:rPr>
                <a:t>3</a:t>
              </a:r>
              <a:endParaRPr b="1" sz="1200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3" name="Google Shape;323;p30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Vestibulum congue tempus</a:t>
              </a:r>
              <a:endParaRPr b="1" sz="80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4" name="Google Shape;324;p30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Lorem ipsum dolor sit amet, consectetur adipiscing elit, sed do eiusmod tempor. Donec facilisis lacus eget mauris.</a:t>
              </a:r>
              <a:endParaRPr b="1" sz="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330" name="Google Shape;330;p31"/>
          <p:cNvSpPr txBox="1"/>
          <p:nvPr>
            <p:ph idx="1" type="body"/>
          </p:nvPr>
        </p:nvSpPr>
        <p:spPr>
          <a:xfrm>
            <a:off x="457200" y="1592600"/>
            <a:ext cx="1807800" cy="15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Yellow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31" name="Google Shape;331;p31"/>
          <p:cNvSpPr txBox="1"/>
          <p:nvPr>
            <p:ph idx="2" type="body"/>
          </p:nvPr>
        </p:nvSpPr>
        <p:spPr>
          <a:xfrm>
            <a:off x="2472077" y="1592600"/>
            <a:ext cx="1807800" cy="15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Blue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32" name="Google Shape;332;p31"/>
          <p:cNvSpPr txBox="1"/>
          <p:nvPr>
            <p:ph idx="3" type="body"/>
          </p:nvPr>
        </p:nvSpPr>
        <p:spPr>
          <a:xfrm>
            <a:off x="4486954" y="1592600"/>
            <a:ext cx="1807800" cy="15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Red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3" name="Google Shape;333;p3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31"/>
          <p:cNvSpPr txBox="1"/>
          <p:nvPr>
            <p:ph idx="1" type="body"/>
          </p:nvPr>
        </p:nvSpPr>
        <p:spPr>
          <a:xfrm>
            <a:off x="457200" y="3192800"/>
            <a:ext cx="1807800" cy="15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Yellow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35" name="Google Shape;335;p31"/>
          <p:cNvSpPr txBox="1"/>
          <p:nvPr>
            <p:ph idx="2" type="body"/>
          </p:nvPr>
        </p:nvSpPr>
        <p:spPr>
          <a:xfrm>
            <a:off x="2472077" y="3192800"/>
            <a:ext cx="1807800" cy="15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Blue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36" name="Google Shape;336;p31"/>
          <p:cNvSpPr txBox="1"/>
          <p:nvPr>
            <p:ph idx="3" type="body"/>
          </p:nvPr>
        </p:nvSpPr>
        <p:spPr>
          <a:xfrm>
            <a:off x="4486954" y="3192800"/>
            <a:ext cx="1807800" cy="15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Red</a:t>
            </a:r>
            <a:endParaRPr b="1"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/>
          <p:nvPr>
            <p:ph idx="1" type="body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Excel or Google Sheets</a:t>
            </a:r>
            <a:endParaRPr/>
          </a:p>
        </p:txBody>
      </p:sp>
      <p:sp>
        <p:nvSpPr>
          <p:cNvPr id="342" name="Google Shape;342;p3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3" name="Google Shape;343;p3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788" y="152400"/>
            <a:ext cx="4686435" cy="4101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/>
          <p:nvPr>
            <p:ph idx="4294967295" type="body"/>
          </p:nvPr>
        </p:nvSpPr>
        <p:spPr>
          <a:xfrm>
            <a:off x="457200" y="671150"/>
            <a:ext cx="3450300" cy="16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rPr>
              <a:t>Mobile</a:t>
            </a:r>
            <a:r>
              <a:rPr b="1" lang="en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rPr>
              <a:t> project</a:t>
            </a:r>
            <a:endParaRPr b="1">
              <a:solidFill>
                <a:schemeClr val="accent4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  <p:sp>
        <p:nvSpPr>
          <p:cNvPr id="349" name="Google Shape;349;p33"/>
          <p:cNvSpPr/>
          <p:nvPr/>
        </p:nvSpPr>
        <p:spPr>
          <a:xfrm>
            <a:off x="4718050" y="785788"/>
            <a:ext cx="2007300" cy="3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Place your screenshot here</a:t>
            </a:r>
            <a:endParaRPr sz="1000">
              <a:solidFill>
                <a:schemeClr val="accent4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350" name="Google Shape;350;p3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1" name="Google Shape;351;p33"/>
          <p:cNvGrpSpPr/>
          <p:nvPr/>
        </p:nvGrpSpPr>
        <p:grpSpPr>
          <a:xfrm>
            <a:off x="4658925" y="373572"/>
            <a:ext cx="2119546" cy="4396359"/>
            <a:chOff x="2547150" y="238125"/>
            <a:chExt cx="2525675" cy="5238750"/>
          </a:xfrm>
        </p:grpSpPr>
        <p:sp>
          <p:nvSpPr>
            <p:cNvPr id="352" name="Google Shape;352;p33"/>
            <p:cNvSpPr/>
            <p:nvPr/>
          </p:nvSpPr>
          <p:spPr>
            <a:xfrm>
              <a:off x="2547150" y="238125"/>
              <a:ext cx="2525675" cy="5238750"/>
            </a:xfrm>
            <a:custGeom>
              <a:rect b="b" l="l" r="r" t="t"/>
              <a:pathLst>
                <a:path extrusionOk="0" h="209550" w="101027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3557025" y="5147100"/>
              <a:ext cx="504050" cy="179900"/>
            </a:xfrm>
            <a:custGeom>
              <a:rect b="b" l="l" r="r" t="t"/>
              <a:pathLst>
                <a:path extrusionOk="0" h="7196" w="20162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3008050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>
              <a:off x="3566400" y="434850"/>
              <a:ext cx="487175" cy="76850"/>
            </a:xfrm>
            <a:custGeom>
              <a:rect b="b" l="l" r="r" t="t"/>
              <a:pathLst>
                <a:path extrusionOk="0" h="3074" w="19487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/>
          <p:nvPr/>
        </p:nvSpPr>
        <p:spPr>
          <a:xfrm>
            <a:off x="4514375" y="851275"/>
            <a:ext cx="25986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Place your screenshot here</a:t>
            </a:r>
            <a:endParaRPr sz="1000">
              <a:solidFill>
                <a:schemeClr val="accent4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361" name="Google Shape;361;p3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2" name="Google Shape;362;p34"/>
          <p:cNvGrpSpPr/>
          <p:nvPr/>
        </p:nvGrpSpPr>
        <p:grpSpPr>
          <a:xfrm>
            <a:off x="4449677" y="465959"/>
            <a:ext cx="2736410" cy="4222433"/>
            <a:chOff x="2112475" y="238125"/>
            <a:chExt cx="3395050" cy="5238750"/>
          </a:xfrm>
        </p:grpSpPr>
        <p:sp>
          <p:nvSpPr>
            <p:cNvPr id="363" name="Google Shape;363;p34"/>
            <p:cNvSpPr/>
            <p:nvPr/>
          </p:nvSpPr>
          <p:spPr>
            <a:xfrm>
              <a:off x="2112475" y="238125"/>
              <a:ext cx="3395050" cy="5238750"/>
            </a:xfrm>
            <a:custGeom>
              <a:rect b="b" l="l" r="r" t="t"/>
              <a:pathLst>
                <a:path extrusionOk="0" h="209550" w="135802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671350" y="5147100"/>
              <a:ext cx="279175" cy="179900"/>
            </a:xfrm>
            <a:custGeom>
              <a:rect b="b" l="l" r="r" t="t"/>
              <a:pathLst>
                <a:path extrusionOk="0" h="7196" w="11167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650725" y="446100"/>
              <a:ext cx="54375" cy="54350"/>
            </a:xfrm>
            <a:custGeom>
              <a:rect b="b" l="l" r="r" t="t"/>
              <a:pathLst>
                <a:path extrusionOk="0" h="2174" w="2175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761275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34"/>
          <p:cNvSpPr txBox="1"/>
          <p:nvPr>
            <p:ph idx="4294967295" type="body"/>
          </p:nvPr>
        </p:nvSpPr>
        <p:spPr>
          <a:xfrm>
            <a:off x="457200" y="671150"/>
            <a:ext cx="3450300" cy="16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rPr>
              <a:t>Tablet</a:t>
            </a:r>
            <a:r>
              <a:rPr b="1" lang="en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rPr>
              <a:t> project</a:t>
            </a:r>
            <a:endParaRPr b="1">
              <a:solidFill>
                <a:schemeClr val="accent4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"/>
          <p:cNvSpPr/>
          <p:nvPr/>
        </p:nvSpPr>
        <p:spPr>
          <a:xfrm>
            <a:off x="4033350" y="1647102"/>
            <a:ext cx="3815400" cy="24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Place your screenshot here</a:t>
            </a:r>
            <a:endParaRPr sz="1000">
              <a:solidFill>
                <a:schemeClr val="accent4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373" name="Google Shape;373;p3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74" name="Google Shape;374;p35"/>
          <p:cNvGrpSpPr/>
          <p:nvPr/>
        </p:nvGrpSpPr>
        <p:grpSpPr>
          <a:xfrm>
            <a:off x="3488056" y="1496121"/>
            <a:ext cx="4905804" cy="2874252"/>
            <a:chOff x="1177450" y="241631"/>
            <a:chExt cx="6173152" cy="3616776"/>
          </a:xfrm>
        </p:grpSpPr>
        <p:sp>
          <p:nvSpPr>
            <p:cNvPr id="375" name="Google Shape;375;p35"/>
            <p:cNvSpPr/>
            <p:nvPr/>
          </p:nvSpPr>
          <p:spPr>
            <a:xfrm>
              <a:off x="1682275" y="241631"/>
              <a:ext cx="5161606" cy="3454973"/>
            </a:xfrm>
            <a:custGeom>
              <a:rect b="b" l="l" r="r" t="t"/>
              <a:pathLst>
                <a:path extrusionOk="0" h="3454973" w="5161606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35"/>
            <p:cNvSpPr/>
            <p:nvPr/>
          </p:nvSpPr>
          <p:spPr>
            <a:xfrm>
              <a:off x="1177450" y="3763229"/>
              <a:ext cx="6173152" cy="95178"/>
            </a:xfrm>
            <a:custGeom>
              <a:rect b="b" l="l" r="r" t="t"/>
              <a:pathLst>
                <a:path extrusionOk="0" h="95178" w="6173152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5"/>
            <p:cNvSpPr/>
            <p:nvPr/>
          </p:nvSpPr>
          <p:spPr>
            <a:xfrm>
              <a:off x="1177450" y="3687086"/>
              <a:ext cx="6172200" cy="76142"/>
            </a:xfrm>
            <a:custGeom>
              <a:rect b="b" l="l" r="r" t="t"/>
              <a:pathLst>
                <a:path extrusionOk="0" h="76142" w="617220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3806350" y="3687086"/>
              <a:ext cx="903922" cy="47589"/>
            </a:xfrm>
            <a:custGeom>
              <a:rect b="b" l="l" r="r" t="t"/>
              <a:pathLst>
                <a:path extrusionOk="0" h="47589" w="903922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35"/>
          <p:cNvSpPr txBox="1"/>
          <p:nvPr>
            <p:ph idx="4294967295" type="body"/>
          </p:nvPr>
        </p:nvSpPr>
        <p:spPr>
          <a:xfrm>
            <a:off x="457200" y="671150"/>
            <a:ext cx="3030900" cy="16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rPr>
              <a:t>Desktop</a:t>
            </a:r>
            <a:r>
              <a:rPr b="1" lang="en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rPr>
              <a:t> project</a:t>
            </a:r>
            <a:endParaRPr b="1">
              <a:solidFill>
                <a:schemeClr val="accent4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idx="4294967295" type="ctrTitle"/>
          </p:nvPr>
        </p:nvSpPr>
        <p:spPr>
          <a:xfrm>
            <a:off x="2140050" y="1965325"/>
            <a:ext cx="4863900" cy="768900"/>
          </a:xfrm>
          <a:prstGeom prst="rect">
            <a:avLst/>
          </a:prstGeom>
          <a:effectLst>
            <a:outerShdw blurRad="257175" rotWithShape="0" algn="bl" dir="5400000" dist="76200">
              <a:schemeClr val="dk1">
                <a:alpha val="64000"/>
              </a:scheme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Thanks!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385" name="Google Shape;385;p36"/>
          <p:cNvSpPr txBox="1"/>
          <p:nvPr>
            <p:ph idx="4294967295" type="body"/>
          </p:nvPr>
        </p:nvSpPr>
        <p:spPr>
          <a:xfrm>
            <a:off x="2140050" y="2714375"/>
            <a:ext cx="4863900" cy="1073400"/>
          </a:xfrm>
          <a:prstGeom prst="rect">
            <a:avLst/>
          </a:prstGeom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Kulim Park"/>
                <a:ea typeface="Kulim Park"/>
                <a:cs typeface="Kulim Park"/>
                <a:sym typeface="Kulim Park"/>
              </a:rPr>
              <a:t>Any questions?</a:t>
            </a:r>
            <a:endParaRPr b="1" sz="2400">
              <a:solidFill>
                <a:schemeClr val="accent5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You can find me at: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@username · user@mail.me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86" name="Google Shape;386;p3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36"/>
          <p:cNvSpPr/>
          <p:nvPr/>
        </p:nvSpPr>
        <p:spPr>
          <a:xfrm>
            <a:off x="4213974" y="1183225"/>
            <a:ext cx="716103" cy="642884"/>
          </a:xfrm>
          <a:custGeom>
            <a:rect b="b" l="l" r="r" t="t"/>
            <a:pathLst>
              <a:path extrusionOk="0" h="14997" w="16706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300038" rotWithShape="0" algn="bl" dir="5400000" dist="95250">
              <a:schemeClr val="dk1">
                <a:alpha val="6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93" name="Google Shape;393;p37"/>
          <p:cNvSpPr txBox="1"/>
          <p:nvPr>
            <p:ph idx="1" type="body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Presentation template by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SlidesCarnival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Photographs by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Unsplash</a:t>
            </a:r>
            <a:endParaRPr sz="2400"/>
          </a:p>
        </p:txBody>
      </p:sp>
      <p:sp>
        <p:nvSpPr>
          <p:cNvPr id="394" name="Google Shape;394;p3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 txBox="1"/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400" name="Google Shape;400;p38"/>
          <p:cNvSpPr txBox="1"/>
          <p:nvPr>
            <p:ph idx="1" type="body"/>
          </p:nvPr>
        </p:nvSpPr>
        <p:spPr>
          <a:xfrm>
            <a:off x="457200" y="1592600"/>
            <a:ext cx="5215200" cy="21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Titles: Kulim Park Bold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Body copy: Kulim Park Light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Download for free at: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https://github.com/noponies/Kulim-Park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1" name="Google Shape;401;p38"/>
          <p:cNvSpPr txBox="1"/>
          <p:nvPr/>
        </p:nvSpPr>
        <p:spPr>
          <a:xfrm>
            <a:off x="457200" y="4019250"/>
            <a:ext cx="52152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3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chemeClr val="accent3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accent3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402" name="Google Shape;402;p3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 txBox="1"/>
          <p:nvPr>
            <p:ph idx="4294967295" type="body"/>
          </p:nvPr>
        </p:nvSpPr>
        <p:spPr>
          <a:xfrm>
            <a:off x="6248575" y="312075"/>
            <a:ext cx="2438100" cy="1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/>
              <a:t>SlidesCarnival icons are editable shapes. </a:t>
            </a:r>
            <a:br>
              <a:rPr lang="en" sz="900"/>
            </a:br>
            <a:br>
              <a:rPr lang="en" sz="900"/>
            </a:br>
            <a:r>
              <a:rPr lang="en" sz="900"/>
              <a:t>This means that you can:</a:t>
            </a:r>
            <a:endParaRPr sz="900"/>
          </a:p>
          <a:p>
            <a:pPr indent="-285750" lvl="0" marL="457200" rtl="0" algn="l">
              <a:spcBef>
                <a:spcPts val="60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Resize them without losing quality.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Change fill color and opacity.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Change line color, width and style.</a:t>
            </a:r>
            <a:endParaRPr sz="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/>
              <a:t>Isn’t that nice? :)</a:t>
            </a:r>
            <a:br>
              <a:rPr lang="en" sz="900"/>
            </a:br>
            <a:br>
              <a:rPr lang="en" sz="900"/>
            </a:br>
            <a:r>
              <a:rPr lang="en" sz="900"/>
              <a:t>Examples:</a:t>
            </a:r>
            <a:br>
              <a:rPr lang="en" sz="900"/>
            </a:br>
            <a:br>
              <a:rPr lang="en" sz="900"/>
            </a:br>
            <a:br>
              <a:rPr lang="en" sz="900"/>
            </a:br>
            <a:endParaRPr sz="900"/>
          </a:p>
        </p:txBody>
      </p:sp>
      <p:grpSp>
        <p:nvGrpSpPr>
          <p:cNvPr id="408" name="Google Shape;408;p39"/>
          <p:cNvGrpSpPr/>
          <p:nvPr/>
        </p:nvGrpSpPr>
        <p:grpSpPr>
          <a:xfrm>
            <a:off x="358968" y="342338"/>
            <a:ext cx="347107" cy="438984"/>
            <a:chOff x="584925" y="238125"/>
            <a:chExt cx="415200" cy="525100"/>
          </a:xfrm>
        </p:grpSpPr>
        <p:sp>
          <p:nvSpPr>
            <p:cNvPr id="409" name="Google Shape;409;p39"/>
            <p:cNvSpPr/>
            <p:nvPr/>
          </p:nvSpPr>
          <p:spPr>
            <a:xfrm>
              <a:off x="621550" y="2991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0" name="Google Shape;410;p39"/>
            <p:cNvSpPr/>
            <p:nvPr/>
          </p:nvSpPr>
          <p:spPr>
            <a:xfrm>
              <a:off x="633750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1" name="Google Shape;411;p39"/>
            <p:cNvSpPr/>
            <p:nvPr/>
          </p:nvSpPr>
          <p:spPr>
            <a:xfrm>
              <a:off x="716800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2" name="Google Shape;412;p39"/>
            <p:cNvSpPr/>
            <p:nvPr/>
          </p:nvSpPr>
          <p:spPr>
            <a:xfrm>
              <a:off x="799825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3" name="Google Shape;413;p39"/>
            <p:cNvSpPr/>
            <p:nvPr/>
          </p:nvSpPr>
          <p:spPr>
            <a:xfrm>
              <a:off x="882875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4" name="Google Shape;414;p39"/>
            <p:cNvSpPr/>
            <p:nvPr/>
          </p:nvSpPr>
          <p:spPr>
            <a:xfrm>
              <a:off x="584925" y="26132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15" name="Google Shape;415;p39"/>
          <p:cNvGrpSpPr/>
          <p:nvPr/>
        </p:nvGrpSpPr>
        <p:grpSpPr>
          <a:xfrm>
            <a:off x="910227" y="406125"/>
            <a:ext cx="371623" cy="309362"/>
            <a:chOff x="1244325" y="314425"/>
            <a:chExt cx="444525" cy="370050"/>
          </a:xfrm>
        </p:grpSpPr>
        <p:sp>
          <p:nvSpPr>
            <p:cNvPr id="416" name="Google Shape;416;p39"/>
            <p:cNvSpPr/>
            <p:nvPr/>
          </p:nvSpPr>
          <p:spPr>
            <a:xfrm>
              <a:off x="1388425" y="463425"/>
              <a:ext cx="143525" cy="143500"/>
            </a:xfrm>
            <a:custGeom>
              <a:rect b="b" l="l" r="r" t="t"/>
              <a:pathLst>
                <a:path extrusionOk="0" h="5740" w="5741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7" name="Google Shape;417;p39"/>
            <p:cNvSpPr/>
            <p:nvPr/>
          </p:nvSpPr>
          <p:spPr>
            <a:xfrm>
              <a:off x="1244325" y="314425"/>
              <a:ext cx="444525" cy="370050"/>
            </a:xfrm>
            <a:custGeom>
              <a:rect b="b" l="l" r="r" t="t"/>
              <a:pathLst>
                <a:path extrusionOk="0" h="14802" w="17781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18" name="Google Shape;418;p39"/>
          <p:cNvGrpSpPr/>
          <p:nvPr/>
        </p:nvGrpSpPr>
        <p:grpSpPr>
          <a:xfrm>
            <a:off x="1481925" y="404599"/>
            <a:ext cx="355300" cy="312413"/>
            <a:chOff x="1928175" y="312600"/>
            <a:chExt cx="425000" cy="373700"/>
          </a:xfrm>
        </p:grpSpPr>
        <p:sp>
          <p:nvSpPr>
            <p:cNvPr id="419" name="Google Shape;419;p39"/>
            <p:cNvSpPr/>
            <p:nvPr/>
          </p:nvSpPr>
          <p:spPr>
            <a:xfrm>
              <a:off x="1928175" y="312600"/>
              <a:ext cx="425000" cy="373700"/>
            </a:xfrm>
            <a:custGeom>
              <a:rect b="b" l="l" r="r" t="t"/>
              <a:pathLst>
                <a:path extrusionOk="0" h="14948" w="1700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20" name="Google Shape;420;p39"/>
            <p:cNvSpPr/>
            <p:nvPr/>
          </p:nvSpPr>
          <p:spPr>
            <a:xfrm>
              <a:off x="1964825" y="349250"/>
              <a:ext cx="351700" cy="300425"/>
            </a:xfrm>
            <a:custGeom>
              <a:rect b="b" l="l" r="r" t="t"/>
              <a:pathLst>
                <a:path extrusionOk="0" h="12017" w="14068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421" name="Google Shape;421;p39"/>
          <p:cNvSpPr/>
          <p:nvPr/>
        </p:nvSpPr>
        <p:spPr>
          <a:xfrm>
            <a:off x="2077702" y="393385"/>
            <a:ext cx="290970" cy="334860"/>
          </a:xfrm>
          <a:custGeom>
            <a:rect b="b" l="l" r="r" t="t"/>
            <a:pathLst>
              <a:path extrusionOk="0" h="16022" w="13922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2" name="Google Shape;422;p39"/>
          <p:cNvSpPr/>
          <p:nvPr/>
        </p:nvSpPr>
        <p:spPr>
          <a:xfrm>
            <a:off x="2661148" y="394410"/>
            <a:ext cx="251176" cy="332812"/>
          </a:xfrm>
          <a:custGeom>
            <a:rect b="b" l="l" r="r" t="t"/>
            <a:pathLst>
              <a:path extrusionOk="0" h="15924" w="12018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23" name="Google Shape;423;p39"/>
          <p:cNvGrpSpPr/>
          <p:nvPr/>
        </p:nvGrpSpPr>
        <p:grpSpPr>
          <a:xfrm>
            <a:off x="3145963" y="388276"/>
            <a:ext cx="408386" cy="345080"/>
            <a:chOff x="3918650" y="293075"/>
            <a:chExt cx="488500" cy="412775"/>
          </a:xfrm>
        </p:grpSpPr>
        <p:sp>
          <p:nvSpPr>
            <p:cNvPr id="424" name="Google Shape;424;p39"/>
            <p:cNvSpPr/>
            <p:nvPr/>
          </p:nvSpPr>
          <p:spPr>
            <a:xfrm>
              <a:off x="4085350" y="293675"/>
              <a:ext cx="154500" cy="412175"/>
            </a:xfrm>
            <a:custGeom>
              <a:rect b="b" l="l" r="r" t="t"/>
              <a:pathLst>
                <a:path extrusionOk="0" h="16487" w="618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25" name="Google Shape;425;p39"/>
            <p:cNvSpPr/>
            <p:nvPr/>
          </p:nvSpPr>
          <p:spPr>
            <a:xfrm>
              <a:off x="3918650" y="293075"/>
              <a:ext cx="153900" cy="407275"/>
            </a:xfrm>
            <a:custGeom>
              <a:rect b="b" l="l" r="r" t="t"/>
              <a:pathLst>
                <a:path extrusionOk="0" h="16291" w="6156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26" name="Google Shape;426;p39"/>
            <p:cNvSpPr/>
            <p:nvPr/>
          </p:nvSpPr>
          <p:spPr>
            <a:xfrm>
              <a:off x="4253250" y="298550"/>
              <a:ext cx="153900" cy="406675"/>
            </a:xfrm>
            <a:custGeom>
              <a:rect b="b" l="l" r="r" t="t"/>
              <a:pathLst>
                <a:path extrusionOk="0" h="16267" w="6156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27" name="Google Shape;427;p39"/>
          <p:cNvGrpSpPr/>
          <p:nvPr/>
        </p:nvGrpSpPr>
        <p:grpSpPr>
          <a:xfrm>
            <a:off x="3745730" y="362235"/>
            <a:ext cx="335905" cy="397142"/>
            <a:chOff x="4636075" y="261925"/>
            <a:chExt cx="401800" cy="475050"/>
          </a:xfrm>
        </p:grpSpPr>
        <p:sp>
          <p:nvSpPr>
            <p:cNvPr id="428" name="Google Shape;428;p39"/>
            <p:cNvSpPr/>
            <p:nvPr/>
          </p:nvSpPr>
          <p:spPr>
            <a:xfrm>
              <a:off x="4665400" y="326650"/>
              <a:ext cx="372475" cy="97100"/>
            </a:xfrm>
            <a:custGeom>
              <a:rect b="b" l="l" r="r" t="t"/>
              <a:pathLst>
                <a:path extrusionOk="0" h="3884" w="14899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4636075" y="438375"/>
              <a:ext cx="372475" cy="97125"/>
            </a:xfrm>
            <a:custGeom>
              <a:rect b="b" l="l" r="r" t="t"/>
              <a:pathLst>
                <a:path extrusionOk="0" h="3885" w="14899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4814975" y="261925"/>
              <a:ext cx="44000" cy="50100"/>
            </a:xfrm>
            <a:custGeom>
              <a:rect b="b" l="l" r="r" t="t"/>
              <a:pathLst>
                <a:path extrusionOk="0" h="2004" w="176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1" name="Google Shape;431;p39"/>
            <p:cNvSpPr/>
            <p:nvPr/>
          </p:nvSpPr>
          <p:spPr>
            <a:xfrm>
              <a:off x="4814975" y="550125"/>
              <a:ext cx="44000" cy="186850"/>
            </a:xfrm>
            <a:custGeom>
              <a:rect b="b" l="l" r="r" t="t"/>
              <a:pathLst>
                <a:path extrusionOk="0" h="7474" w="176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432" name="Google Shape;432;p39"/>
          <p:cNvSpPr/>
          <p:nvPr/>
        </p:nvSpPr>
        <p:spPr>
          <a:xfrm>
            <a:off x="4284931" y="392863"/>
            <a:ext cx="384894" cy="335905"/>
          </a:xfrm>
          <a:custGeom>
            <a:rect b="b" l="l" r="r" t="t"/>
            <a:pathLst>
              <a:path extrusionOk="0" h="16072" w="18416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33" name="Google Shape;433;p39"/>
          <p:cNvGrpSpPr/>
          <p:nvPr/>
        </p:nvGrpSpPr>
        <p:grpSpPr>
          <a:xfrm>
            <a:off x="4872282" y="395424"/>
            <a:ext cx="336908" cy="330262"/>
            <a:chOff x="5983625" y="301625"/>
            <a:chExt cx="403000" cy="395050"/>
          </a:xfrm>
        </p:grpSpPr>
        <p:sp>
          <p:nvSpPr>
            <p:cNvPr id="434" name="Google Shape;434;p39"/>
            <p:cNvSpPr/>
            <p:nvPr/>
          </p:nvSpPr>
          <p:spPr>
            <a:xfrm>
              <a:off x="5983625" y="319925"/>
              <a:ext cx="403000" cy="67200"/>
            </a:xfrm>
            <a:custGeom>
              <a:rect b="b" l="l" r="r" t="t"/>
              <a:pathLst>
                <a:path extrusionOk="0" h="2688" w="1612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5983625" y="664900"/>
              <a:ext cx="403000" cy="31775"/>
            </a:xfrm>
            <a:custGeom>
              <a:rect b="b" l="l" r="r" t="t"/>
              <a:pathLst>
                <a:path extrusionOk="0" h="1271" w="1612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6041025" y="3016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7" name="Google Shape;437;p39"/>
            <p:cNvSpPr/>
            <p:nvPr/>
          </p:nvSpPr>
          <p:spPr>
            <a:xfrm>
              <a:off x="6297450" y="3016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8" name="Google Shape;438;p39"/>
            <p:cNvSpPr/>
            <p:nvPr/>
          </p:nvSpPr>
          <p:spPr>
            <a:xfrm>
              <a:off x="60972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9" name="Google Shape;439;p39"/>
            <p:cNvSpPr/>
            <p:nvPr/>
          </p:nvSpPr>
          <p:spPr>
            <a:xfrm>
              <a:off x="60972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0" name="Google Shape;440;p39"/>
            <p:cNvSpPr/>
            <p:nvPr/>
          </p:nvSpPr>
          <p:spPr>
            <a:xfrm>
              <a:off x="60972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1" name="Google Shape;441;p39"/>
            <p:cNvSpPr/>
            <p:nvPr/>
          </p:nvSpPr>
          <p:spPr>
            <a:xfrm>
              <a:off x="6160075" y="575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2" name="Google Shape;442;p39"/>
            <p:cNvSpPr/>
            <p:nvPr/>
          </p:nvSpPr>
          <p:spPr>
            <a:xfrm>
              <a:off x="60343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3" name="Google Shape;443;p39"/>
            <p:cNvSpPr/>
            <p:nvPr/>
          </p:nvSpPr>
          <p:spPr>
            <a:xfrm>
              <a:off x="60343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4" name="Google Shape;444;p39"/>
            <p:cNvSpPr/>
            <p:nvPr/>
          </p:nvSpPr>
          <p:spPr>
            <a:xfrm>
              <a:off x="60343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5" name="Google Shape;445;p39"/>
            <p:cNvSpPr/>
            <p:nvPr/>
          </p:nvSpPr>
          <p:spPr>
            <a:xfrm>
              <a:off x="6160075" y="509200"/>
              <a:ext cx="50100" cy="53775"/>
            </a:xfrm>
            <a:custGeom>
              <a:rect b="b" l="l" r="r" t="t"/>
              <a:pathLst>
                <a:path extrusionOk="0" h="2151" w="2004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5983625" y="399300"/>
              <a:ext cx="403000" cy="272950"/>
            </a:xfrm>
            <a:custGeom>
              <a:rect b="b" l="l" r="r" t="t"/>
              <a:pathLst>
                <a:path extrusionOk="0" h="10918" w="1612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7" name="Google Shape;447;p39"/>
            <p:cNvSpPr/>
            <p:nvPr/>
          </p:nvSpPr>
          <p:spPr>
            <a:xfrm>
              <a:off x="62852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8" name="Google Shape;448;p39"/>
            <p:cNvSpPr/>
            <p:nvPr/>
          </p:nvSpPr>
          <p:spPr>
            <a:xfrm>
              <a:off x="62852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9" name="Google Shape;449;p39"/>
            <p:cNvSpPr/>
            <p:nvPr/>
          </p:nvSpPr>
          <p:spPr>
            <a:xfrm>
              <a:off x="62852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0" name="Google Shape;450;p39"/>
            <p:cNvSpPr/>
            <p:nvPr/>
          </p:nvSpPr>
          <p:spPr>
            <a:xfrm>
              <a:off x="62223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1" name="Google Shape;451;p39"/>
            <p:cNvSpPr/>
            <p:nvPr/>
          </p:nvSpPr>
          <p:spPr>
            <a:xfrm>
              <a:off x="6160075" y="448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2" name="Google Shape;452;p39"/>
            <p:cNvSpPr/>
            <p:nvPr/>
          </p:nvSpPr>
          <p:spPr>
            <a:xfrm>
              <a:off x="62223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3" name="Google Shape;453;p39"/>
            <p:cNvSpPr/>
            <p:nvPr/>
          </p:nvSpPr>
          <p:spPr>
            <a:xfrm>
              <a:off x="62223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54" name="Google Shape;454;p39"/>
          <p:cNvGrpSpPr/>
          <p:nvPr/>
        </p:nvGrpSpPr>
        <p:grpSpPr>
          <a:xfrm>
            <a:off x="5438358" y="392853"/>
            <a:ext cx="331808" cy="331307"/>
            <a:chOff x="6660750" y="298550"/>
            <a:chExt cx="396900" cy="396300"/>
          </a:xfrm>
        </p:grpSpPr>
        <p:sp>
          <p:nvSpPr>
            <p:cNvPr id="455" name="Google Shape;455;p39"/>
            <p:cNvSpPr/>
            <p:nvPr/>
          </p:nvSpPr>
          <p:spPr>
            <a:xfrm>
              <a:off x="6660750" y="298550"/>
              <a:ext cx="396900" cy="396300"/>
            </a:xfrm>
            <a:custGeom>
              <a:rect b="b" l="l" r="r" t="t"/>
              <a:pathLst>
                <a:path extrusionOk="0" h="15852" w="15876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6" name="Google Shape;456;p39"/>
            <p:cNvSpPr/>
            <p:nvPr/>
          </p:nvSpPr>
          <p:spPr>
            <a:xfrm>
              <a:off x="6697400" y="335200"/>
              <a:ext cx="323625" cy="323025"/>
            </a:xfrm>
            <a:custGeom>
              <a:rect b="b" l="l" r="r" t="t"/>
              <a:pathLst>
                <a:path extrusionOk="0" h="12921" w="12945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57" name="Google Shape;457;p39"/>
          <p:cNvGrpSpPr/>
          <p:nvPr/>
        </p:nvGrpSpPr>
        <p:grpSpPr>
          <a:xfrm>
            <a:off x="358968" y="914538"/>
            <a:ext cx="347107" cy="420111"/>
            <a:chOff x="584925" y="922575"/>
            <a:chExt cx="415200" cy="502525"/>
          </a:xfrm>
        </p:grpSpPr>
        <p:sp>
          <p:nvSpPr>
            <p:cNvPr id="458" name="Google Shape;458;p39"/>
            <p:cNvSpPr/>
            <p:nvPr/>
          </p:nvSpPr>
          <p:spPr>
            <a:xfrm>
              <a:off x="584925" y="961025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621550" y="9225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915850" y="922575"/>
              <a:ext cx="84275" cy="84275"/>
            </a:xfrm>
            <a:custGeom>
              <a:rect b="b" l="l" r="r" t="t"/>
              <a:pathLst>
                <a:path extrusionOk="0" h="3371" w="3371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61" name="Google Shape;461;p39"/>
          <p:cNvGrpSpPr/>
          <p:nvPr/>
        </p:nvGrpSpPr>
        <p:grpSpPr>
          <a:xfrm>
            <a:off x="912275" y="904841"/>
            <a:ext cx="367547" cy="437980"/>
            <a:chOff x="1246775" y="910975"/>
            <a:chExt cx="439650" cy="523900"/>
          </a:xfrm>
        </p:grpSpPr>
        <p:sp>
          <p:nvSpPr>
            <p:cNvPr id="462" name="Google Shape;462;p39"/>
            <p:cNvSpPr/>
            <p:nvPr/>
          </p:nvSpPr>
          <p:spPr>
            <a:xfrm>
              <a:off x="1246775" y="970800"/>
              <a:ext cx="378575" cy="464075"/>
            </a:xfrm>
            <a:custGeom>
              <a:rect b="b" l="l" r="r" t="t"/>
              <a:pathLst>
                <a:path extrusionOk="0" h="18563" w="15143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1307825" y="910975"/>
              <a:ext cx="378600" cy="464050"/>
            </a:xfrm>
            <a:custGeom>
              <a:rect b="b" l="l" r="r" t="t"/>
              <a:pathLst>
                <a:path extrusionOk="0" h="18562" w="15144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1602125" y="910975"/>
              <a:ext cx="84300" cy="84275"/>
            </a:xfrm>
            <a:custGeom>
              <a:rect b="b" l="l" r="r" t="t"/>
              <a:pathLst>
                <a:path extrusionOk="0" h="3371" w="3372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65" name="Google Shape;465;p39"/>
          <p:cNvGrpSpPr/>
          <p:nvPr/>
        </p:nvGrpSpPr>
        <p:grpSpPr>
          <a:xfrm>
            <a:off x="1480400" y="975274"/>
            <a:ext cx="358351" cy="298118"/>
            <a:chOff x="1926350" y="995225"/>
            <a:chExt cx="428650" cy="356600"/>
          </a:xfrm>
        </p:grpSpPr>
        <p:sp>
          <p:nvSpPr>
            <p:cNvPr id="466" name="Google Shape;466;p39"/>
            <p:cNvSpPr/>
            <p:nvPr/>
          </p:nvSpPr>
          <p:spPr>
            <a:xfrm>
              <a:off x="1926350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2146775" y="1298075"/>
              <a:ext cx="208225" cy="53750"/>
            </a:xfrm>
            <a:custGeom>
              <a:rect b="b" l="l" r="r" t="t"/>
              <a:pathLst>
                <a:path extrusionOk="0" h="2150" w="8329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1926350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2146775" y="995225"/>
              <a:ext cx="208225" cy="332175"/>
            </a:xfrm>
            <a:custGeom>
              <a:rect b="b" l="l" r="r" t="t"/>
              <a:pathLst>
                <a:path extrusionOk="0" h="13287" w="8329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470" name="Google Shape;470;p39"/>
          <p:cNvSpPr/>
          <p:nvPr/>
        </p:nvSpPr>
        <p:spPr>
          <a:xfrm>
            <a:off x="2048085" y="950288"/>
            <a:ext cx="350200" cy="348152"/>
          </a:xfrm>
          <a:custGeom>
            <a:rect b="b" l="l" r="r" t="t"/>
            <a:pathLst>
              <a:path extrusionOk="0" h="16658" w="16756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2612156" y="967656"/>
            <a:ext cx="349155" cy="313437"/>
          </a:xfrm>
          <a:custGeom>
            <a:rect b="b" l="l" r="r" t="t"/>
            <a:pathLst>
              <a:path extrusionOk="0" h="14997" w="16706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3180804" y="970206"/>
            <a:ext cx="338956" cy="308317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3" name="Google Shape;473;p39"/>
          <p:cNvSpPr/>
          <p:nvPr/>
        </p:nvSpPr>
        <p:spPr>
          <a:xfrm>
            <a:off x="3755576" y="973258"/>
            <a:ext cx="316510" cy="302214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74" name="Google Shape;474;p39"/>
          <p:cNvGrpSpPr/>
          <p:nvPr/>
        </p:nvGrpSpPr>
        <p:grpSpPr>
          <a:xfrm>
            <a:off x="4302631" y="952827"/>
            <a:ext cx="349155" cy="349657"/>
            <a:chOff x="5302225" y="968375"/>
            <a:chExt cx="417650" cy="418250"/>
          </a:xfrm>
        </p:grpSpPr>
        <p:sp>
          <p:nvSpPr>
            <p:cNvPr id="475" name="Google Shape;475;p39"/>
            <p:cNvSpPr/>
            <p:nvPr/>
          </p:nvSpPr>
          <p:spPr>
            <a:xfrm>
              <a:off x="5333350" y="991575"/>
              <a:ext cx="152075" cy="155100"/>
            </a:xfrm>
            <a:custGeom>
              <a:rect b="b" l="l" r="r" t="t"/>
              <a:pathLst>
                <a:path extrusionOk="0" h="6204" w="6083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5302225" y="968375"/>
              <a:ext cx="417650" cy="418250"/>
            </a:xfrm>
            <a:custGeom>
              <a:rect b="b" l="l" r="r" t="t"/>
              <a:pathLst>
                <a:path extrusionOk="0" h="16730" w="16706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77" name="Google Shape;477;p39"/>
          <p:cNvGrpSpPr/>
          <p:nvPr/>
        </p:nvGrpSpPr>
        <p:grpSpPr>
          <a:xfrm>
            <a:off x="4824295" y="913514"/>
            <a:ext cx="432881" cy="421637"/>
            <a:chOff x="5926225" y="921350"/>
            <a:chExt cx="517800" cy="504350"/>
          </a:xfrm>
        </p:grpSpPr>
        <p:sp>
          <p:nvSpPr>
            <p:cNvPr id="478" name="Google Shape;478;p39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80" name="Google Shape;480;p39"/>
          <p:cNvGrpSpPr/>
          <p:nvPr/>
        </p:nvGrpSpPr>
        <p:grpSpPr>
          <a:xfrm>
            <a:off x="5402118" y="921686"/>
            <a:ext cx="404290" cy="405314"/>
            <a:chOff x="6617400" y="931125"/>
            <a:chExt cx="483600" cy="484825"/>
          </a:xfrm>
        </p:grpSpPr>
        <p:sp>
          <p:nvSpPr>
            <p:cNvPr id="481" name="Google Shape;481;p39"/>
            <p:cNvSpPr/>
            <p:nvPr/>
          </p:nvSpPr>
          <p:spPr>
            <a:xfrm>
              <a:off x="6843925" y="1183900"/>
              <a:ext cx="121525" cy="232050"/>
            </a:xfrm>
            <a:custGeom>
              <a:rect b="b" l="l" r="r" t="t"/>
              <a:pathLst>
                <a:path extrusionOk="0" h="9282" w="4861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6617400" y="931125"/>
              <a:ext cx="483600" cy="259500"/>
            </a:xfrm>
            <a:custGeom>
              <a:rect b="b" l="l" r="r" t="t"/>
              <a:pathLst>
                <a:path extrusionOk="0" h="10380" w="19344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83" name="Google Shape;483;p39"/>
          <p:cNvGrpSpPr/>
          <p:nvPr/>
        </p:nvGrpSpPr>
        <p:grpSpPr>
          <a:xfrm>
            <a:off x="337525" y="1551048"/>
            <a:ext cx="389994" cy="273623"/>
            <a:chOff x="559275" y="1683950"/>
            <a:chExt cx="466500" cy="327300"/>
          </a:xfrm>
        </p:grpSpPr>
        <p:sp>
          <p:nvSpPr>
            <p:cNvPr id="484" name="Google Shape;484;p39"/>
            <p:cNvSpPr/>
            <p:nvPr/>
          </p:nvSpPr>
          <p:spPr>
            <a:xfrm>
              <a:off x="559275" y="1683950"/>
              <a:ext cx="466500" cy="197850"/>
            </a:xfrm>
            <a:custGeom>
              <a:rect b="b" l="l" r="r" t="t"/>
              <a:pathLst>
                <a:path extrusionOk="0" h="7914" w="1866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559275" y="1727925"/>
              <a:ext cx="466500" cy="283325"/>
            </a:xfrm>
            <a:custGeom>
              <a:rect b="b" l="l" r="r" t="t"/>
              <a:pathLst>
                <a:path extrusionOk="0" h="11333" w="1866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86" name="Google Shape;486;p39"/>
          <p:cNvGrpSpPr/>
          <p:nvPr/>
        </p:nvGrpSpPr>
        <p:grpSpPr>
          <a:xfrm>
            <a:off x="901052" y="1496958"/>
            <a:ext cx="389994" cy="381822"/>
            <a:chOff x="1233350" y="1619250"/>
            <a:chExt cx="466500" cy="456725"/>
          </a:xfrm>
        </p:grpSpPr>
        <p:sp>
          <p:nvSpPr>
            <p:cNvPr id="487" name="Google Shape;487;p39"/>
            <p:cNvSpPr/>
            <p:nvPr/>
          </p:nvSpPr>
          <p:spPr>
            <a:xfrm>
              <a:off x="1233350" y="1619250"/>
              <a:ext cx="466500" cy="456725"/>
            </a:xfrm>
            <a:custGeom>
              <a:rect b="b" l="l" r="r" t="t"/>
              <a:pathLst>
                <a:path extrusionOk="0" h="18269" w="1866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1382325" y="1792025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1382325" y="1825000"/>
              <a:ext cx="168550" cy="12250"/>
            </a:xfrm>
            <a:custGeom>
              <a:rect b="b" l="l" r="r" t="t"/>
              <a:pathLst>
                <a:path extrusionOk="0" h="490" w="6742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1382325" y="1858575"/>
              <a:ext cx="70850" cy="12250"/>
            </a:xfrm>
            <a:custGeom>
              <a:rect b="b" l="l" r="r" t="t"/>
              <a:pathLst>
                <a:path extrusionOk="0" h="490" w="2834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91" name="Google Shape;491;p39"/>
          <p:cNvGrpSpPr/>
          <p:nvPr/>
        </p:nvGrpSpPr>
        <p:grpSpPr>
          <a:xfrm>
            <a:off x="1476826" y="1505109"/>
            <a:ext cx="365499" cy="365499"/>
            <a:chOff x="1922075" y="1629000"/>
            <a:chExt cx="437200" cy="437200"/>
          </a:xfrm>
        </p:grpSpPr>
        <p:sp>
          <p:nvSpPr>
            <p:cNvPr id="492" name="Google Shape;492;p39"/>
            <p:cNvSpPr/>
            <p:nvPr/>
          </p:nvSpPr>
          <p:spPr>
            <a:xfrm>
              <a:off x="2208425" y="1629000"/>
              <a:ext cx="150850" cy="150850"/>
            </a:xfrm>
            <a:custGeom>
              <a:rect b="b" l="l" r="r" t="t"/>
              <a:pathLst>
                <a:path extrusionOk="0" h="6034" w="6034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1922075" y="1686400"/>
              <a:ext cx="379800" cy="379800"/>
            </a:xfrm>
            <a:custGeom>
              <a:rect b="b" l="l" r="r" t="t"/>
              <a:pathLst>
                <a:path extrusionOk="0" h="15192" w="15192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94" name="Google Shape;494;p39"/>
          <p:cNvGrpSpPr/>
          <p:nvPr/>
        </p:nvGrpSpPr>
        <p:grpSpPr>
          <a:xfrm>
            <a:off x="2038827" y="1503584"/>
            <a:ext cx="368551" cy="368551"/>
            <a:chOff x="2594325" y="1627175"/>
            <a:chExt cx="440850" cy="440850"/>
          </a:xfrm>
        </p:grpSpPr>
        <p:sp>
          <p:nvSpPr>
            <p:cNvPr id="495" name="Google Shape;495;p39"/>
            <p:cNvSpPr/>
            <p:nvPr/>
          </p:nvSpPr>
          <p:spPr>
            <a:xfrm>
              <a:off x="2594325" y="1890950"/>
              <a:ext cx="177075" cy="177075"/>
            </a:xfrm>
            <a:custGeom>
              <a:rect b="b" l="l" r="r" t="t"/>
              <a:pathLst>
                <a:path extrusionOk="0" h="7083" w="7083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2858700" y="1627175"/>
              <a:ext cx="176475" cy="176475"/>
            </a:xfrm>
            <a:custGeom>
              <a:rect b="b" l="l" r="r" t="t"/>
              <a:pathLst>
                <a:path extrusionOk="0" h="7059" w="7059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2663325" y="1702275"/>
              <a:ext cx="296750" cy="296775"/>
            </a:xfrm>
            <a:custGeom>
              <a:rect b="b" l="l" r="r" t="t"/>
              <a:pathLst>
                <a:path extrusionOk="0" h="11871" w="1187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498" name="Google Shape;498;p39"/>
          <p:cNvSpPr/>
          <p:nvPr/>
        </p:nvSpPr>
        <p:spPr>
          <a:xfrm>
            <a:off x="2618782" y="1519981"/>
            <a:ext cx="335905" cy="335884"/>
          </a:xfrm>
          <a:custGeom>
            <a:rect b="b" l="l" r="r" t="t"/>
            <a:pathLst>
              <a:path extrusionOk="0" h="16071" w="16072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99" name="Google Shape;499;p39"/>
          <p:cNvGrpSpPr/>
          <p:nvPr/>
        </p:nvGrpSpPr>
        <p:grpSpPr>
          <a:xfrm>
            <a:off x="3200595" y="1476017"/>
            <a:ext cx="299121" cy="423685"/>
            <a:chOff x="3984000" y="1594200"/>
            <a:chExt cx="357800" cy="506800"/>
          </a:xfrm>
        </p:grpSpPr>
        <p:sp>
          <p:nvSpPr>
            <p:cNvPr id="500" name="Google Shape;500;p39"/>
            <p:cNvSpPr/>
            <p:nvPr/>
          </p:nvSpPr>
          <p:spPr>
            <a:xfrm>
              <a:off x="3984000" y="1597875"/>
              <a:ext cx="44575" cy="503125"/>
            </a:xfrm>
            <a:custGeom>
              <a:rect b="b" l="l" r="r" t="t"/>
              <a:pathLst>
                <a:path extrusionOk="0" h="20125" w="1783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4041375" y="1594200"/>
              <a:ext cx="300425" cy="229600"/>
            </a:xfrm>
            <a:custGeom>
              <a:rect b="b" l="l" r="r" t="t"/>
              <a:pathLst>
                <a:path extrusionOk="0" h="9184" w="12017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02" name="Google Shape;502;p39"/>
          <p:cNvGrpSpPr/>
          <p:nvPr/>
        </p:nvGrpSpPr>
        <p:grpSpPr>
          <a:xfrm>
            <a:off x="3716637" y="1566869"/>
            <a:ext cx="394090" cy="241980"/>
            <a:chOff x="4601275" y="1702875"/>
            <a:chExt cx="471400" cy="289450"/>
          </a:xfrm>
        </p:grpSpPr>
        <p:sp>
          <p:nvSpPr>
            <p:cNvPr id="503" name="Google Shape;503;p39"/>
            <p:cNvSpPr/>
            <p:nvPr/>
          </p:nvSpPr>
          <p:spPr>
            <a:xfrm>
              <a:off x="4816200" y="170287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503112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4634875" y="1756000"/>
              <a:ext cx="404225" cy="178325"/>
            </a:xfrm>
            <a:custGeom>
              <a:rect b="b" l="l" r="r" t="t"/>
              <a:pathLst>
                <a:path extrusionOk="0" h="7133" w="16169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4601275" y="1757225"/>
              <a:ext cx="41550" cy="41550"/>
            </a:xfrm>
            <a:custGeom>
              <a:rect b="b" l="l" r="r" t="t"/>
              <a:pathLst>
                <a:path extrusionOk="0" h="1662" w="1662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4673325" y="1947725"/>
              <a:ext cx="327300" cy="44600"/>
            </a:xfrm>
            <a:custGeom>
              <a:rect b="b" l="l" r="r" t="t"/>
              <a:pathLst>
                <a:path extrusionOk="0" h="1784" w="13092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08" name="Google Shape;508;p39"/>
          <p:cNvGrpSpPr/>
          <p:nvPr/>
        </p:nvGrpSpPr>
        <p:grpSpPr>
          <a:xfrm>
            <a:off x="4299057" y="1507659"/>
            <a:ext cx="356303" cy="360400"/>
            <a:chOff x="5297950" y="1632050"/>
            <a:chExt cx="426200" cy="431100"/>
          </a:xfrm>
        </p:grpSpPr>
        <p:sp>
          <p:nvSpPr>
            <p:cNvPr id="509" name="Google Shape;509;p39"/>
            <p:cNvSpPr/>
            <p:nvPr/>
          </p:nvSpPr>
          <p:spPr>
            <a:xfrm>
              <a:off x="5404800" y="1936125"/>
              <a:ext cx="212500" cy="127025"/>
            </a:xfrm>
            <a:custGeom>
              <a:rect b="b" l="l" r="r" t="t"/>
              <a:pathLst>
                <a:path extrusionOk="0" h="5081" w="850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5297950" y="1632050"/>
              <a:ext cx="426200" cy="294950"/>
            </a:xfrm>
            <a:custGeom>
              <a:rect b="b" l="l" r="r" t="t"/>
              <a:pathLst>
                <a:path extrusionOk="0" h="11798" w="17048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11" name="Google Shape;511;p39"/>
          <p:cNvGrpSpPr/>
          <p:nvPr/>
        </p:nvGrpSpPr>
        <p:grpSpPr>
          <a:xfrm>
            <a:off x="4861560" y="1496958"/>
            <a:ext cx="358351" cy="381822"/>
            <a:chOff x="5970800" y="1619250"/>
            <a:chExt cx="428650" cy="456725"/>
          </a:xfrm>
        </p:grpSpPr>
        <p:sp>
          <p:nvSpPr>
            <p:cNvPr id="512" name="Google Shape;512;p39"/>
            <p:cNvSpPr/>
            <p:nvPr/>
          </p:nvSpPr>
          <p:spPr>
            <a:xfrm>
              <a:off x="5970800" y="1674200"/>
              <a:ext cx="377975" cy="377950"/>
            </a:xfrm>
            <a:custGeom>
              <a:rect b="b" l="l" r="r" t="t"/>
              <a:pathLst>
                <a:path extrusionOk="0" h="15118" w="15119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6068500" y="1771875"/>
              <a:ext cx="182575" cy="182600"/>
            </a:xfrm>
            <a:custGeom>
              <a:rect b="b" l="l" r="r" t="t"/>
              <a:pathLst>
                <a:path extrusionOk="0" h="7304" w="7303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5981175" y="2005125"/>
              <a:ext cx="75125" cy="70850"/>
            </a:xfrm>
            <a:custGeom>
              <a:rect b="b" l="l" r="r" t="t"/>
              <a:pathLst>
                <a:path extrusionOk="0" h="2834" w="3005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6263875" y="2005125"/>
              <a:ext cx="74525" cy="70850"/>
            </a:xfrm>
            <a:custGeom>
              <a:rect b="b" l="l" r="r" t="t"/>
              <a:pathLst>
                <a:path extrusionOk="0" h="2834" w="2981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6147875" y="1619250"/>
              <a:ext cx="251575" cy="255850"/>
            </a:xfrm>
            <a:custGeom>
              <a:rect b="b" l="l" r="r" t="t"/>
              <a:pathLst>
                <a:path extrusionOk="0" h="10234" w="10063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17" name="Google Shape;517;p39"/>
          <p:cNvGrpSpPr/>
          <p:nvPr/>
        </p:nvGrpSpPr>
        <p:grpSpPr>
          <a:xfrm>
            <a:off x="5408764" y="1492360"/>
            <a:ext cx="401719" cy="366502"/>
            <a:chOff x="6625350" y="1613750"/>
            <a:chExt cx="480525" cy="438400"/>
          </a:xfrm>
        </p:grpSpPr>
        <p:sp>
          <p:nvSpPr>
            <p:cNvPr id="518" name="Google Shape;518;p39"/>
            <p:cNvSpPr/>
            <p:nvPr/>
          </p:nvSpPr>
          <p:spPr>
            <a:xfrm>
              <a:off x="6670525" y="1887275"/>
              <a:ext cx="117875" cy="164875"/>
            </a:xfrm>
            <a:custGeom>
              <a:rect b="b" l="l" r="r" t="t"/>
              <a:pathLst>
                <a:path extrusionOk="0" h="6595" w="4715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7075950" y="1754175"/>
              <a:ext cx="29925" cy="99550"/>
            </a:xfrm>
            <a:custGeom>
              <a:rect b="b" l="l" r="r" t="t"/>
              <a:pathLst>
                <a:path extrusionOk="0" h="3982" w="1197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6625350" y="1729750"/>
              <a:ext cx="97700" cy="147175"/>
            </a:xfrm>
            <a:custGeom>
              <a:rect b="b" l="l" r="r" t="t"/>
              <a:pathLst>
                <a:path extrusionOk="0" h="5887" w="3908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1" name="Google Shape;521;p39"/>
            <p:cNvSpPr/>
            <p:nvPr/>
          </p:nvSpPr>
          <p:spPr>
            <a:xfrm>
              <a:off x="6736475" y="1638175"/>
              <a:ext cx="279650" cy="330325"/>
            </a:xfrm>
            <a:custGeom>
              <a:rect b="b" l="l" r="r" t="t"/>
              <a:pathLst>
                <a:path extrusionOk="0" h="13213" w="11186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2" name="Google Shape;522;p39"/>
            <p:cNvSpPr/>
            <p:nvPr/>
          </p:nvSpPr>
          <p:spPr>
            <a:xfrm>
              <a:off x="7029550" y="1613750"/>
              <a:ext cx="34200" cy="379800"/>
            </a:xfrm>
            <a:custGeom>
              <a:rect b="b" l="l" r="r" t="t"/>
              <a:pathLst>
                <a:path extrusionOk="0" h="15192" w="1368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23" name="Google Shape;523;p39"/>
          <p:cNvGrpSpPr/>
          <p:nvPr/>
        </p:nvGrpSpPr>
        <p:grpSpPr>
          <a:xfrm>
            <a:off x="380913" y="2088554"/>
            <a:ext cx="303217" cy="325685"/>
            <a:chOff x="611175" y="2326900"/>
            <a:chExt cx="362700" cy="389575"/>
          </a:xfrm>
        </p:grpSpPr>
        <p:sp>
          <p:nvSpPr>
            <p:cNvPr id="524" name="Google Shape;524;p39"/>
            <p:cNvSpPr/>
            <p:nvPr/>
          </p:nvSpPr>
          <p:spPr>
            <a:xfrm>
              <a:off x="611175" y="2326900"/>
              <a:ext cx="362700" cy="389575"/>
            </a:xfrm>
            <a:custGeom>
              <a:rect b="b" l="l" r="r" t="t"/>
              <a:pathLst>
                <a:path extrusionOk="0" h="15583" w="14508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794950" y="2500900"/>
              <a:ext cx="24450" cy="23850"/>
            </a:xfrm>
            <a:custGeom>
              <a:rect b="b" l="l" r="r" t="t"/>
              <a:pathLst>
                <a:path extrusionOk="0" h="954" w="978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754650" y="2381250"/>
              <a:ext cx="75750" cy="14050"/>
            </a:xfrm>
            <a:custGeom>
              <a:rect b="b" l="l" r="r" t="t"/>
              <a:pathLst>
                <a:path extrusionOk="0" h="562" w="303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765025" y="2453900"/>
              <a:ext cx="31175" cy="31150"/>
            </a:xfrm>
            <a:custGeom>
              <a:rect b="b" l="l" r="r" t="t"/>
              <a:pathLst>
                <a:path extrusionOk="0" h="1246" w="1247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528" name="Google Shape;528;p39"/>
          <p:cNvSpPr/>
          <p:nvPr/>
        </p:nvSpPr>
        <p:spPr>
          <a:xfrm>
            <a:off x="936309" y="2091681"/>
            <a:ext cx="319561" cy="319561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1499857" y="2091681"/>
            <a:ext cx="319561" cy="319561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0" name="Google Shape;530;p39"/>
          <p:cNvSpPr/>
          <p:nvPr/>
        </p:nvSpPr>
        <p:spPr>
          <a:xfrm>
            <a:off x="2063406" y="2091681"/>
            <a:ext cx="319561" cy="319561"/>
          </a:xfrm>
          <a:custGeom>
            <a:rect b="b" l="l" r="r" t="t"/>
            <a:pathLst>
              <a:path extrusionOk="0" h="15290" w="1529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31" name="Google Shape;531;p39"/>
          <p:cNvGrpSpPr/>
          <p:nvPr/>
        </p:nvGrpSpPr>
        <p:grpSpPr>
          <a:xfrm>
            <a:off x="2701378" y="2036492"/>
            <a:ext cx="170502" cy="425733"/>
            <a:chOff x="3386850" y="2264625"/>
            <a:chExt cx="203950" cy="509250"/>
          </a:xfrm>
        </p:grpSpPr>
        <p:sp>
          <p:nvSpPr>
            <p:cNvPr id="532" name="Google Shape;532;p39"/>
            <p:cNvSpPr/>
            <p:nvPr/>
          </p:nvSpPr>
          <p:spPr>
            <a:xfrm>
              <a:off x="3386850" y="2370850"/>
              <a:ext cx="203950" cy="403025"/>
            </a:xfrm>
            <a:custGeom>
              <a:rect b="b" l="l" r="r" t="t"/>
              <a:pathLst>
                <a:path extrusionOk="0" h="16121" w="8158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3446075" y="2264625"/>
              <a:ext cx="85500" cy="94050"/>
            </a:xfrm>
            <a:custGeom>
              <a:rect b="b" l="l" r="r" t="t"/>
              <a:pathLst>
                <a:path extrusionOk="0" h="3762" w="342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34" name="Google Shape;534;p39"/>
          <p:cNvGrpSpPr/>
          <p:nvPr/>
        </p:nvGrpSpPr>
        <p:grpSpPr>
          <a:xfrm>
            <a:off x="3843751" y="2090602"/>
            <a:ext cx="139863" cy="317513"/>
            <a:chOff x="4753325" y="2329350"/>
            <a:chExt cx="167300" cy="379800"/>
          </a:xfrm>
        </p:grpSpPr>
        <p:sp>
          <p:nvSpPr>
            <p:cNvPr id="535" name="Google Shape;535;p39"/>
            <p:cNvSpPr/>
            <p:nvPr/>
          </p:nvSpPr>
          <p:spPr>
            <a:xfrm>
              <a:off x="4753325" y="2424600"/>
              <a:ext cx="167300" cy="284550"/>
            </a:xfrm>
            <a:custGeom>
              <a:rect b="b" l="l" r="r" t="t"/>
              <a:pathLst>
                <a:path extrusionOk="0" h="11382" w="6692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4798500" y="2329350"/>
              <a:ext cx="76950" cy="84275"/>
            </a:xfrm>
            <a:custGeom>
              <a:rect b="b" l="l" r="r" t="t"/>
              <a:pathLst>
                <a:path extrusionOk="0" h="3371" w="3078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37" name="Google Shape;537;p39"/>
          <p:cNvGrpSpPr/>
          <p:nvPr/>
        </p:nvGrpSpPr>
        <p:grpSpPr>
          <a:xfrm>
            <a:off x="3277654" y="2038519"/>
            <a:ext cx="145004" cy="421658"/>
            <a:chOff x="4076175" y="2267050"/>
            <a:chExt cx="173450" cy="504375"/>
          </a:xfrm>
        </p:grpSpPr>
        <p:sp>
          <p:nvSpPr>
            <p:cNvPr id="538" name="Google Shape;538;p39"/>
            <p:cNvSpPr/>
            <p:nvPr/>
          </p:nvSpPr>
          <p:spPr>
            <a:xfrm>
              <a:off x="4122600" y="2267050"/>
              <a:ext cx="80600" cy="91625"/>
            </a:xfrm>
            <a:custGeom>
              <a:rect b="b" l="l" r="r" t="t"/>
              <a:pathLst>
                <a:path extrusionOk="0" h="3665" w="3224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4076175" y="2370250"/>
              <a:ext cx="173450" cy="401175"/>
            </a:xfrm>
            <a:custGeom>
              <a:rect b="b" l="l" r="r" t="t"/>
              <a:pathLst>
                <a:path extrusionOk="0" h="16047" w="6938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540" name="Google Shape;540;p39"/>
          <p:cNvSpPr/>
          <p:nvPr/>
        </p:nvSpPr>
        <p:spPr>
          <a:xfrm>
            <a:off x="4317599" y="2083007"/>
            <a:ext cx="319561" cy="336908"/>
          </a:xfrm>
          <a:custGeom>
            <a:rect b="b" l="l" r="r" t="t"/>
            <a:pathLst>
              <a:path extrusionOk="0" h="16120" w="1529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41" name="Google Shape;541;p39"/>
          <p:cNvGrpSpPr/>
          <p:nvPr/>
        </p:nvGrpSpPr>
        <p:grpSpPr>
          <a:xfrm>
            <a:off x="4865134" y="2089056"/>
            <a:ext cx="351204" cy="324661"/>
            <a:chOff x="5975075" y="2327500"/>
            <a:chExt cx="420100" cy="388350"/>
          </a:xfrm>
        </p:grpSpPr>
        <p:sp>
          <p:nvSpPr>
            <p:cNvPr id="542" name="Google Shape;542;p39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44" name="Google Shape;544;p39"/>
          <p:cNvGrpSpPr/>
          <p:nvPr/>
        </p:nvGrpSpPr>
        <p:grpSpPr>
          <a:xfrm>
            <a:off x="5496544" y="2079358"/>
            <a:ext cx="215437" cy="351204"/>
            <a:chOff x="6730350" y="2315900"/>
            <a:chExt cx="257700" cy="420100"/>
          </a:xfrm>
        </p:grpSpPr>
        <p:sp>
          <p:nvSpPr>
            <p:cNvPr id="545" name="Google Shape;545;p39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50" name="Google Shape;550;p39"/>
          <p:cNvGrpSpPr/>
          <p:nvPr/>
        </p:nvGrpSpPr>
        <p:grpSpPr>
          <a:xfrm>
            <a:off x="477889" y="2615840"/>
            <a:ext cx="109265" cy="398166"/>
            <a:chOff x="727175" y="2957625"/>
            <a:chExt cx="130700" cy="476275"/>
          </a:xfrm>
        </p:grpSpPr>
        <p:sp>
          <p:nvSpPr>
            <p:cNvPr id="551" name="Google Shape;551;p39"/>
            <p:cNvSpPr/>
            <p:nvPr/>
          </p:nvSpPr>
          <p:spPr>
            <a:xfrm>
              <a:off x="727175" y="2957625"/>
              <a:ext cx="130700" cy="476275"/>
            </a:xfrm>
            <a:custGeom>
              <a:rect b="b" l="l" r="r" t="t"/>
              <a:pathLst>
                <a:path extrusionOk="0" h="19051" w="5228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751600" y="3090125"/>
              <a:ext cx="81850" cy="319350"/>
            </a:xfrm>
            <a:custGeom>
              <a:rect b="b" l="l" r="r" t="t"/>
              <a:pathLst>
                <a:path extrusionOk="0" h="12774" w="3274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553" name="Google Shape;553;p39"/>
          <p:cNvSpPr/>
          <p:nvPr/>
        </p:nvSpPr>
        <p:spPr>
          <a:xfrm>
            <a:off x="1492208" y="2600114"/>
            <a:ext cx="334860" cy="429809"/>
          </a:xfrm>
          <a:custGeom>
            <a:rect b="b" l="l" r="r" t="t"/>
            <a:pathLst>
              <a:path extrusionOk="0" h="20565" w="16022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4" name="Google Shape;554;p39"/>
          <p:cNvSpPr/>
          <p:nvPr/>
        </p:nvSpPr>
        <p:spPr>
          <a:xfrm>
            <a:off x="972049" y="2600114"/>
            <a:ext cx="248083" cy="429809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55" name="Google Shape;555;p39"/>
          <p:cNvGrpSpPr/>
          <p:nvPr/>
        </p:nvGrpSpPr>
        <p:grpSpPr>
          <a:xfrm>
            <a:off x="2029631" y="2628589"/>
            <a:ext cx="386943" cy="372647"/>
            <a:chOff x="2583325" y="2972875"/>
            <a:chExt cx="462850" cy="445750"/>
          </a:xfrm>
        </p:grpSpPr>
        <p:sp>
          <p:nvSpPr>
            <p:cNvPr id="556" name="Google Shape;556;p39"/>
            <p:cNvSpPr/>
            <p:nvPr/>
          </p:nvSpPr>
          <p:spPr>
            <a:xfrm>
              <a:off x="2701775" y="3323350"/>
              <a:ext cx="225950" cy="95275"/>
            </a:xfrm>
            <a:custGeom>
              <a:rect b="b" l="l" r="r" t="t"/>
              <a:pathLst>
                <a:path extrusionOk="0" h="3811" w="9038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2583325" y="2972875"/>
              <a:ext cx="462850" cy="337075"/>
            </a:xfrm>
            <a:custGeom>
              <a:rect b="b" l="l" r="r" t="t"/>
              <a:pathLst>
                <a:path extrusionOk="0" h="13483" w="18514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58" name="Google Shape;558;p39"/>
          <p:cNvGrpSpPr/>
          <p:nvPr/>
        </p:nvGrpSpPr>
        <p:grpSpPr>
          <a:xfrm>
            <a:off x="2579886" y="2684246"/>
            <a:ext cx="413486" cy="261355"/>
            <a:chOff x="3241525" y="3039450"/>
            <a:chExt cx="494600" cy="312625"/>
          </a:xfrm>
        </p:grpSpPr>
        <p:sp>
          <p:nvSpPr>
            <p:cNvPr id="559" name="Google Shape;559;p39"/>
            <p:cNvSpPr/>
            <p:nvPr/>
          </p:nvSpPr>
          <p:spPr>
            <a:xfrm>
              <a:off x="3241525" y="3039450"/>
              <a:ext cx="494600" cy="312625"/>
            </a:xfrm>
            <a:custGeom>
              <a:rect b="b" l="l" r="r" t="t"/>
              <a:pathLst>
                <a:path extrusionOk="0" h="12505" w="19784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0" name="Google Shape;560;p39"/>
            <p:cNvSpPr/>
            <p:nvPr/>
          </p:nvSpPr>
          <p:spPr>
            <a:xfrm>
              <a:off x="3384400" y="3091350"/>
              <a:ext cx="208850" cy="208825"/>
            </a:xfrm>
            <a:custGeom>
              <a:rect b="b" l="l" r="r" t="t"/>
              <a:pathLst>
                <a:path extrusionOk="0" h="8353" w="8354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561" name="Google Shape;561;p39"/>
          <p:cNvSpPr/>
          <p:nvPr/>
        </p:nvSpPr>
        <p:spPr>
          <a:xfrm>
            <a:off x="3736180" y="2637380"/>
            <a:ext cx="355300" cy="355279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62" name="Google Shape;562;p39"/>
          <p:cNvGrpSpPr/>
          <p:nvPr/>
        </p:nvGrpSpPr>
        <p:grpSpPr>
          <a:xfrm>
            <a:off x="4263318" y="2656679"/>
            <a:ext cx="427781" cy="316489"/>
            <a:chOff x="5255200" y="3006475"/>
            <a:chExt cx="511700" cy="378575"/>
          </a:xfrm>
        </p:grpSpPr>
        <p:sp>
          <p:nvSpPr>
            <p:cNvPr id="563" name="Google Shape;563;p39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4" name="Google Shape;564;p39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65" name="Google Shape;565;p39"/>
          <p:cNvGrpSpPr/>
          <p:nvPr/>
        </p:nvGrpSpPr>
        <p:grpSpPr>
          <a:xfrm>
            <a:off x="3177104" y="2638308"/>
            <a:ext cx="346104" cy="353231"/>
            <a:chOff x="3955900" y="2984500"/>
            <a:chExt cx="414000" cy="422525"/>
          </a:xfrm>
        </p:grpSpPr>
        <p:sp>
          <p:nvSpPr>
            <p:cNvPr id="566" name="Google Shape;566;p39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7" name="Google Shape;567;p39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569" name="Google Shape;569;p39"/>
          <p:cNvSpPr/>
          <p:nvPr/>
        </p:nvSpPr>
        <p:spPr>
          <a:xfrm>
            <a:off x="341117" y="3226449"/>
            <a:ext cx="386922" cy="304241"/>
          </a:xfrm>
          <a:custGeom>
            <a:rect b="b" l="l" r="r" t="t"/>
            <a:pathLst>
              <a:path extrusionOk="0" h="14557" w="18513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0" name="Google Shape;570;p39"/>
          <p:cNvSpPr/>
          <p:nvPr/>
        </p:nvSpPr>
        <p:spPr>
          <a:xfrm>
            <a:off x="4906165" y="2621036"/>
            <a:ext cx="269526" cy="387967"/>
          </a:xfrm>
          <a:custGeom>
            <a:rect b="b" l="l" r="r" t="t"/>
            <a:pathLst>
              <a:path extrusionOk="0" h="18563" w="12896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71" name="Google Shape;571;p39"/>
          <p:cNvGrpSpPr/>
          <p:nvPr/>
        </p:nvGrpSpPr>
        <p:grpSpPr>
          <a:xfrm>
            <a:off x="5472049" y="2633187"/>
            <a:ext cx="264427" cy="375719"/>
            <a:chOff x="6701050" y="2978375"/>
            <a:chExt cx="316300" cy="449425"/>
          </a:xfrm>
        </p:grpSpPr>
        <p:sp>
          <p:nvSpPr>
            <p:cNvPr id="572" name="Google Shape;572;p39"/>
            <p:cNvSpPr/>
            <p:nvPr/>
          </p:nvSpPr>
          <p:spPr>
            <a:xfrm>
              <a:off x="6701050" y="2978375"/>
              <a:ext cx="316300" cy="78175"/>
            </a:xfrm>
            <a:custGeom>
              <a:rect b="b" l="l" r="r" t="t"/>
              <a:pathLst>
                <a:path extrusionOk="0" h="3127" w="12652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3" name="Google Shape;573;p39"/>
            <p:cNvSpPr/>
            <p:nvPr/>
          </p:nvSpPr>
          <p:spPr>
            <a:xfrm>
              <a:off x="6713875" y="3068750"/>
              <a:ext cx="290650" cy="359050"/>
            </a:xfrm>
            <a:custGeom>
              <a:rect b="b" l="l" r="r" t="t"/>
              <a:pathLst>
                <a:path extrusionOk="0" h="14362" w="11626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74" name="Google Shape;574;p39"/>
          <p:cNvGrpSpPr/>
          <p:nvPr/>
        </p:nvGrpSpPr>
        <p:grpSpPr>
          <a:xfrm>
            <a:off x="907677" y="3251848"/>
            <a:ext cx="376743" cy="253204"/>
            <a:chOff x="1241275" y="3718400"/>
            <a:chExt cx="450650" cy="302875"/>
          </a:xfrm>
        </p:grpSpPr>
        <p:sp>
          <p:nvSpPr>
            <p:cNvPr id="575" name="Google Shape;575;p39"/>
            <p:cNvSpPr/>
            <p:nvPr/>
          </p:nvSpPr>
          <p:spPr>
            <a:xfrm>
              <a:off x="1241275" y="3718400"/>
              <a:ext cx="450650" cy="302875"/>
            </a:xfrm>
            <a:custGeom>
              <a:rect b="b" l="l" r="r" t="t"/>
              <a:pathLst>
                <a:path extrusionOk="0" h="12115" w="18026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6" name="Google Shape;576;p39"/>
            <p:cNvSpPr/>
            <p:nvPr/>
          </p:nvSpPr>
          <p:spPr>
            <a:xfrm>
              <a:off x="1293175" y="3895475"/>
              <a:ext cx="174050" cy="12225"/>
            </a:xfrm>
            <a:custGeom>
              <a:rect b="b" l="l" r="r" t="t"/>
              <a:pathLst>
                <a:path extrusionOk="0" h="489" w="6962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7" name="Google Shape;577;p39"/>
            <p:cNvSpPr/>
            <p:nvPr/>
          </p:nvSpPr>
          <p:spPr>
            <a:xfrm>
              <a:off x="1293175" y="3935775"/>
              <a:ext cx="122750" cy="12225"/>
            </a:xfrm>
            <a:custGeom>
              <a:rect b="b" l="l" r="r" t="t"/>
              <a:pathLst>
                <a:path extrusionOk="0" h="489" w="491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78" name="Google Shape;578;p39"/>
            <p:cNvSpPr/>
            <p:nvPr/>
          </p:nvSpPr>
          <p:spPr>
            <a:xfrm>
              <a:off x="1570375" y="3901575"/>
              <a:ext cx="62300" cy="40325"/>
            </a:xfrm>
            <a:custGeom>
              <a:rect b="b" l="l" r="r" t="t"/>
              <a:pathLst>
                <a:path extrusionOk="0" h="1613" w="2492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79" name="Google Shape;579;p39"/>
          <p:cNvGrpSpPr/>
          <p:nvPr/>
        </p:nvGrpSpPr>
        <p:grpSpPr>
          <a:xfrm>
            <a:off x="1476324" y="3232453"/>
            <a:ext cx="366502" cy="292496"/>
            <a:chOff x="1921475" y="3695200"/>
            <a:chExt cx="438400" cy="349875"/>
          </a:xfrm>
        </p:grpSpPr>
        <p:sp>
          <p:nvSpPr>
            <p:cNvPr id="580" name="Google Shape;580;p39"/>
            <p:cNvSpPr/>
            <p:nvPr/>
          </p:nvSpPr>
          <p:spPr>
            <a:xfrm>
              <a:off x="2246900" y="3992550"/>
              <a:ext cx="52525" cy="52525"/>
            </a:xfrm>
            <a:custGeom>
              <a:rect b="b" l="l" r="r" t="t"/>
              <a:pathLst>
                <a:path extrusionOk="0" h="2101" w="2101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1" name="Google Shape;581;p39"/>
            <p:cNvSpPr/>
            <p:nvPr/>
          </p:nvSpPr>
          <p:spPr>
            <a:xfrm>
              <a:off x="2033800" y="3992550"/>
              <a:ext cx="52550" cy="52525"/>
            </a:xfrm>
            <a:custGeom>
              <a:rect b="b" l="l" r="r" t="t"/>
              <a:pathLst>
                <a:path extrusionOk="0" h="2101" w="2102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2" name="Google Shape;582;p39"/>
            <p:cNvSpPr/>
            <p:nvPr/>
          </p:nvSpPr>
          <p:spPr>
            <a:xfrm>
              <a:off x="1921475" y="3695200"/>
              <a:ext cx="438400" cy="297975"/>
            </a:xfrm>
            <a:custGeom>
              <a:rect b="b" l="l" r="r" t="t"/>
              <a:pathLst>
                <a:path extrusionOk="0" h="11919" w="17536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83" name="Google Shape;583;p39"/>
          <p:cNvGrpSpPr/>
          <p:nvPr/>
        </p:nvGrpSpPr>
        <p:grpSpPr>
          <a:xfrm>
            <a:off x="2043425" y="3227855"/>
            <a:ext cx="359355" cy="301190"/>
            <a:chOff x="2599825" y="3689700"/>
            <a:chExt cx="429850" cy="360275"/>
          </a:xfrm>
        </p:grpSpPr>
        <p:sp>
          <p:nvSpPr>
            <p:cNvPr id="584" name="Google Shape;584;p39"/>
            <p:cNvSpPr/>
            <p:nvPr/>
          </p:nvSpPr>
          <p:spPr>
            <a:xfrm>
              <a:off x="2599825" y="3689700"/>
              <a:ext cx="429850" cy="169150"/>
            </a:xfrm>
            <a:custGeom>
              <a:rect b="b" l="l" r="r" t="t"/>
              <a:pathLst>
                <a:path extrusionOk="0" h="6766" w="17194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2599825" y="3861275"/>
              <a:ext cx="429850" cy="188700"/>
            </a:xfrm>
            <a:custGeom>
              <a:rect b="b" l="l" r="r" t="t"/>
              <a:pathLst>
                <a:path extrusionOk="0" h="7548" w="17194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86" name="Google Shape;586;p39"/>
          <p:cNvGrpSpPr/>
          <p:nvPr/>
        </p:nvGrpSpPr>
        <p:grpSpPr>
          <a:xfrm>
            <a:off x="2624299" y="3196714"/>
            <a:ext cx="324661" cy="338956"/>
            <a:chOff x="3294650" y="3652450"/>
            <a:chExt cx="388350" cy="405450"/>
          </a:xfrm>
        </p:grpSpPr>
        <p:sp>
          <p:nvSpPr>
            <p:cNvPr id="587" name="Google Shape;587;p39"/>
            <p:cNvSpPr/>
            <p:nvPr/>
          </p:nvSpPr>
          <p:spPr>
            <a:xfrm>
              <a:off x="3294650" y="3681775"/>
              <a:ext cx="376150" cy="376125"/>
            </a:xfrm>
            <a:custGeom>
              <a:rect b="b" l="l" r="r" t="t"/>
              <a:pathLst>
                <a:path extrusionOk="0" h="15045" w="15046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8" name="Google Shape;588;p39"/>
            <p:cNvSpPr/>
            <p:nvPr/>
          </p:nvSpPr>
          <p:spPr>
            <a:xfrm>
              <a:off x="3494925" y="3760525"/>
              <a:ext cx="188075" cy="97100"/>
            </a:xfrm>
            <a:custGeom>
              <a:rect b="b" l="l" r="r" t="t"/>
              <a:pathLst>
                <a:path extrusionOk="0" h="3884" w="7523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9" name="Google Shape;589;p39"/>
            <p:cNvSpPr/>
            <p:nvPr/>
          </p:nvSpPr>
          <p:spPr>
            <a:xfrm>
              <a:off x="3494925" y="3652450"/>
              <a:ext cx="161200" cy="188100"/>
            </a:xfrm>
            <a:custGeom>
              <a:rect b="b" l="l" r="r" t="t"/>
              <a:pathLst>
                <a:path extrusionOk="0" h="7524" w="6448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90" name="Google Shape;590;p39"/>
          <p:cNvGrpSpPr/>
          <p:nvPr/>
        </p:nvGrpSpPr>
        <p:grpSpPr>
          <a:xfrm>
            <a:off x="3160781" y="3239601"/>
            <a:ext cx="378750" cy="277698"/>
            <a:chOff x="3936375" y="3703750"/>
            <a:chExt cx="453050" cy="332175"/>
          </a:xfrm>
        </p:grpSpPr>
        <p:sp>
          <p:nvSpPr>
            <p:cNvPr id="591" name="Google Shape;591;p39"/>
            <p:cNvSpPr/>
            <p:nvPr/>
          </p:nvSpPr>
          <p:spPr>
            <a:xfrm>
              <a:off x="3936375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2" name="Google Shape;592;p39"/>
            <p:cNvSpPr/>
            <p:nvPr/>
          </p:nvSpPr>
          <p:spPr>
            <a:xfrm>
              <a:off x="3988875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3" name="Google Shape;593;p39"/>
            <p:cNvSpPr/>
            <p:nvPr/>
          </p:nvSpPr>
          <p:spPr>
            <a:xfrm>
              <a:off x="4259350" y="3864325"/>
              <a:ext cx="77575" cy="133125"/>
            </a:xfrm>
            <a:custGeom>
              <a:rect b="b" l="l" r="r" t="t"/>
              <a:pathLst>
                <a:path extrusionOk="0" h="5325" w="3103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4" name="Google Shape;594;p39"/>
            <p:cNvSpPr/>
            <p:nvPr/>
          </p:nvSpPr>
          <p:spPr>
            <a:xfrm>
              <a:off x="4078625" y="3717800"/>
              <a:ext cx="77575" cy="279650"/>
            </a:xfrm>
            <a:custGeom>
              <a:rect b="b" l="l" r="r" t="t"/>
              <a:pathLst>
                <a:path extrusionOk="0" h="11186" w="3103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5" name="Google Shape;595;p39"/>
            <p:cNvSpPr/>
            <p:nvPr/>
          </p:nvSpPr>
          <p:spPr>
            <a:xfrm>
              <a:off x="4168375" y="3788625"/>
              <a:ext cx="78175" cy="208825"/>
            </a:xfrm>
            <a:custGeom>
              <a:rect b="b" l="l" r="r" t="t"/>
              <a:pathLst>
                <a:path extrusionOk="0" h="8353" w="3127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96" name="Google Shape;596;p39"/>
          <p:cNvGrpSpPr/>
          <p:nvPr/>
        </p:nvGrpSpPr>
        <p:grpSpPr>
          <a:xfrm>
            <a:off x="3724307" y="3239601"/>
            <a:ext cx="378750" cy="277698"/>
            <a:chOff x="4610450" y="3703750"/>
            <a:chExt cx="453050" cy="332175"/>
          </a:xfrm>
        </p:grpSpPr>
        <p:sp>
          <p:nvSpPr>
            <p:cNvPr id="597" name="Google Shape;597;p39"/>
            <p:cNvSpPr/>
            <p:nvPr/>
          </p:nvSpPr>
          <p:spPr>
            <a:xfrm>
              <a:off x="4610450" y="3703750"/>
              <a:ext cx="453050" cy="332175"/>
            </a:xfrm>
            <a:custGeom>
              <a:rect b="b" l="l" r="r" t="t"/>
              <a:pathLst>
                <a:path extrusionOk="0" h="13287" w="18122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98" name="Google Shape;598;p39"/>
            <p:cNvSpPr/>
            <p:nvPr/>
          </p:nvSpPr>
          <p:spPr>
            <a:xfrm>
              <a:off x="4642200" y="3730000"/>
              <a:ext cx="389550" cy="249150"/>
            </a:xfrm>
            <a:custGeom>
              <a:rect b="b" l="l" r="r" t="t"/>
              <a:pathLst>
                <a:path extrusionOk="0" h="9966" w="15582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99" name="Google Shape;599;p39"/>
          <p:cNvGrpSpPr/>
          <p:nvPr/>
        </p:nvGrpSpPr>
        <p:grpSpPr>
          <a:xfrm>
            <a:off x="4301106" y="3211532"/>
            <a:ext cx="352207" cy="333836"/>
            <a:chOff x="5300400" y="3670175"/>
            <a:chExt cx="421300" cy="399325"/>
          </a:xfrm>
        </p:grpSpPr>
        <p:sp>
          <p:nvSpPr>
            <p:cNvPr id="600" name="Google Shape;600;p39"/>
            <p:cNvSpPr/>
            <p:nvPr/>
          </p:nvSpPr>
          <p:spPr>
            <a:xfrm>
              <a:off x="5300400" y="3708025"/>
              <a:ext cx="421300" cy="267450"/>
            </a:xfrm>
            <a:custGeom>
              <a:rect b="b" l="l" r="r" t="t"/>
              <a:pathLst>
                <a:path extrusionOk="0" h="10698" w="16852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5498825" y="3670175"/>
              <a:ext cx="24450" cy="25650"/>
            </a:xfrm>
            <a:custGeom>
              <a:rect b="b" l="l" r="r" t="t"/>
              <a:pathLst>
                <a:path extrusionOk="0" h="1026" w="978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5366325" y="3987675"/>
              <a:ext cx="61100" cy="81825"/>
            </a:xfrm>
            <a:custGeom>
              <a:rect b="b" l="l" r="r" t="t"/>
              <a:pathLst>
                <a:path extrusionOk="0" h="3273" w="2444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5594700" y="3987675"/>
              <a:ext cx="61075" cy="81825"/>
            </a:xfrm>
            <a:custGeom>
              <a:rect b="b" l="l" r="r" t="t"/>
              <a:pathLst>
                <a:path extrusionOk="0" h="3273" w="2443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5324825" y="3732450"/>
              <a:ext cx="372475" cy="218600"/>
            </a:xfrm>
            <a:custGeom>
              <a:rect b="b" l="l" r="r" t="t"/>
              <a:pathLst>
                <a:path extrusionOk="0" h="8744" w="14899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605" name="Google Shape;605;p39"/>
          <p:cNvSpPr/>
          <p:nvPr/>
        </p:nvSpPr>
        <p:spPr>
          <a:xfrm>
            <a:off x="4844905" y="3182557"/>
            <a:ext cx="392042" cy="392021"/>
          </a:xfrm>
          <a:custGeom>
            <a:rect b="b" l="l" r="r" t="t"/>
            <a:pathLst>
              <a:path extrusionOk="0" h="18757" w="18758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06" name="Google Shape;606;p39"/>
          <p:cNvGrpSpPr/>
          <p:nvPr/>
        </p:nvGrpSpPr>
        <p:grpSpPr>
          <a:xfrm>
            <a:off x="5433259" y="3207435"/>
            <a:ext cx="342008" cy="342029"/>
            <a:chOff x="6654650" y="3665275"/>
            <a:chExt cx="409100" cy="409125"/>
          </a:xfrm>
        </p:grpSpPr>
        <p:sp>
          <p:nvSpPr>
            <p:cNvPr id="607" name="Google Shape;607;p39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08" name="Google Shape;608;p39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09" name="Google Shape;609;p39"/>
          <p:cNvGrpSpPr/>
          <p:nvPr/>
        </p:nvGrpSpPr>
        <p:grpSpPr>
          <a:xfrm>
            <a:off x="347223" y="3756667"/>
            <a:ext cx="370599" cy="370620"/>
            <a:chOff x="570875" y="4322250"/>
            <a:chExt cx="443300" cy="443325"/>
          </a:xfrm>
        </p:grpSpPr>
        <p:sp>
          <p:nvSpPr>
            <p:cNvPr id="610" name="Google Shape;610;p39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11" name="Google Shape;611;p39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12" name="Google Shape;612;p39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13" name="Google Shape;613;p39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614" name="Google Shape;614;p39"/>
          <p:cNvSpPr/>
          <p:nvPr/>
        </p:nvSpPr>
        <p:spPr>
          <a:xfrm>
            <a:off x="895469" y="3828789"/>
            <a:ext cx="401238" cy="226661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15" name="Google Shape;615;p39"/>
          <p:cNvGrpSpPr/>
          <p:nvPr/>
        </p:nvGrpSpPr>
        <p:grpSpPr>
          <a:xfrm>
            <a:off x="1524812" y="3729120"/>
            <a:ext cx="269526" cy="425712"/>
            <a:chOff x="1979475" y="4289300"/>
            <a:chExt cx="322400" cy="509225"/>
          </a:xfrm>
        </p:grpSpPr>
        <p:sp>
          <p:nvSpPr>
            <p:cNvPr id="616" name="Google Shape;616;p39"/>
            <p:cNvSpPr/>
            <p:nvPr/>
          </p:nvSpPr>
          <p:spPr>
            <a:xfrm>
              <a:off x="2187075" y="4509100"/>
              <a:ext cx="114800" cy="114800"/>
            </a:xfrm>
            <a:custGeom>
              <a:rect b="b" l="l" r="r" t="t"/>
              <a:pathLst>
                <a:path extrusionOk="0" h="4592" w="4592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17" name="Google Shape;617;p39"/>
            <p:cNvSpPr/>
            <p:nvPr/>
          </p:nvSpPr>
          <p:spPr>
            <a:xfrm>
              <a:off x="1979475" y="4542675"/>
              <a:ext cx="156925" cy="156950"/>
            </a:xfrm>
            <a:custGeom>
              <a:rect b="b" l="l" r="r" t="t"/>
              <a:pathLst>
                <a:path extrusionOk="0" h="6278" w="6277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18" name="Google Shape;618;p39"/>
            <p:cNvSpPr/>
            <p:nvPr/>
          </p:nvSpPr>
          <p:spPr>
            <a:xfrm>
              <a:off x="2041125" y="4289300"/>
              <a:ext cx="240000" cy="509225"/>
            </a:xfrm>
            <a:custGeom>
              <a:rect b="b" l="l" r="r" t="t"/>
              <a:pathLst>
                <a:path extrusionOk="0" h="20369" w="960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19" name="Google Shape;619;p39"/>
          <p:cNvGrpSpPr/>
          <p:nvPr/>
        </p:nvGrpSpPr>
        <p:grpSpPr>
          <a:xfrm>
            <a:off x="2064346" y="3734722"/>
            <a:ext cx="318014" cy="414510"/>
            <a:chOff x="2624850" y="4296000"/>
            <a:chExt cx="380400" cy="495825"/>
          </a:xfrm>
        </p:grpSpPr>
        <p:sp>
          <p:nvSpPr>
            <p:cNvPr id="620" name="Google Shape;620;p39"/>
            <p:cNvSpPr/>
            <p:nvPr/>
          </p:nvSpPr>
          <p:spPr>
            <a:xfrm>
              <a:off x="2845875" y="4296000"/>
              <a:ext cx="126425" cy="125800"/>
            </a:xfrm>
            <a:custGeom>
              <a:rect b="b" l="l" r="r" t="t"/>
              <a:pathLst>
                <a:path extrusionOk="0" h="5032" w="5057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21" name="Google Shape;621;p39"/>
            <p:cNvSpPr/>
            <p:nvPr/>
          </p:nvSpPr>
          <p:spPr>
            <a:xfrm>
              <a:off x="2635850" y="4316150"/>
              <a:ext cx="369400" cy="475675"/>
            </a:xfrm>
            <a:custGeom>
              <a:rect b="b" l="l" r="r" t="t"/>
              <a:pathLst>
                <a:path extrusionOk="0" h="19027" w="14776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2624850" y="4357675"/>
              <a:ext cx="171600" cy="171600"/>
            </a:xfrm>
            <a:custGeom>
              <a:rect b="b" l="l" r="r" t="t"/>
              <a:pathLst>
                <a:path extrusionOk="0" h="6864" w="6864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623" name="Google Shape;623;p39"/>
          <p:cNvSpPr/>
          <p:nvPr/>
        </p:nvSpPr>
        <p:spPr>
          <a:xfrm>
            <a:off x="3180303" y="3772127"/>
            <a:ext cx="339959" cy="339980"/>
          </a:xfrm>
          <a:custGeom>
            <a:rect b="b" l="l" r="r" t="t"/>
            <a:pathLst>
              <a:path extrusionOk="0" h="16267" w="16266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4" name="Google Shape;624;p39"/>
          <p:cNvSpPr/>
          <p:nvPr/>
        </p:nvSpPr>
        <p:spPr>
          <a:xfrm>
            <a:off x="2616754" y="3793571"/>
            <a:ext cx="339959" cy="297094"/>
          </a:xfrm>
          <a:custGeom>
            <a:rect b="b" l="l" r="r" t="t"/>
            <a:pathLst>
              <a:path extrusionOk="0" h="14215" w="16266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3742304" y="3770601"/>
            <a:ext cx="343053" cy="343032"/>
          </a:xfrm>
          <a:custGeom>
            <a:rect b="b" l="l" r="r" t="t"/>
            <a:pathLst>
              <a:path extrusionOk="0" h="16413" w="16414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26" name="Google Shape;626;p39"/>
          <p:cNvGrpSpPr/>
          <p:nvPr/>
        </p:nvGrpSpPr>
        <p:grpSpPr>
          <a:xfrm>
            <a:off x="4280686" y="3775560"/>
            <a:ext cx="393045" cy="332833"/>
            <a:chOff x="5275975" y="4344850"/>
            <a:chExt cx="470150" cy="398125"/>
          </a:xfrm>
        </p:grpSpPr>
        <p:sp>
          <p:nvSpPr>
            <p:cNvPr id="627" name="Google Shape;627;p39"/>
            <p:cNvSpPr/>
            <p:nvPr/>
          </p:nvSpPr>
          <p:spPr>
            <a:xfrm>
              <a:off x="566125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5294900" y="4690450"/>
              <a:ext cx="65950" cy="52525"/>
            </a:xfrm>
            <a:custGeom>
              <a:rect b="b" l="l" r="r" t="t"/>
              <a:pathLst>
                <a:path extrusionOk="0" h="2101" w="2638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5275975" y="4344850"/>
              <a:ext cx="470150" cy="334025"/>
            </a:xfrm>
            <a:custGeom>
              <a:rect b="b" l="l" r="r" t="t"/>
              <a:pathLst>
                <a:path extrusionOk="0" h="13361" w="18806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630" name="Google Shape;630;p39"/>
          <p:cNvSpPr/>
          <p:nvPr/>
        </p:nvSpPr>
        <p:spPr>
          <a:xfrm>
            <a:off x="4864301" y="3765502"/>
            <a:ext cx="353252" cy="353231"/>
          </a:xfrm>
          <a:custGeom>
            <a:rect b="b" l="l" r="r" t="t"/>
            <a:pathLst>
              <a:path extrusionOk="0" h="16901" w="16902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31" name="Google Shape;631;p39"/>
          <p:cNvGrpSpPr/>
          <p:nvPr/>
        </p:nvGrpSpPr>
        <p:grpSpPr>
          <a:xfrm>
            <a:off x="5423039" y="3748516"/>
            <a:ext cx="362448" cy="386922"/>
            <a:chOff x="6642425" y="4312500"/>
            <a:chExt cx="433550" cy="462825"/>
          </a:xfrm>
        </p:grpSpPr>
        <p:sp>
          <p:nvSpPr>
            <p:cNvPr id="632" name="Google Shape;632;p39"/>
            <p:cNvSpPr/>
            <p:nvPr/>
          </p:nvSpPr>
          <p:spPr>
            <a:xfrm>
              <a:off x="6642425" y="4687375"/>
              <a:ext cx="433550" cy="39125"/>
            </a:xfrm>
            <a:custGeom>
              <a:rect b="b" l="l" r="r" t="t"/>
              <a:pathLst>
                <a:path extrusionOk="0" h="1565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3" name="Google Shape;633;p39"/>
            <p:cNvSpPr/>
            <p:nvPr/>
          </p:nvSpPr>
          <p:spPr>
            <a:xfrm>
              <a:off x="6642425" y="4736225"/>
              <a:ext cx="433550" cy="39100"/>
            </a:xfrm>
            <a:custGeom>
              <a:rect b="b" l="l" r="r" t="t"/>
              <a:pathLst>
                <a:path extrusionOk="0" h="1564" w="17342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6684575" y="4312500"/>
              <a:ext cx="349875" cy="377350"/>
            </a:xfrm>
            <a:custGeom>
              <a:rect b="b" l="l" r="r" t="t"/>
              <a:pathLst>
                <a:path extrusionOk="0" h="15094" w="13995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635" name="Google Shape;635;p39"/>
          <p:cNvSpPr/>
          <p:nvPr/>
        </p:nvSpPr>
        <p:spPr>
          <a:xfrm>
            <a:off x="299775" y="4368343"/>
            <a:ext cx="465527" cy="274647"/>
          </a:xfrm>
          <a:custGeom>
            <a:rect b="b" l="l" r="r" t="t"/>
            <a:pathLst>
              <a:path extrusionOk="0" h="13141" w="22274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36" name="Google Shape;636;p39"/>
          <p:cNvGrpSpPr/>
          <p:nvPr/>
        </p:nvGrpSpPr>
        <p:grpSpPr>
          <a:xfrm>
            <a:off x="910227" y="4322764"/>
            <a:ext cx="371623" cy="365499"/>
            <a:chOff x="1244325" y="4999400"/>
            <a:chExt cx="444525" cy="437200"/>
          </a:xfrm>
        </p:grpSpPr>
        <p:sp>
          <p:nvSpPr>
            <p:cNvPr id="637" name="Google Shape;637;p39"/>
            <p:cNvSpPr/>
            <p:nvPr/>
          </p:nvSpPr>
          <p:spPr>
            <a:xfrm>
              <a:off x="1244325" y="5161200"/>
              <a:ext cx="374925" cy="222275"/>
            </a:xfrm>
            <a:custGeom>
              <a:rect b="b" l="l" r="r" t="t"/>
              <a:pathLst>
                <a:path extrusionOk="0" h="8891" w="14997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1244325" y="5397500"/>
              <a:ext cx="444525" cy="39100"/>
            </a:xfrm>
            <a:custGeom>
              <a:rect b="b" l="l" r="r" t="t"/>
              <a:pathLst>
                <a:path extrusionOk="0" h="1564" w="17781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451925" y="4999400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1407975" y="4999400"/>
              <a:ext cx="31150" cy="129450"/>
            </a:xfrm>
            <a:custGeom>
              <a:rect b="b" l="l" r="r" t="t"/>
              <a:pathLst>
                <a:path extrusionOk="0" h="5178" w="1246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1495900" y="4999400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42" name="Google Shape;642;p39"/>
          <p:cNvGrpSpPr/>
          <p:nvPr/>
        </p:nvGrpSpPr>
        <p:grpSpPr>
          <a:xfrm>
            <a:off x="1506943" y="4311018"/>
            <a:ext cx="305265" cy="388970"/>
            <a:chOff x="1958100" y="4985350"/>
            <a:chExt cx="365150" cy="465275"/>
          </a:xfrm>
        </p:grpSpPr>
        <p:sp>
          <p:nvSpPr>
            <p:cNvPr id="643" name="Google Shape;643;p39"/>
            <p:cNvSpPr/>
            <p:nvPr/>
          </p:nvSpPr>
          <p:spPr>
            <a:xfrm>
              <a:off x="1958100" y="4985350"/>
              <a:ext cx="365150" cy="465275"/>
            </a:xfrm>
            <a:custGeom>
              <a:rect b="b" l="l" r="r" t="t"/>
              <a:pathLst>
                <a:path extrusionOk="0" h="18611" w="14606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1977625" y="5237525"/>
              <a:ext cx="113600" cy="213100"/>
            </a:xfrm>
            <a:custGeom>
              <a:rect b="b" l="l" r="r" t="t"/>
              <a:pathLst>
                <a:path extrusionOk="0" h="8524" w="4544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2190125" y="5237525"/>
              <a:ext cx="113575" cy="213100"/>
            </a:xfrm>
            <a:custGeom>
              <a:rect b="b" l="l" r="r" t="t"/>
              <a:pathLst>
                <a:path extrusionOk="0" h="8524" w="4543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46" name="Google Shape;646;p39"/>
          <p:cNvGrpSpPr/>
          <p:nvPr/>
        </p:nvGrpSpPr>
        <p:grpSpPr>
          <a:xfrm>
            <a:off x="2048002" y="4325815"/>
            <a:ext cx="350200" cy="359877"/>
            <a:chOff x="2605300" y="5003050"/>
            <a:chExt cx="418900" cy="430475"/>
          </a:xfrm>
        </p:grpSpPr>
        <p:sp>
          <p:nvSpPr>
            <p:cNvPr id="647" name="Google Shape;647;p39"/>
            <p:cNvSpPr/>
            <p:nvPr/>
          </p:nvSpPr>
          <p:spPr>
            <a:xfrm>
              <a:off x="2820225" y="5222250"/>
              <a:ext cx="202750" cy="211275"/>
            </a:xfrm>
            <a:custGeom>
              <a:rect b="b" l="l" r="r" t="t"/>
              <a:pathLst>
                <a:path extrusionOk="0" h="8451" w="811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8" name="Google Shape;648;p39"/>
            <p:cNvSpPr/>
            <p:nvPr/>
          </p:nvSpPr>
          <p:spPr>
            <a:xfrm>
              <a:off x="2606525" y="5003050"/>
              <a:ext cx="203975" cy="208225"/>
            </a:xfrm>
            <a:custGeom>
              <a:rect b="b" l="l" r="r" t="t"/>
              <a:pathLst>
                <a:path extrusionOk="0" h="8329" w="8159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2605300" y="5008550"/>
              <a:ext cx="418900" cy="418875"/>
            </a:xfrm>
            <a:custGeom>
              <a:rect b="b" l="l" r="r" t="t"/>
              <a:pathLst>
                <a:path extrusionOk="0" h="16755" w="16756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50" name="Google Shape;650;p39"/>
          <p:cNvGrpSpPr/>
          <p:nvPr/>
        </p:nvGrpSpPr>
        <p:grpSpPr>
          <a:xfrm>
            <a:off x="2577336" y="4333486"/>
            <a:ext cx="418585" cy="344056"/>
            <a:chOff x="3238475" y="5012225"/>
            <a:chExt cx="500700" cy="411550"/>
          </a:xfrm>
        </p:grpSpPr>
        <p:sp>
          <p:nvSpPr>
            <p:cNvPr id="651" name="Google Shape;651;p39"/>
            <p:cNvSpPr/>
            <p:nvPr/>
          </p:nvSpPr>
          <p:spPr>
            <a:xfrm>
              <a:off x="3238475" y="5315050"/>
              <a:ext cx="500700" cy="108725"/>
            </a:xfrm>
            <a:custGeom>
              <a:rect b="b" l="l" r="r" t="t"/>
              <a:pathLst>
                <a:path extrusionOk="0" h="4349" w="20028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3282450" y="5160575"/>
              <a:ext cx="412750" cy="140475"/>
            </a:xfrm>
            <a:custGeom>
              <a:rect b="b" l="l" r="r" t="t"/>
              <a:pathLst>
                <a:path extrusionOk="0" h="5619" w="1651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3473550" y="5012225"/>
              <a:ext cx="30550" cy="129450"/>
            </a:xfrm>
            <a:custGeom>
              <a:rect b="b" l="l" r="r" t="t"/>
              <a:pathLst>
                <a:path extrusionOk="0" h="5178" w="1222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3429575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3516900" y="5012225"/>
              <a:ext cx="31175" cy="129450"/>
            </a:xfrm>
            <a:custGeom>
              <a:rect b="b" l="l" r="r" t="t"/>
              <a:pathLst>
                <a:path extrusionOk="0" h="5178" w="1247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56" name="Google Shape;656;p39"/>
          <p:cNvGrpSpPr/>
          <p:nvPr/>
        </p:nvGrpSpPr>
        <p:grpSpPr>
          <a:xfrm>
            <a:off x="3683970" y="4296723"/>
            <a:ext cx="459424" cy="417561"/>
            <a:chOff x="4562200" y="4968250"/>
            <a:chExt cx="549550" cy="499475"/>
          </a:xfrm>
        </p:grpSpPr>
        <p:sp>
          <p:nvSpPr>
            <p:cNvPr id="657" name="Google Shape;657;p39"/>
            <p:cNvSpPr/>
            <p:nvPr/>
          </p:nvSpPr>
          <p:spPr>
            <a:xfrm>
              <a:off x="4842450" y="5242400"/>
              <a:ext cx="213125" cy="225325"/>
            </a:xfrm>
            <a:custGeom>
              <a:rect b="b" l="l" r="r" t="t"/>
              <a:pathLst>
                <a:path extrusionOk="0" h="9013" w="8525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4617775" y="5241800"/>
              <a:ext cx="212500" cy="225925"/>
            </a:xfrm>
            <a:custGeom>
              <a:rect b="b" l="l" r="r" t="t"/>
              <a:pathLst>
                <a:path extrusionOk="0" h="9037" w="850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4631200" y="4968250"/>
              <a:ext cx="411550" cy="236325"/>
            </a:xfrm>
            <a:custGeom>
              <a:rect b="b" l="l" r="r" t="t"/>
              <a:pathLst>
                <a:path extrusionOk="0" h="9453" w="16462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4562200" y="5094025"/>
              <a:ext cx="274800" cy="226550"/>
            </a:xfrm>
            <a:custGeom>
              <a:rect b="b" l="l" r="r" t="t"/>
              <a:pathLst>
                <a:path extrusionOk="0" h="9062" w="10992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4836975" y="5094025"/>
              <a:ext cx="274775" cy="226550"/>
            </a:xfrm>
            <a:custGeom>
              <a:rect b="b" l="l" r="r" t="t"/>
              <a:pathLst>
                <a:path extrusionOk="0" h="9062" w="10991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62" name="Google Shape;662;p39"/>
          <p:cNvGrpSpPr/>
          <p:nvPr/>
        </p:nvGrpSpPr>
        <p:grpSpPr>
          <a:xfrm>
            <a:off x="3190898" y="4320214"/>
            <a:ext cx="318516" cy="370076"/>
            <a:chOff x="3972400" y="4996350"/>
            <a:chExt cx="381000" cy="442675"/>
          </a:xfrm>
        </p:grpSpPr>
        <p:sp>
          <p:nvSpPr>
            <p:cNvPr id="663" name="Google Shape;663;p39"/>
            <p:cNvSpPr/>
            <p:nvPr/>
          </p:nvSpPr>
          <p:spPr>
            <a:xfrm>
              <a:off x="4157400" y="4996350"/>
              <a:ext cx="86725" cy="103200"/>
            </a:xfrm>
            <a:custGeom>
              <a:rect b="b" l="l" r="r" t="t"/>
              <a:pathLst>
                <a:path extrusionOk="0" h="4128" w="3469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3972400" y="5048250"/>
              <a:ext cx="381000" cy="390775"/>
            </a:xfrm>
            <a:custGeom>
              <a:rect b="b" l="l" r="r" t="t"/>
              <a:pathLst>
                <a:path extrusionOk="0" h="15631" w="1524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65" name="Google Shape;665;p39"/>
          <p:cNvGrpSpPr/>
          <p:nvPr/>
        </p:nvGrpSpPr>
        <p:grpSpPr>
          <a:xfrm>
            <a:off x="4251594" y="4289073"/>
            <a:ext cx="451252" cy="432860"/>
            <a:chOff x="5241175" y="4959100"/>
            <a:chExt cx="539775" cy="517775"/>
          </a:xfrm>
        </p:grpSpPr>
        <p:sp>
          <p:nvSpPr>
            <p:cNvPr id="666" name="Google Shape;666;p39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672" name="Google Shape;672;p39"/>
          <p:cNvSpPr/>
          <p:nvPr/>
        </p:nvSpPr>
        <p:spPr>
          <a:xfrm>
            <a:off x="4842355" y="4395912"/>
            <a:ext cx="397142" cy="219513"/>
          </a:xfrm>
          <a:custGeom>
            <a:rect b="b" l="l" r="r" t="t"/>
            <a:pathLst>
              <a:path extrusionOk="0" h="10503" w="19002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73" name="Google Shape;673;p39"/>
          <p:cNvGrpSpPr/>
          <p:nvPr/>
        </p:nvGrpSpPr>
        <p:grpSpPr>
          <a:xfrm>
            <a:off x="5458778" y="4353382"/>
            <a:ext cx="289444" cy="332833"/>
            <a:chOff x="6685175" y="5036025"/>
            <a:chExt cx="346225" cy="398125"/>
          </a:xfrm>
        </p:grpSpPr>
        <p:sp>
          <p:nvSpPr>
            <p:cNvPr id="674" name="Google Shape;674;p39"/>
            <p:cNvSpPr/>
            <p:nvPr/>
          </p:nvSpPr>
          <p:spPr>
            <a:xfrm>
              <a:off x="6743800" y="5036025"/>
              <a:ext cx="105650" cy="147775"/>
            </a:xfrm>
            <a:custGeom>
              <a:rect b="b" l="l" r="r" t="t"/>
              <a:pathLst>
                <a:path extrusionOk="0" h="5911" w="4226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6685175" y="5152025"/>
              <a:ext cx="84275" cy="117275"/>
            </a:xfrm>
            <a:custGeom>
              <a:rect b="b" l="l" r="r" t="t"/>
              <a:pathLst>
                <a:path extrusionOk="0" h="4691" w="3371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6871400" y="5038475"/>
              <a:ext cx="105650" cy="145325"/>
            </a:xfrm>
            <a:custGeom>
              <a:rect b="b" l="l" r="r" t="t"/>
              <a:pathLst>
                <a:path extrusionOk="0" h="5813" w="4226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6944050" y="5155700"/>
              <a:ext cx="87350" cy="116025"/>
            </a:xfrm>
            <a:custGeom>
              <a:rect b="b" l="l" r="r" t="t"/>
              <a:pathLst>
                <a:path extrusionOk="0" h="4641" w="3494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6727300" y="5185625"/>
              <a:ext cx="263800" cy="248525"/>
            </a:xfrm>
            <a:custGeom>
              <a:rect b="b" l="l" r="r" t="t"/>
              <a:pathLst>
                <a:path extrusionOk="0" h="9941" w="10552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679" name="Google Shape;679;p39"/>
          <p:cNvGrpSpPr/>
          <p:nvPr/>
        </p:nvGrpSpPr>
        <p:grpSpPr>
          <a:xfrm>
            <a:off x="6283418" y="2106199"/>
            <a:ext cx="432570" cy="421334"/>
            <a:chOff x="5926225" y="921350"/>
            <a:chExt cx="517800" cy="504350"/>
          </a:xfrm>
        </p:grpSpPr>
        <p:sp>
          <p:nvSpPr>
            <p:cNvPr id="680" name="Google Shape;680;p39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682" name="Google Shape;682;p39"/>
          <p:cNvSpPr/>
          <p:nvPr/>
        </p:nvSpPr>
        <p:spPr>
          <a:xfrm>
            <a:off x="6477338" y="2342256"/>
            <a:ext cx="400950" cy="22649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3" name="Google Shape;683;p39"/>
          <p:cNvGrpSpPr/>
          <p:nvPr/>
        </p:nvGrpSpPr>
        <p:grpSpPr>
          <a:xfrm>
            <a:off x="7168405" y="2085579"/>
            <a:ext cx="432570" cy="421334"/>
            <a:chOff x="5926225" y="921350"/>
            <a:chExt cx="517800" cy="504350"/>
          </a:xfrm>
        </p:grpSpPr>
        <p:sp>
          <p:nvSpPr>
            <p:cNvPr id="684" name="Google Shape;684;p39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1C23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1C23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6" name="Google Shape;686;p39"/>
          <p:cNvSpPr/>
          <p:nvPr/>
        </p:nvSpPr>
        <p:spPr>
          <a:xfrm>
            <a:off x="7362326" y="2321636"/>
            <a:ext cx="400950" cy="22649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7" name="Google Shape;687;p39"/>
          <p:cNvGrpSpPr/>
          <p:nvPr/>
        </p:nvGrpSpPr>
        <p:grpSpPr>
          <a:xfrm>
            <a:off x="6283685" y="2834621"/>
            <a:ext cx="1075937" cy="1047989"/>
            <a:chOff x="5926225" y="921350"/>
            <a:chExt cx="517800" cy="504350"/>
          </a:xfrm>
        </p:grpSpPr>
        <p:sp>
          <p:nvSpPr>
            <p:cNvPr id="688" name="Google Shape;688;p39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28575">
              <a:solidFill>
                <a:schemeClr val="accent4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accent5"/>
            </a:solidFill>
            <a:ln cap="flat" cmpd="sng" w="28575">
              <a:solidFill>
                <a:schemeClr val="accent4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0" name="Google Shape;690;p39"/>
          <p:cNvSpPr/>
          <p:nvPr/>
        </p:nvSpPr>
        <p:spPr>
          <a:xfrm>
            <a:off x="6765998" y="3421718"/>
            <a:ext cx="997288" cy="563371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p39"/>
          <p:cNvSpPr txBox="1"/>
          <p:nvPr>
            <p:ph idx="4294967295" type="body"/>
          </p:nvPr>
        </p:nvSpPr>
        <p:spPr>
          <a:xfrm>
            <a:off x="6248575" y="4223563"/>
            <a:ext cx="2438100" cy="5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/>
              <a:t>Find</a:t>
            </a:r>
            <a:r>
              <a:rPr b="1" lang="en" sz="900"/>
              <a:t> more icons at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slidescarnival.com/extra-free-resources-icons-and-maps</a:t>
            </a:r>
            <a:endParaRPr sz="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40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698" name="Google Shape;698;p40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4" name="Google Shape;704;p40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705" name="Google Shape;705;p40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9" name="Google Shape;709;p40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710" name="Google Shape;710;p40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40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714" name="Google Shape;714;p40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9" name="Google Shape;719;p40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720" name="Google Shape;720;p40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p40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724" name="Google Shape;724;p40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8" name="Google Shape;728;p40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729" name="Google Shape;729;p40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p40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735" name="Google Shape;735;p40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40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1" name="Google Shape;741;p40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742" name="Google Shape;742;p40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40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4" name="Google Shape;744;p40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745" name="Google Shape;745;p40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40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8" name="Google Shape;748;p40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749" name="Google Shape;749;p40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40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40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40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40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5" name="Google Shape;755;p40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756" name="Google Shape;756;p40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40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40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40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40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1" name="Google Shape;761;p40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762" name="Google Shape;762;p40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40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40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5" name="Google Shape;765;p40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766" name="Google Shape;766;p40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767" name="Google Shape;767;p40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40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40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40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40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40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40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40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40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40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7" name="Google Shape;777;p40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40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40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40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40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40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3" name="Google Shape;783;p40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784" name="Google Shape;784;p40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40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40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40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8" name="Google Shape;788;p40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789" name="Google Shape;789;p40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40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40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40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40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4" name="Google Shape;794;p40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795" name="Google Shape;795;p40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40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40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40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40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40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1" name="Google Shape;801;p40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802" name="Google Shape;802;p40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0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40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6" name="Google Shape;806;p40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807" name="Google Shape;807;p40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40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40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40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1" name="Google Shape;811;p40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812" name="Google Shape;812;p40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40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40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40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40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7" name="Google Shape;817;p40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818" name="Google Shape;818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8" name="Google Shape;828;p40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829" name="Google Shape;829;p40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40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40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2" name="Google Shape;832;p40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833" name="Google Shape;833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3" name="Google Shape;843;p40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844" name="Google Shape;844;p40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40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40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8" name="Google Shape;848;p40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849" name="Google Shape;849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9" name="Google Shape;859;p40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860" name="Google Shape;860;p40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40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40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40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40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40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40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7" name="Google Shape;867;p40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868" name="Google Shape;868;p40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40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40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40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2" name="Google Shape;872;p40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873" name="Google Shape;873;p40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40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40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40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7" name="Google Shape;877;p40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878" name="Google Shape;878;p40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40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40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40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40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3" name="Google Shape;883;p40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884" name="Google Shape;884;p40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40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40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40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40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40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0" name="Google Shape;890;p40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891" name="Google Shape;891;p40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40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4" name="Google Shape;894;p40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895" name="Google Shape;895;p40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0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0" name="Google Shape;900;p40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901" name="Google Shape;901;p40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40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40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40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908" name="Google Shape;908;p40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1" name="Google Shape;911;p40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912" name="Google Shape;912;p40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0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0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0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6" name="Google Shape;916;p40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917" name="Google Shape;917;p40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0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3" name="Google Shape;923;p40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924" name="Google Shape;924;p40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0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0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0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0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0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40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1" name="Google Shape;931;p40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932" name="Google Shape;932;p40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0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" name="Google Shape;936;p40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937" name="Google Shape;937;p40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0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40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0" name="Google Shape;940;p40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941" name="Google Shape;941;p40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0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0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4" name="Google Shape;944;p40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945" name="Google Shape;945;p40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0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9" name="Google Shape;949;p40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950" name="Google Shape;950;p40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0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0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0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4" name="Google Shape;954;p40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955" name="Google Shape;955;p40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0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0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0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0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0" name="Google Shape;960;p40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961" name="Google Shape;961;p40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0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0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0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0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0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7" name="Google Shape;967;p40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968" name="Google Shape;968;p40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0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40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0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0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0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40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5" name="Google Shape;975;p40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976" name="Google Shape;976;p40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0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0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0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0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0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0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0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0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0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0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40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8" name="Google Shape;988;p40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989" name="Google Shape;989;p40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40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40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40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3" name="Google Shape;993;p40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994" name="Google Shape;994;p40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40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40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7" name="Google Shape;997;p40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998" name="Google Shape;998;p40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40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0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0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0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4" name="Google Shape;1004;p40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005" name="Google Shape;1005;p40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0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0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40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3" name="Google Shape;1013;p40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014" name="Google Shape;1014;p40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6" name="Google Shape;1026;p40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027" name="Google Shape;1027;p40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0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40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40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0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0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0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0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0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9" name="Google Shape;1039;p40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040" name="Google Shape;1040;p40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40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40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40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0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0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40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0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0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40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0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0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2" name="Google Shape;1052;p40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053" name="Google Shape;1053;p40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0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0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0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0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9" name="Google Shape;1059;p40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060" name="Google Shape;1060;p40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0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0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0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40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0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40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40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40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40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40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0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40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40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40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5" name="Google Shape;1075;p40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076" name="Google Shape;1076;p40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40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40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40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  <a:close/>
                </a:path>
              </a:pathLst>
            </a:custGeom>
            <a:solidFill>
              <a:srgbClr val="BD2A3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40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1" name="Google Shape;1081;p40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082" name="Google Shape;1082;p40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083" name="Google Shape;1083;p40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40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40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6" name="Google Shape;1086;p40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087" name="Google Shape;1087;p40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40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40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0" name="Google Shape;1090;p40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091" name="Google Shape;1091;p40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40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40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4" name="Google Shape;1094;p40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095" name="Google Shape;1095;p40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40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40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98" name="Google Shape;1098;p40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099" name="Google Shape;1099;p40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40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40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0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0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0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40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0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7" name="Google Shape;1107;p40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108" name="Google Shape;1108;p40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0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40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40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0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40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40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40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40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40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2" name="Google Shape;1132;p40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133" name="Google Shape;1133;p40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134" name="Google Shape;1134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6" name="Google Shape;1136;p40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137" name="Google Shape;1137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9" name="Google Shape;1139;p40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140" name="Google Shape;1140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42" name="Google Shape;1142;p40"/>
          <p:cNvSpPr txBox="1"/>
          <p:nvPr>
            <p:ph idx="4294967295" type="title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143" name="Google Shape;1143;p4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41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chemeClr val="accent1"/>
                </a:solidFill>
                <a:highlight>
                  <a:schemeClr val="accent6"/>
                </a:highlight>
                <a:latin typeface="Kulim Park Light"/>
                <a:ea typeface="Kulim Park Light"/>
                <a:cs typeface="Kulim Park Light"/>
                <a:sym typeface="Kulim Park Light"/>
              </a:rPr>
              <a:t> and many more...</a:t>
            </a:r>
            <a:endParaRPr sz="2400">
              <a:solidFill>
                <a:schemeClr val="accent1"/>
              </a:solidFill>
              <a:highlight>
                <a:schemeClr val="accent6"/>
              </a:highlight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1149" name="Google Shape;1149;p41"/>
          <p:cNvSpPr txBox="1"/>
          <p:nvPr/>
        </p:nvSpPr>
        <p:spPr>
          <a:xfrm>
            <a:off x="5727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200">
                <a:solidFill>
                  <a:schemeClr val="accent1"/>
                </a:solidFill>
              </a:rPr>
              <a:t>😉</a:t>
            </a:r>
            <a:endParaRPr sz="7200">
              <a:solidFill>
                <a:schemeClr val="accent1"/>
              </a:solidFill>
            </a:endParaRPr>
          </a:p>
        </p:txBody>
      </p:sp>
      <p:sp>
        <p:nvSpPr>
          <p:cNvPr id="1150" name="Google Shape;1150;p4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1" name="Google Shape;1151;p41"/>
          <p:cNvSpPr txBox="1"/>
          <p:nvPr>
            <p:ph idx="4294967295" type="body"/>
          </p:nvPr>
        </p:nvSpPr>
        <p:spPr>
          <a:xfrm>
            <a:off x="2200525" y="856425"/>
            <a:ext cx="5859000" cy="11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/>
              <a:t>You can also use any emoji as an icon!</a:t>
            </a:r>
            <a:br>
              <a:rPr lang="en" sz="1400"/>
            </a:br>
            <a:r>
              <a:rPr lang="en" sz="1400"/>
              <a:t>And of course it resizes without losing quality.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How? Follow Google instructions </a:t>
            </a:r>
            <a:r>
              <a:rPr lang="en" sz="1400" u="sng">
                <a:hlinkClick r:id="rId3"/>
              </a:rPr>
              <a:t>https://twitter.com/googledocs/status/730087240156643328</a:t>
            </a:r>
            <a:endParaRPr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4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42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58" name="Google Shape;1158;p42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159" name="Google Shape;1159;p42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160" name="Google Shape;1160;p42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61" name="Google Shape;1161;p42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62" name="Google Shape;1162;p42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163" name="Google Shape;1163;p42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64" name="Google Shape;1164;p42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65" name="Google Shape;1165;p42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166" name="Google Shape;1166;p42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67" name="Google Shape;1167;p42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68" name="Google Shape;1168;p42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169" name="Google Shape;1169;p42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70" name="Google Shape;1170;p42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171" name="Google Shape;1171;p4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olumnia template">
  <a:themeElements>
    <a:clrScheme name="Custom 347">
      <a:dk1>
        <a:srgbClr val="39273F"/>
      </a:dk1>
      <a:lt1>
        <a:srgbClr val="FFFFFF"/>
      </a:lt1>
      <a:dk2>
        <a:srgbClr val="5E1B53"/>
      </a:dk2>
      <a:lt2>
        <a:srgbClr val="F1EEF1"/>
      </a:lt2>
      <a:accent1>
        <a:srgbClr val="940D7F"/>
      </a:accent1>
      <a:accent2>
        <a:srgbClr val="CE0063"/>
      </a:accent2>
      <a:accent3>
        <a:srgbClr val="ED2B2B"/>
      </a:accent3>
      <a:accent4>
        <a:srgbClr val="F97830"/>
      </a:accent4>
      <a:accent5>
        <a:srgbClr val="FFBF31"/>
      </a:accent5>
      <a:accent6>
        <a:srgbClr val="FEFDCA"/>
      </a:accent6>
      <a:hlink>
        <a:srgbClr val="5E1B5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